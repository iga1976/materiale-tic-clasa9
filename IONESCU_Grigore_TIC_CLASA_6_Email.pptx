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5" r:id="rId6"/>
    <p:sldId id="262" r:id="rId7"/>
    <p:sldId id="271" r:id="rId8"/>
    <p:sldId id="312" r:id="rId9"/>
    <p:sldId id="310" r:id="rId10"/>
    <p:sldId id="275" r:id="rId11"/>
    <p:sldId id="276" r:id="rId12"/>
    <p:sldId id="279" r:id="rId13"/>
    <p:sldId id="314" r:id="rId14"/>
    <p:sldId id="315" r:id="rId15"/>
    <p:sldId id="316" r:id="rId16"/>
    <p:sldId id="320" r:id="rId17"/>
    <p:sldId id="317" r:id="rId18"/>
    <p:sldId id="280" r:id="rId19"/>
    <p:sldId id="285" r:id="rId20"/>
    <p:sldId id="318" r:id="rId21"/>
    <p:sldId id="261" r:id="rId22"/>
    <p:sldId id="321" r:id="rId23"/>
    <p:sldId id="290" r:id="rId24"/>
    <p:sldId id="287" r:id="rId2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Montserrat" panose="020B0604020202020204" charset="0"/>
      <p:regular r:id="rId31"/>
      <p:bold r:id="rId32"/>
      <p:italic r:id="rId33"/>
      <p:boldItalic r:id="rId34"/>
    </p:embeddedFont>
    <p:embeddedFont>
      <p:font typeface="Arial Narrow" panose="020B0606020202030204" pitchFamily="34" charset="0"/>
      <p:regular r:id="rId35"/>
      <p:bold r:id="rId36"/>
      <p:italic r:id="rId37"/>
      <p:boldItalic r:id="rId38"/>
    </p:embeddedFont>
    <p:embeddedFont>
      <p:font typeface="Montserrat Medium" panose="020B0604020202020204" charset="0"/>
      <p:regular r:id="rId39"/>
      <p:bold r:id="rId40"/>
      <p:italic r:id="rId41"/>
      <p:boldItalic r:id="rId42"/>
    </p:embeddedFont>
    <p:embeddedFont>
      <p:font typeface="Bebas Neue" panose="020B0604020202020204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76"/>
    <a:srgbClr val="FF7EEA"/>
    <a:srgbClr val="B2B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61DF42-66FB-4B8D-947A-30CB14F4A37D}">
  <a:tblStyle styleId="{A961DF42-66FB-4B8D-947A-30CB14F4A3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F73C70-8A69-4D0A-BFCF-7A9B763CDB38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F9A5BB-D21E-4925-B2FE-C0880D93DE1D}">
      <dgm:prSet phldrT="[Text]" custT="1"/>
      <dgm:spPr/>
      <dgm:t>
        <a:bodyPr/>
        <a:lstStyle/>
        <a:p>
          <a:pPr rtl="0"/>
          <a:r>
            <a:rPr lang="ro-RO" sz="1200" dirty="0" smtClean="0">
              <a:solidFill>
                <a:schemeClr val="accent5"/>
              </a:solidFill>
            </a:rPr>
            <a:t>1961 MIT dezvoltă Compatible Time-Sharing System (CTSS)</a:t>
          </a:r>
          <a:endParaRPr lang="en-US" sz="1200" dirty="0">
            <a:solidFill>
              <a:schemeClr val="accent5"/>
            </a:solidFill>
          </a:endParaRPr>
        </a:p>
      </dgm:t>
    </dgm:pt>
    <dgm:pt modelId="{A691BF32-F0FA-4085-BBCF-CE036D39A317}" type="parTrans" cxnId="{9E726524-F476-4CD0-916C-E6D649BB4CD2}">
      <dgm:prSet/>
      <dgm:spPr/>
      <dgm:t>
        <a:bodyPr/>
        <a:lstStyle/>
        <a:p>
          <a:endParaRPr lang="en-US"/>
        </a:p>
      </dgm:t>
    </dgm:pt>
    <dgm:pt modelId="{982C76C6-E29D-4E29-8DA5-37BE6788FEE8}" type="sibTrans" cxnId="{9E726524-F476-4CD0-916C-E6D649BB4CD2}">
      <dgm:prSet/>
      <dgm:spPr/>
      <dgm:t>
        <a:bodyPr/>
        <a:lstStyle/>
        <a:p>
          <a:endParaRPr lang="en-US"/>
        </a:p>
      </dgm:t>
    </dgm:pt>
    <dgm:pt modelId="{F46995C3-1DDF-41CB-8891-D814235AB6B7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1967 TCP/IP</a:t>
          </a:r>
          <a:endParaRPr lang="en-US" sz="1200" dirty="0">
            <a:solidFill>
              <a:schemeClr val="accent5"/>
            </a:solidFill>
          </a:endParaRPr>
        </a:p>
      </dgm:t>
    </dgm:pt>
    <dgm:pt modelId="{CC0A5C43-5E5D-4ED9-85DF-EA367CE1C0DC}" type="parTrans" cxnId="{9A32F7FF-673C-425B-A4CE-DBAD01FD3F1A}">
      <dgm:prSet/>
      <dgm:spPr/>
      <dgm:t>
        <a:bodyPr/>
        <a:lstStyle/>
        <a:p>
          <a:endParaRPr lang="en-US"/>
        </a:p>
      </dgm:t>
    </dgm:pt>
    <dgm:pt modelId="{5900818A-9A9A-4436-ACC3-33C29BB40AF7}" type="sibTrans" cxnId="{9A32F7FF-673C-425B-A4CE-DBAD01FD3F1A}">
      <dgm:prSet/>
      <dgm:spPr/>
      <dgm:t>
        <a:bodyPr/>
        <a:lstStyle/>
        <a:p>
          <a:endParaRPr lang="en-US"/>
        </a:p>
      </dgm:t>
    </dgm:pt>
    <dgm:pt modelId="{D334D6D7-4EEF-48DE-A801-DEF5FBED33F8}">
      <dgm:prSet phldrT="[Text]" custT="1"/>
      <dgm:spPr/>
      <dgm:t>
        <a:bodyPr/>
        <a:lstStyle/>
        <a:p>
          <a:pPr rtl="0"/>
          <a:r>
            <a:rPr lang="ro-RO" sz="1200" dirty="0" smtClean="0">
              <a:solidFill>
                <a:schemeClr val="accent5"/>
              </a:solidFill>
            </a:rPr>
            <a:t>1971: Raymond Tomlinson trimite primul email cu simbolul @</a:t>
          </a:r>
          <a:endParaRPr lang="en-US" sz="1200" dirty="0">
            <a:solidFill>
              <a:schemeClr val="accent5"/>
            </a:solidFill>
          </a:endParaRPr>
        </a:p>
      </dgm:t>
    </dgm:pt>
    <dgm:pt modelId="{05FD57FC-D12C-4303-AD02-8411881CCF48}" type="parTrans" cxnId="{4E61537A-029E-4EE6-9018-437072C36D29}">
      <dgm:prSet/>
      <dgm:spPr/>
      <dgm:t>
        <a:bodyPr/>
        <a:lstStyle/>
        <a:p>
          <a:endParaRPr lang="en-US"/>
        </a:p>
      </dgm:t>
    </dgm:pt>
    <dgm:pt modelId="{F9802863-E3A9-4824-AE83-4E5DC3836566}" type="sibTrans" cxnId="{4E61537A-029E-4EE6-9018-437072C36D29}">
      <dgm:prSet/>
      <dgm:spPr/>
      <dgm:t>
        <a:bodyPr/>
        <a:lstStyle/>
        <a:p>
          <a:endParaRPr lang="en-US"/>
        </a:p>
      </dgm:t>
    </dgm:pt>
    <dgm:pt modelId="{8600B4F7-570D-4D5D-AB3C-7DE0CC015CAF}">
      <dgm:prSet phldrT="[Text]" custT="1"/>
      <dgm:spPr/>
      <dgm:t>
        <a:bodyPr/>
        <a:lstStyle/>
        <a:p>
          <a:pPr rtl="0"/>
          <a:r>
            <a:rPr lang="ro-RO" sz="1200" dirty="0" smtClean="0">
              <a:solidFill>
                <a:schemeClr val="accent5"/>
              </a:solidFill>
            </a:rPr>
            <a:t>1988: Internet Relay Chat (IRC)</a:t>
          </a:r>
          <a:endParaRPr lang="en-US" sz="1200" dirty="0">
            <a:solidFill>
              <a:schemeClr val="accent5"/>
            </a:solidFill>
          </a:endParaRPr>
        </a:p>
      </dgm:t>
    </dgm:pt>
    <dgm:pt modelId="{EF2B6E7B-E951-4E21-A0B3-4CCF01853B75}" type="parTrans" cxnId="{27AF931B-A3F8-431A-A2CC-D7083A003988}">
      <dgm:prSet/>
      <dgm:spPr/>
      <dgm:t>
        <a:bodyPr/>
        <a:lstStyle/>
        <a:p>
          <a:endParaRPr lang="en-US"/>
        </a:p>
      </dgm:t>
    </dgm:pt>
    <dgm:pt modelId="{6A60DD3A-6839-4849-B3B9-6ED69DE380CE}" type="sibTrans" cxnId="{27AF931B-A3F8-431A-A2CC-D7083A003988}">
      <dgm:prSet/>
      <dgm:spPr/>
      <dgm:t>
        <a:bodyPr/>
        <a:lstStyle/>
        <a:p>
          <a:endParaRPr lang="en-US"/>
        </a:p>
      </dgm:t>
    </dgm:pt>
    <dgm:pt modelId="{F220DD7C-A6C9-4434-AE2B-97D81327DFE8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1996 Hotmail</a:t>
          </a:r>
          <a:endParaRPr lang="en-US" sz="1200" dirty="0">
            <a:solidFill>
              <a:schemeClr val="accent5"/>
            </a:solidFill>
          </a:endParaRPr>
        </a:p>
      </dgm:t>
    </dgm:pt>
    <dgm:pt modelId="{C432CBDB-B885-4DE2-A7DC-0920378C177D}" type="parTrans" cxnId="{F8B8AB61-7662-4121-948B-27839E1FA7A6}">
      <dgm:prSet/>
      <dgm:spPr/>
      <dgm:t>
        <a:bodyPr/>
        <a:lstStyle/>
        <a:p>
          <a:endParaRPr lang="en-US"/>
        </a:p>
      </dgm:t>
    </dgm:pt>
    <dgm:pt modelId="{7D166EAA-F8D6-44CB-A846-513F110BF4B2}" type="sibTrans" cxnId="{F8B8AB61-7662-4121-948B-27839E1FA7A6}">
      <dgm:prSet/>
      <dgm:spPr/>
      <dgm:t>
        <a:bodyPr/>
        <a:lstStyle/>
        <a:p>
          <a:endParaRPr lang="en-US"/>
        </a:p>
      </dgm:t>
    </dgm:pt>
    <dgm:pt modelId="{75A1AAB1-9B48-4AE0-A687-EF894E3AF240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1997 Yahoo Mail</a:t>
          </a:r>
          <a:endParaRPr lang="en-US" sz="1200" dirty="0">
            <a:solidFill>
              <a:schemeClr val="accent5"/>
            </a:solidFill>
          </a:endParaRPr>
        </a:p>
      </dgm:t>
    </dgm:pt>
    <dgm:pt modelId="{0EDE06DD-F533-4E45-815A-DA969A9AA147}" type="parTrans" cxnId="{A941BC1A-B84E-4937-9AE5-FF0316B6E7E4}">
      <dgm:prSet/>
      <dgm:spPr/>
      <dgm:t>
        <a:bodyPr/>
        <a:lstStyle/>
        <a:p>
          <a:endParaRPr lang="en-US"/>
        </a:p>
      </dgm:t>
    </dgm:pt>
    <dgm:pt modelId="{E7CF6D66-72A3-4106-B658-78B7D919275D}" type="sibTrans" cxnId="{A941BC1A-B84E-4937-9AE5-FF0316B6E7E4}">
      <dgm:prSet/>
      <dgm:spPr/>
      <dgm:t>
        <a:bodyPr/>
        <a:lstStyle/>
        <a:p>
          <a:endParaRPr lang="en-US"/>
        </a:p>
      </dgm:t>
    </dgm:pt>
    <dgm:pt modelId="{E2D9D460-BBF9-4A3E-8FEC-AACEAF99193B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2004 Gmail</a:t>
          </a:r>
          <a:endParaRPr lang="en-US" sz="1200" dirty="0">
            <a:solidFill>
              <a:schemeClr val="accent5"/>
            </a:solidFill>
          </a:endParaRPr>
        </a:p>
      </dgm:t>
    </dgm:pt>
    <dgm:pt modelId="{C19E97E8-41F8-4640-84C2-048B52B95A14}" type="parTrans" cxnId="{6D6EE08E-2069-4348-A4A2-9B7A8A3B21B0}">
      <dgm:prSet/>
      <dgm:spPr/>
      <dgm:t>
        <a:bodyPr/>
        <a:lstStyle/>
        <a:p>
          <a:endParaRPr lang="en-US"/>
        </a:p>
      </dgm:t>
    </dgm:pt>
    <dgm:pt modelId="{92801236-8D08-4971-9DBD-10ECDB07D310}" type="sibTrans" cxnId="{6D6EE08E-2069-4348-A4A2-9B7A8A3B21B0}">
      <dgm:prSet/>
      <dgm:spPr/>
      <dgm:t>
        <a:bodyPr/>
        <a:lstStyle/>
        <a:p>
          <a:endParaRPr lang="en-US"/>
        </a:p>
      </dgm:t>
    </dgm:pt>
    <dgm:pt modelId="{D38B4A81-1C2A-41E6-AEE7-3F60DB6AFD2C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2004 Facebook</a:t>
          </a:r>
          <a:endParaRPr lang="en-US" sz="1200" dirty="0">
            <a:solidFill>
              <a:schemeClr val="accent5"/>
            </a:solidFill>
          </a:endParaRPr>
        </a:p>
      </dgm:t>
    </dgm:pt>
    <dgm:pt modelId="{86F651A5-2483-4E1E-AD89-619F691CA360}" type="parTrans" cxnId="{86E8FF85-3239-416C-AD48-9B909C23C26A}">
      <dgm:prSet/>
      <dgm:spPr/>
      <dgm:t>
        <a:bodyPr/>
        <a:lstStyle/>
        <a:p>
          <a:endParaRPr lang="en-US"/>
        </a:p>
      </dgm:t>
    </dgm:pt>
    <dgm:pt modelId="{5CEEF7E7-FEDD-4BD2-AD48-B35C68A6CB03}" type="sibTrans" cxnId="{86E8FF85-3239-416C-AD48-9B909C23C26A}">
      <dgm:prSet/>
      <dgm:spPr/>
      <dgm:t>
        <a:bodyPr/>
        <a:lstStyle/>
        <a:p>
          <a:endParaRPr lang="en-US"/>
        </a:p>
      </dgm:t>
    </dgm:pt>
    <dgm:pt modelId="{9CDD0A52-1A2A-4733-84B2-FC5BFD00091B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2009 WhatsApp</a:t>
          </a:r>
          <a:endParaRPr lang="en-US" sz="1200" dirty="0">
            <a:solidFill>
              <a:schemeClr val="accent5"/>
            </a:solidFill>
          </a:endParaRPr>
        </a:p>
      </dgm:t>
    </dgm:pt>
    <dgm:pt modelId="{35F49B67-D917-4BF0-BFB6-E226218BD969}" type="parTrans" cxnId="{0C502A33-B9C7-43B8-B19E-A7B13E192482}">
      <dgm:prSet/>
      <dgm:spPr/>
      <dgm:t>
        <a:bodyPr/>
        <a:lstStyle/>
        <a:p>
          <a:endParaRPr lang="en-US"/>
        </a:p>
      </dgm:t>
    </dgm:pt>
    <dgm:pt modelId="{C0980A8F-8B56-470D-84EA-C99926A47EAE}" type="sibTrans" cxnId="{0C502A33-B9C7-43B8-B19E-A7B13E192482}">
      <dgm:prSet/>
      <dgm:spPr/>
      <dgm:t>
        <a:bodyPr/>
        <a:lstStyle/>
        <a:p>
          <a:endParaRPr lang="en-US"/>
        </a:p>
      </dgm:t>
    </dgm:pt>
    <dgm:pt modelId="{EFD3C793-7C44-41F7-8C34-5F653AB78D51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2010 Instagram</a:t>
          </a:r>
          <a:endParaRPr lang="en-US" sz="1200" dirty="0">
            <a:solidFill>
              <a:schemeClr val="accent5"/>
            </a:solidFill>
          </a:endParaRPr>
        </a:p>
      </dgm:t>
    </dgm:pt>
    <dgm:pt modelId="{0DE506C5-6637-4A19-A8EA-77DA78D6879D}" type="parTrans" cxnId="{EB6F1659-6993-4EAE-89AC-E7A4FC99E0D2}">
      <dgm:prSet/>
      <dgm:spPr/>
      <dgm:t>
        <a:bodyPr/>
        <a:lstStyle/>
        <a:p>
          <a:endParaRPr lang="en-US"/>
        </a:p>
      </dgm:t>
    </dgm:pt>
    <dgm:pt modelId="{EC763917-4722-4C18-8474-85AB926BF1E1}" type="sibTrans" cxnId="{EB6F1659-6993-4EAE-89AC-E7A4FC99E0D2}">
      <dgm:prSet/>
      <dgm:spPr/>
      <dgm:t>
        <a:bodyPr/>
        <a:lstStyle/>
        <a:p>
          <a:endParaRPr lang="en-US"/>
        </a:p>
      </dgm:t>
    </dgm:pt>
    <dgm:pt modelId="{48912B2B-3E39-4F52-81B4-79B57AACE6A6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2017 Microsoft Teams</a:t>
          </a:r>
          <a:endParaRPr lang="en-US" sz="1200" dirty="0">
            <a:solidFill>
              <a:schemeClr val="accent5"/>
            </a:solidFill>
          </a:endParaRPr>
        </a:p>
      </dgm:t>
    </dgm:pt>
    <dgm:pt modelId="{E7AFC40C-66A9-4210-869C-619820A86574}" type="parTrans" cxnId="{0C8B5D02-2C5C-48B7-B7B0-8C827CF3D2E2}">
      <dgm:prSet/>
      <dgm:spPr/>
      <dgm:t>
        <a:bodyPr/>
        <a:lstStyle/>
        <a:p>
          <a:endParaRPr lang="en-US"/>
        </a:p>
      </dgm:t>
    </dgm:pt>
    <dgm:pt modelId="{09F9074B-30A7-4D1E-B0EB-E35A99888E82}" type="sibTrans" cxnId="{0C8B5D02-2C5C-48B7-B7B0-8C827CF3D2E2}">
      <dgm:prSet/>
      <dgm:spPr/>
      <dgm:t>
        <a:bodyPr/>
        <a:lstStyle/>
        <a:p>
          <a:endParaRPr lang="en-US"/>
        </a:p>
      </dgm:t>
    </dgm:pt>
    <dgm:pt modelId="{A9030798-447D-49E9-B98F-EAAA201F5374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2013 Zoom</a:t>
          </a:r>
          <a:endParaRPr lang="en-US" sz="1200" dirty="0">
            <a:solidFill>
              <a:schemeClr val="accent5"/>
            </a:solidFill>
          </a:endParaRPr>
        </a:p>
      </dgm:t>
    </dgm:pt>
    <dgm:pt modelId="{EA0EC028-7368-4F3F-AAAD-44C82973D0A1}" type="parTrans" cxnId="{799E7895-C69A-4644-A220-EC64A492A80C}">
      <dgm:prSet/>
      <dgm:spPr/>
      <dgm:t>
        <a:bodyPr/>
        <a:lstStyle/>
        <a:p>
          <a:endParaRPr lang="en-US"/>
        </a:p>
      </dgm:t>
    </dgm:pt>
    <dgm:pt modelId="{74E30669-1CCD-4658-A2F7-97EC660DA293}" type="sibTrans" cxnId="{799E7895-C69A-4644-A220-EC64A492A80C}">
      <dgm:prSet/>
      <dgm:spPr/>
      <dgm:t>
        <a:bodyPr/>
        <a:lstStyle/>
        <a:p>
          <a:endParaRPr lang="en-US"/>
        </a:p>
      </dgm:t>
    </dgm:pt>
    <dgm:pt modelId="{15DE6904-0EBF-44CA-98BD-6DACCFEFA436}">
      <dgm:prSet phldrT="[Text]" custT="1"/>
      <dgm:spPr/>
      <dgm:t>
        <a:bodyPr/>
        <a:lstStyle/>
        <a:p>
          <a:r>
            <a:rPr lang="ro-RO" sz="1200" dirty="0" smtClean="0">
              <a:solidFill>
                <a:schemeClr val="accent5"/>
              </a:solidFill>
            </a:rPr>
            <a:t>2016 TikTok</a:t>
          </a:r>
          <a:endParaRPr lang="en-US" sz="1200" dirty="0">
            <a:solidFill>
              <a:schemeClr val="accent5"/>
            </a:solidFill>
          </a:endParaRPr>
        </a:p>
      </dgm:t>
    </dgm:pt>
    <dgm:pt modelId="{70D93FFF-33F8-41DD-A961-01851CA2345C}" type="parTrans" cxnId="{281ED576-6B29-4578-BAFB-72E98025B103}">
      <dgm:prSet/>
      <dgm:spPr/>
      <dgm:t>
        <a:bodyPr/>
        <a:lstStyle/>
        <a:p>
          <a:endParaRPr lang="en-US"/>
        </a:p>
      </dgm:t>
    </dgm:pt>
    <dgm:pt modelId="{860BDB48-003F-43B6-8865-86D4E15F1D77}" type="sibTrans" cxnId="{281ED576-6B29-4578-BAFB-72E98025B103}">
      <dgm:prSet/>
      <dgm:spPr/>
      <dgm:t>
        <a:bodyPr/>
        <a:lstStyle/>
        <a:p>
          <a:endParaRPr lang="en-US"/>
        </a:p>
      </dgm:t>
    </dgm:pt>
    <dgm:pt modelId="{17773A41-E5A9-4AF0-AF13-EF87A9539828}">
      <dgm:prSet phldrT="[Text]" custT="1"/>
      <dgm:spPr>
        <a:noFill/>
      </dgm:spPr>
      <dgm:t>
        <a:bodyPr/>
        <a:lstStyle/>
        <a:p>
          <a:r>
            <a:rPr lang="ro-RO" sz="1200" dirty="0" smtClean="0">
              <a:solidFill>
                <a:schemeClr val="bg1">
                  <a:lumMod val="75000"/>
                </a:schemeClr>
              </a:solidFill>
            </a:rPr>
            <a:t>1984 POP3 revizuit 1998</a:t>
          </a:r>
          <a:endParaRPr lang="en-US" sz="1200" dirty="0">
            <a:solidFill>
              <a:schemeClr val="accent5"/>
            </a:solidFill>
          </a:endParaRPr>
        </a:p>
      </dgm:t>
    </dgm:pt>
    <dgm:pt modelId="{79310D67-8F3A-445A-A72B-435C82097D75}" type="parTrans" cxnId="{A85D7AC8-C92B-4405-B7CD-68E35E3BCB89}">
      <dgm:prSet/>
      <dgm:spPr/>
      <dgm:t>
        <a:bodyPr/>
        <a:lstStyle/>
        <a:p>
          <a:endParaRPr lang="en-US"/>
        </a:p>
      </dgm:t>
    </dgm:pt>
    <dgm:pt modelId="{B46CB89B-D99B-47F5-8EE2-C96DB2A1C63A}" type="sibTrans" cxnId="{A85D7AC8-C92B-4405-B7CD-68E35E3BCB89}">
      <dgm:prSet/>
      <dgm:spPr/>
      <dgm:t>
        <a:bodyPr/>
        <a:lstStyle/>
        <a:p>
          <a:endParaRPr lang="en-US"/>
        </a:p>
      </dgm:t>
    </dgm:pt>
    <dgm:pt modelId="{08743E43-BB69-4CC1-A9BB-7E0B8F7657F2}">
      <dgm:prSet phldrT="[Text]"/>
      <dgm:spPr>
        <a:noFill/>
      </dgm:spPr>
      <dgm:t>
        <a:bodyPr/>
        <a:lstStyle/>
        <a:p>
          <a:r>
            <a:rPr lang="ro-RO" dirty="0" smtClean="0">
              <a:solidFill>
                <a:schemeClr val="accent2"/>
              </a:solidFill>
            </a:rPr>
            <a:t>1986 IMAP</a:t>
          </a:r>
          <a:endParaRPr lang="en-US" dirty="0">
            <a:solidFill>
              <a:schemeClr val="accent2"/>
            </a:solidFill>
          </a:endParaRPr>
        </a:p>
      </dgm:t>
    </dgm:pt>
    <dgm:pt modelId="{12D8C8EA-8192-4873-8976-EA43A40978F3}" type="parTrans" cxnId="{0D5EC8F8-D78D-4E05-B2E8-BBA761BAB344}">
      <dgm:prSet/>
      <dgm:spPr/>
      <dgm:t>
        <a:bodyPr/>
        <a:lstStyle/>
        <a:p>
          <a:endParaRPr lang="en-US"/>
        </a:p>
      </dgm:t>
    </dgm:pt>
    <dgm:pt modelId="{1B9591E9-86CD-42B0-BEEC-FDEA74CCE0DD}" type="sibTrans" cxnId="{0D5EC8F8-D78D-4E05-B2E8-BBA761BAB344}">
      <dgm:prSet/>
      <dgm:spPr/>
      <dgm:t>
        <a:bodyPr/>
        <a:lstStyle/>
        <a:p>
          <a:endParaRPr lang="en-US"/>
        </a:p>
      </dgm:t>
    </dgm:pt>
    <dgm:pt modelId="{CFADA152-316F-404A-AC19-BD80F9EEF338}" type="pres">
      <dgm:prSet presAssocID="{82F73C70-8A69-4D0A-BFCF-7A9B763CDB38}" presName="Name0" presStyleCnt="0">
        <dgm:presLayoutVars>
          <dgm:dir/>
        </dgm:presLayoutVars>
      </dgm:prSet>
      <dgm:spPr/>
      <dgm:t>
        <a:bodyPr/>
        <a:lstStyle/>
        <a:p>
          <a:endParaRPr lang="en-US"/>
        </a:p>
      </dgm:t>
    </dgm:pt>
    <dgm:pt modelId="{AE2C1BE6-BF1A-442B-BAEE-53402E90D35E}" type="pres">
      <dgm:prSet presAssocID="{53F9A5BB-D21E-4925-B2FE-C0880D93DE1D}" presName="parComposite" presStyleCnt="0"/>
      <dgm:spPr/>
    </dgm:pt>
    <dgm:pt modelId="{71FE3A65-6E5F-40A5-8AED-9A75B2B94A89}" type="pres">
      <dgm:prSet presAssocID="{53F9A5BB-D21E-4925-B2FE-C0880D93DE1D}" presName="parBigCircle" presStyleLbl="node0" presStyleIdx="0" presStyleCnt="10"/>
      <dgm:spPr/>
    </dgm:pt>
    <dgm:pt modelId="{D7CDC0AB-1554-4F5C-A1E0-9BB1414DB332}" type="pres">
      <dgm:prSet presAssocID="{53F9A5BB-D21E-4925-B2FE-C0880D93DE1D}" presName="parTx" presStyleLbl="revTx" presStyleIdx="0" presStyleCnt="20" custAng="3302421" custLinFactNeighborX="-29309" custLinFactNeighborY="4881"/>
      <dgm:spPr/>
      <dgm:t>
        <a:bodyPr/>
        <a:lstStyle/>
        <a:p>
          <a:endParaRPr lang="en-US"/>
        </a:p>
      </dgm:t>
    </dgm:pt>
    <dgm:pt modelId="{3275586A-40C4-4DAB-9168-28A222D2D5CA}" type="pres">
      <dgm:prSet presAssocID="{53F9A5BB-D21E-4925-B2FE-C0880D93DE1D}" presName="bSpace" presStyleCnt="0"/>
      <dgm:spPr/>
    </dgm:pt>
    <dgm:pt modelId="{F9D7961D-E71D-46BB-AD3D-B69AE7B8ED47}" type="pres">
      <dgm:prSet presAssocID="{53F9A5BB-D21E-4925-B2FE-C0880D93DE1D}" presName="parBackupNorm" presStyleCnt="0"/>
      <dgm:spPr/>
    </dgm:pt>
    <dgm:pt modelId="{DB51BE03-9D93-4149-99B5-FDC9231CD6D0}" type="pres">
      <dgm:prSet presAssocID="{982C76C6-E29D-4E29-8DA5-37BE6788FEE8}" presName="parSpace" presStyleCnt="0"/>
      <dgm:spPr/>
    </dgm:pt>
    <dgm:pt modelId="{FAC4D014-6E9E-4D55-A85A-DEB92BFD50C0}" type="pres">
      <dgm:prSet presAssocID="{F46995C3-1DDF-41CB-8891-D814235AB6B7}" presName="parComposite" presStyleCnt="0"/>
      <dgm:spPr/>
    </dgm:pt>
    <dgm:pt modelId="{84A5A4C4-C183-4393-AFCA-DF94787FBA6C}" type="pres">
      <dgm:prSet presAssocID="{F46995C3-1DDF-41CB-8891-D814235AB6B7}" presName="parBigCircle" presStyleLbl="node0" presStyleIdx="1" presStyleCnt="10"/>
      <dgm:spPr/>
    </dgm:pt>
    <dgm:pt modelId="{742B794D-5BD9-465C-9E3B-4EC66027342C}" type="pres">
      <dgm:prSet presAssocID="{F46995C3-1DDF-41CB-8891-D814235AB6B7}" presName="parTx" presStyleLbl="revTx" presStyleIdx="1" presStyleCnt="20" custAng="3302421" custLinFactNeighborX="-25216" custLinFactNeighborY="23707"/>
      <dgm:spPr/>
      <dgm:t>
        <a:bodyPr/>
        <a:lstStyle/>
        <a:p>
          <a:endParaRPr lang="en-US"/>
        </a:p>
      </dgm:t>
    </dgm:pt>
    <dgm:pt modelId="{964BAAE0-1D3A-4E7F-8D85-4C34ADEA0922}" type="pres">
      <dgm:prSet presAssocID="{F46995C3-1DDF-41CB-8891-D814235AB6B7}" presName="bSpace" presStyleCnt="0"/>
      <dgm:spPr/>
    </dgm:pt>
    <dgm:pt modelId="{CC4B0093-07B6-4922-9945-2820B15F46D4}" type="pres">
      <dgm:prSet presAssocID="{F46995C3-1DDF-41CB-8891-D814235AB6B7}" presName="parBackupNorm" presStyleCnt="0"/>
      <dgm:spPr/>
    </dgm:pt>
    <dgm:pt modelId="{65EAC899-292B-47B6-A2D5-406E87CCA945}" type="pres">
      <dgm:prSet presAssocID="{5900818A-9A9A-4436-ACC3-33C29BB40AF7}" presName="parSpace" presStyleCnt="0"/>
      <dgm:spPr/>
    </dgm:pt>
    <dgm:pt modelId="{CC00BE3C-7037-4789-B678-6D7075F691EA}" type="pres">
      <dgm:prSet presAssocID="{D334D6D7-4EEF-48DE-A801-DEF5FBED33F8}" presName="parComposite" presStyleCnt="0"/>
      <dgm:spPr/>
    </dgm:pt>
    <dgm:pt modelId="{9E3B004E-35A9-4865-8550-8C0BD476042B}" type="pres">
      <dgm:prSet presAssocID="{D334D6D7-4EEF-48DE-A801-DEF5FBED33F8}" presName="parBigCircle" presStyleLbl="node0" presStyleIdx="2" presStyleCnt="10"/>
      <dgm:spPr/>
    </dgm:pt>
    <dgm:pt modelId="{C55DDEAC-0D70-486B-BF5F-C9F8B502FF79}" type="pres">
      <dgm:prSet presAssocID="{D334D6D7-4EEF-48DE-A801-DEF5FBED33F8}" presName="parTx" presStyleLbl="revTx" presStyleIdx="2" presStyleCnt="20" custAng="3302421" custLinFactNeighborX="-49532" custLinFactNeighborY="12551"/>
      <dgm:spPr/>
      <dgm:t>
        <a:bodyPr/>
        <a:lstStyle/>
        <a:p>
          <a:endParaRPr lang="en-US"/>
        </a:p>
      </dgm:t>
    </dgm:pt>
    <dgm:pt modelId="{92E1F0FF-98ED-4CB6-B022-378CF1623DDC}" type="pres">
      <dgm:prSet presAssocID="{D334D6D7-4EEF-48DE-A801-DEF5FBED33F8}" presName="bSpace" presStyleCnt="0"/>
      <dgm:spPr/>
    </dgm:pt>
    <dgm:pt modelId="{E6B18248-726A-4549-AB4B-1E63E29F21C0}" type="pres">
      <dgm:prSet presAssocID="{D334D6D7-4EEF-48DE-A801-DEF5FBED33F8}" presName="parBackupNorm" presStyleCnt="0"/>
      <dgm:spPr/>
    </dgm:pt>
    <dgm:pt modelId="{32D4F2E5-1C0A-45C7-B45D-EF0CF36B71BF}" type="pres">
      <dgm:prSet presAssocID="{F9802863-E3A9-4824-AE83-4E5DC3836566}" presName="parSpace" presStyleCnt="0"/>
      <dgm:spPr/>
    </dgm:pt>
    <dgm:pt modelId="{80145956-13D0-4DFC-A7C2-F786C46074F6}" type="pres">
      <dgm:prSet presAssocID="{17773A41-E5A9-4AF0-AF13-EF87A9539828}" presName="desBackupLeftNorm" presStyleCnt="0"/>
      <dgm:spPr/>
    </dgm:pt>
    <dgm:pt modelId="{6CB72F96-3E4D-4B0F-8036-BCF9AFBC346F}" type="pres">
      <dgm:prSet presAssocID="{17773A41-E5A9-4AF0-AF13-EF87A9539828}" presName="desComposite" presStyleCnt="0"/>
      <dgm:spPr/>
    </dgm:pt>
    <dgm:pt modelId="{585003BC-3A84-4428-AADC-9AAC276641CF}" type="pres">
      <dgm:prSet presAssocID="{17773A41-E5A9-4AF0-AF13-EF87A9539828}" presName="desCircle" presStyleLbl="node1" presStyleIdx="0" presStyleCnt="5"/>
      <dgm:spPr/>
    </dgm:pt>
    <dgm:pt modelId="{FBD5C0CC-FEF8-4F57-80F4-6EB17BAC25D1}" type="pres">
      <dgm:prSet presAssocID="{17773A41-E5A9-4AF0-AF13-EF87A9539828}" presName="chTx" presStyleLbl="revTx" presStyleIdx="3" presStyleCnt="20" custLinFactNeighborX="27103" custLinFactNeighborY="16425"/>
      <dgm:spPr/>
      <dgm:t>
        <a:bodyPr/>
        <a:lstStyle/>
        <a:p>
          <a:endParaRPr lang="en-US"/>
        </a:p>
      </dgm:t>
    </dgm:pt>
    <dgm:pt modelId="{C590895A-53CE-4E68-86E8-ECEDCCD3C5FB}" type="pres">
      <dgm:prSet presAssocID="{17773A41-E5A9-4AF0-AF13-EF87A9539828}" presName="desTx" presStyleLbl="revTx" presStyleIdx="4" presStyleCnt="20">
        <dgm:presLayoutVars>
          <dgm:bulletEnabled val="1"/>
        </dgm:presLayoutVars>
      </dgm:prSet>
      <dgm:spPr/>
    </dgm:pt>
    <dgm:pt modelId="{4B9D60DB-942A-4A3D-B9FC-6C49EC932BAA}" type="pres">
      <dgm:prSet presAssocID="{17773A41-E5A9-4AF0-AF13-EF87A9539828}" presName="desBackupRightNorm" presStyleCnt="0"/>
      <dgm:spPr/>
    </dgm:pt>
    <dgm:pt modelId="{A1CD9F2F-C093-4209-AF20-52729DDB64FD}" type="pres">
      <dgm:prSet presAssocID="{B46CB89B-D99B-47F5-8EE2-C96DB2A1C63A}" presName="desSpace" presStyleCnt="0"/>
      <dgm:spPr/>
    </dgm:pt>
    <dgm:pt modelId="{01B1CE17-7B13-48C1-B038-F9A36FDCBFA6}" type="pres">
      <dgm:prSet presAssocID="{08743E43-BB69-4CC1-A9BB-7E0B8F7657F2}" presName="desBackupLeftNorm" presStyleCnt="0"/>
      <dgm:spPr/>
    </dgm:pt>
    <dgm:pt modelId="{3CBC32FF-504A-4EB0-BBC1-EEA586AB9F33}" type="pres">
      <dgm:prSet presAssocID="{08743E43-BB69-4CC1-A9BB-7E0B8F7657F2}" presName="desComposite" presStyleCnt="0"/>
      <dgm:spPr/>
    </dgm:pt>
    <dgm:pt modelId="{8ED49B2A-857C-42F2-A722-B0649184C06D}" type="pres">
      <dgm:prSet presAssocID="{08743E43-BB69-4CC1-A9BB-7E0B8F7657F2}" presName="desCircle" presStyleLbl="node1" presStyleIdx="1" presStyleCnt="5"/>
      <dgm:spPr/>
    </dgm:pt>
    <dgm:pt modelId="{DFAF5475-C078-4481-B41E-C9E0097FD311}" type="pres">
      <dgm:prSet presAssocID="{08743E43-BB69-4CC1-A9BB-7E0B8F7657F2}" presName="chTx" presStyleLbl="revTx" presStyleIdx="5" presStyleCnt="20" custLinFactNeighborX="42422" custLinFactNeighborY="-94901"/>
      <dgm:spPr/>
      <dgm:t>
        <a:bodyPr/>
        <a:lstStyle/>
        <a:p>
          <a:endParaRPr lang="en-US"/>
        </a:p>
      </dgm:t>
    </dgm:pt>
    <dgm:pt modelId="{B1DE5CF2-74B4-4404-941D-E37437406306}" type="pres">
      <dgm:prSet presAssocID="{08743E43-BB69-4CC1-A9BB-7E0B8F7657F2}" presName="desTx" presStyleLbl="revTx" presStyleIdx="6" presStyleCnt="20">
        <dgm:presLayoutVars>
          <dgm:bulletEnabled val="1"/>
        </dgm:presLayoutVars>
      </dgm:prSet>
      <dgm:spPr/>
    </dgm:pt>
    <dgm:pt modelId="{8A2645F4-C510-476F-BA4A-67307C45428D}" type="pres">
      <dgm:prSet presAssocID="{08743E43-BB69-4CC1-A9BB-7E0B8F7657F2}" presName="desBackupRightNorm" presStyleCnt="0"/>
      <dgm:spPr/>
    </dgm:pt>
    <dgm:pt modelId="{161CB104-1D3B-40AD-81BC-03F006FABDE5}" type="pres">
      <dgm:prSet presAssocID="{1B9591E9-86CD-42B0-BEEC-FDEA74CCE0DD}" presName="desSpace" presStyleCnt="0"/>
      <dgm:spPr/>
    </dgm:pt>
    <dgm:pt modelId="{67E43BD5-C0BD-4531-8BF5-81DD506F0304}" type="pres">
      <dgm:prSet presAssocID="{8600B4F7-570D-4D5D-AB3C-7DE0CC015CAF}" presName="parComposite" presStyleCnt="0"/>
      <dgm:spPr/>
    </dgm:pt>
    <dgm:pt modelId="{867A1155-E6EB-4BFE-9760-729DBDCDA78D}" type="pres">
      <dgm:prSet presAssocID="{8600B4F7-570D-4D5D-AB3C-7DE0CC015CAF}" presName="parBigCircle" presStyleLbl="node0" presStyleIdx="3" presStyleCnt="10"/>
      <dgm:spPr/>
    </dgm:pt>
    <dgm:pt modelId="{A4AD33DC-7EFD-4C26-A326-0F8EA0351583}" type="pres">
      <dgm:prSet presAssocID="{8600B4F7-570D-4D5D-AB3C-7DE0CC015CAF}" presName="parTx" presStyleLbl="revTx" presStyleIdx="7" presStyleCnt="20" custAng="3302421" custLinFactNeighborX="-18912" custLinFactNeighborY="19523"/>
      <dgm:spPr/>
      <dgm:t>
        <a:bodyPr/>
        <a:lstStyle/>
        <a:p>
          <a:endParaRPr lang="en-US"/>
        </a:p>
      </dgm:t>
    </dgm:pt>
    <dgm:pt modelId="{C8062BB2-AD0F-44F3-AAFC-487A283AD430}" type="pres">
      <dgm:prSet presAssocID="{8600B4F7-570D-4D5D-AB3C-7DE0CC015CAF}" presName="bSpace" presStyleCnt="0"/>
      <dgm:spPr/>
    </dgm:pt>
    <dgm:pt modelId="{66C0AA21-A8E3-496B-AC82-9B6BB186D223}" type="pres">
      <dgm:prSet presAssocID="{8600B4F7-570D-4D5D-AB3C-7DE0CC015CAF}" presName="parBackupNorm" presStyleCnt="0"/>
      <dgm:spPr/>
    </dgm:pt>
    <dgm:pt modelId="{17871A8B-DC69-4244-94E7-18F6B1715B0E}" type="pres">
      <dgm:prSet presAssocID="{6A60DD3A-6839-4849-B3B9-6ED69DE380CE}" presName="parSpace" presStyleCnt="0"/>
      <dgm:spPr/>
    </dgm:pt>
    <dgm:pt modelId="{148AD88E-3D06-4541-8C68-4BDB33ABF2B9}" type="pres">
      <dgm:prSet presAssocID="{F220DD7C-A6C9-4434-AE2B-97D81327DFE8}" presName="desBackupLeftNorm" presStyleCnt="0"/>
      <dgm:spPr/>
    </dgm:pt>
    <dgm:pt modelId="{DC3367AA-9517-49E5-A0D5-D2A619EF1EB1}" type="pres">
      <dgm:prSet presAssocID="{F220DD7C-A6C9-4434-AE2B-97D81327DFE8}" presName="desComposite" presStyleCnt="0"/>
      <dgm:spPr/>
    </dgm:pt>
    <dgm:pt modelId="{35F435DC-78FE-445D-97AC-F337EDB68A3A}" type="pres">
      <dgm:prSet presAssocID="{F220DD7C-A6C9-4434-AE2B-97D81327DFE8}" presName="desCircle" presStyleLbl="node1" presStyleIdx="2" presStyleCnt="5"/>
      <dgm:spPr/>
    </dgm:pt>
    <dgm:pt modelId="{88374B0D-10B1-4D67-AC7D-258E3C5215CB}" type="pres">
      <dgm:prSet presAssocID="{F220DD7C-A6C9-4434-AE2B-97D81327DFE8}" presName="chTx" presStyleLbl="revTx" presStyleIdx="8" presStyleCnt="20" custAng="3302421" custLinFactNeighborX="-8327" custLinFactNeighborY="806"/>
      <dgm:spPr/>
      <dgm:t>
        <a:bodyPr/>
        <a:lstStyle/>
        <a:p>
          <a:endParaRPr lang="en-US"/>
        </a:p>
      </dgm:t>
    </dgm:pt>
    <dgm:pt modelId="{2A4EC87E-5FAA-46BC-BDCF-BA1B9B9DD2AC}" type="pres">
      <dgm:prSet presAssocID="{F220DD7C-A6C9-4434-AE2B-97D81327DFE8}" presName="desTx" presStyleLbl="revTx" presStyleIdx="9" presStyleCnt="20">
        <dgm:presLayoutVars>
          <dgm:bulletEnabled val="1"/>
        </dgm:presLayoutVars>
      </dgm:prSet>
      <dgm:spPr/>
    </dgm:pt>
    <dgm:pt modelId="{54280A25-9A1E-40A2-99BE-2E558EBA5691}" type="pres">
      <dgm:prSet presAssocID="{F220DD7C-A6C9-4434-AE2B-97D81327DFE8}" presName="desBackupRightNorm" presStyleCnt="0"/>
      <dgm:spPr/>
    </dgm:pt>
    <dgm:pt modelId="{7E0829FC-2DA9-4327-9BD7-07B71E39F050}" type="pres">
      <dgm:prSet presAssocID="{7D166EAA-F8D6-44CB-A846-513F110BF4B2}" presName="desSpace" presStyleCnt="0"/>
      <dgm:spPr/>
    </dgm:pt>
    <dgm:pt modelId="{8838A8C6-7D41-4A3C-9063-EB1A3DC42A41}" type="pres">
      <dgm:prSet presAssocID="{75A1AAB1-9B48-4AE0-A687-EF894E3AF240}" presName="desBackupLeftNorm" presStyleCnt="0"/>
      <dgm:spPr/>
    </dgm:pt>
    <dgm:pt modelId="{DF44E263-4E62-46E3-B2ED-C0A7A111C709}" type="pres">
      <dgm:prSet presAssocID="{75A1AAB1-9B48-4AE0-A687-EF894E3AF240}" presName="desComposite" presStyleCnt="0"/>
      <dgm:spPr/>
    </dgm:pt>
    <dgm:pt modelId="{F1B6A531-F8FA-4B5D-A69C-E5349BD560F7}" type="pres">
      <dgm:prSet presAssocID="{75A1AAB1-9B48-4AE0-A687-EF894E3AF240}" presName="desCircle" presStyleLbl="node1" presStyleIdx="3" presStyleCnt="5"/>
      <dgm:spPr/>
    </dgm:pt>
    <dgm:pt modelId="{3EC3D42B-DDBC-458E-B90C-494A3BE1C18A}" type="pres">
      <dgm:prSet presAssocID="{75A1AAB1-9B48-4AE0-A687-EF894E3AF240}" presName="chTx" presStyleLbl="revTx" presStyleIdx="10" presStyleCnt="20" custAng="3302421" custLinFactNeighborX="8707" custLinFactNeighborY="6332"/>
      <dgm:spPr/>
      <dgm:t>
        <a:bodyPr/>
        <a:lstStyle/>
        <a:p>
          <a:endParaRPr lang="en-US"/>
        </a:p>
      </dgm:t>
    </dgm:pt>
    <dgm:pt modelId="{388EF94C-E1F0-4B80-AE09-858AEE33F204}" type="pres">
      <dgm:prSet presAssocID="{75A1AAB1-9B48-4AE0-A687-EF894E3AF240}" presName="desTx" presStyleLbl="revTx" presStyleIdx="11" presStyleCnt="20">
        <dgm:presLayoutVars>
          <dgm:bulletEnabled val="1"/>
        </dgm:presLayoutVars>
      </dgm:prSet>
      <dgm:spPr/>
    </dgm:pt>
    <dgm:pt modelId="{96B326A0-0CA3-437C-809C-3AC9A3814E0C}" type="pres">
      <dgm:prSet presAssocID="{75A1AAB1-9B48-4AE0-A687-EF894E3AF240}" presName="desBackupRightNorm" presStyleCnt="0"/>
      <dgm:spPr/>
    </dgm:pt>
    <dgm:pt modelId="{BA4F9C8D-3D65-44F8-96AF-AC877757B874}" type="pres">
      <dgm:prSet presAssocID="{E7CF6D66-72A3-4106-B658-78B7D919275D}" presName="desSpace" presStyleCnt="0"/>
      <dgm:spPr/>
    </dgm:pt>
    <dgm:pt modelId="{209EE03F-722F-44E6-9D28-BFFDD1A1ED23}" type="pres">
      <dgm:prSet presAssocID="{E2D9D460-BBF9-4A3E-8FEC-AACEAF99193B}" presName="desBackupLeftNorm" presStyleCnt="0"/>
      <dgm:spPr/>
    </dgm:pt>
    <dgm:pt modelId="{F968747D-4813-4872-BE49-DE44AAFEDFBE}" type="pres">
      <dgm:prSet presAssocID="{E2D9D460-BBF9-4A3E-8FEC-AACEAF99193B}" presName="desComposite" presStyleCnt="0"/>
      <dgm:spPr/>
    </dgm:pt>
    <dgm:pt modelId="{6CE9B5C5-8C47-4369-BA38-AA6B74B1896D}" type="pres">
      <dgm:prSet presAssocID="{E2D9D460-BBF9-4A3E-8FEC-AACEAF99193B}" presName="desCircle" presStyleLbl="node1" presStyleIdx="4" presStyleCnt="5"/>
      <dgm:spPr/>
    </dgm:pt>
    <dgm:pt modelId="{F6B13402-C488-4402-AB70-7CF9FD2907E9}" type="pres">
      <dgm:prSet presAssocID="{E2D9D460-BBF9-4A3E-8FEC-AACEAF99193B}" presName="chTx" presStyleLbl="revTx" presStyleIdx="12" presStyleCnt="20" custAng="3302421" custLinFactNeighborX="28821" custLinFactNeighborY="-6448"/>
      <dgm:spPr/>
      <dgm:t>
        <a:bodyPr/>
        <a:lstStyle/>
        <a:p>
          <a:endParaRPr lang="en-US"/>
        </a:p>
      </dgm:t>
    </dgm:pt>
    <dgm:pt modelId="{388AAD68-3BAE-4F68-B118-14570D9B15B3}" type="pres">
      <dgm:prSet presAssocID="{E2D9D460-BBF9-4A3E-8FEC-AACEAF99193B}" presName="desTx" presStyleLbl="revTx" presStyleIdx="13" presStyleCnt="20">
        <dgm:presLayoutVars>
          <dgm:bulletEnabled val="1"/>
        </dgm:presLayoutVars>
      </dgm:prSet>
      <dgm:spPr/>
    </dgm:pt>
    <dgm:pt modelId="{BF66695D-B3C8-4C13-9B5F-7F11AAF95E06}" type="pres">
      <dgm:prSet presAssocID="{E2D9D460-BBF9-4A3E-8FEC-AACEAF99193B}" presName="desBackupRightNorm" presStyleCnt="0"/>
      <dgm:spPr/>
    </dgm:pt>
    <dgm:pt modelId="{A3CE8E1C-61F1-4C7C-A46E-092371565938}" type="pres">
      <dgm:prSet presAssocID="{92801236-8D08-4971-9DBD-10ECDB07D310}" presName="desSpace" presStyleCnt="0"/>
      <dgm:spPr/>
    </dgm:pt>
    <dgm:pt modelId="{AD5B0E30-56B7-4967-B099-72C576B1CDF1}" type="pres">
      <dgm:prSet presAssocID="{D38B4A81-1C2A-41E6-AEE7-3F60DB6AFD2C}" presName="parComposite" presStyleCnt="0"/>
      <dgm:spPr/>
    </dgm:pt>
    <dgm:pt modelId="{BBE01B03-3067-44E8-BC8C-3ABA9AA57D30}" type="pres">
      <dgm:prSet presAssocID="{D38B4A81-1C2A-41E6-AEE7-3F60DB6AFD2C}" presName="parBigCircle" presStyleLbl="node0" presStyleIdx="4" presStyleCnt="10"/>
      <dgm:spPr/>
    </dgm:pt>
    <dgm:pt modelId="{FC7A80E4-2FBE-4CA9-A3DA-A4401C35E9C7}" type="pres">
      <dgm:prSet presAssocID="{D38B4A81-1C2A-41E6-AEE7-3F60DB6AFD2C}" presName="parTx" presStyleLbl="revTx" presStyleIdx="14" presStyleCnt="20" custAng="3549246" custLinFactNeighborX="-41103" custLinFactNeighborY="15189"/>
      <dgm:spPr/>
      <dgm:t>
        <a:bodyPr/>
        <a:lstStyle/>
        <a:p>
          <a:endParaRPr lang="en-US"/>
        </a:p>
      </dgm:t>
    </dgm:pt>
    <dgm:pt modelId="{C520198C-6F85-4826-9D52-4A36A72D1109}" type="pres">
      <dgm:prSet presAssocID="{D38B4A81-1C2A-41E6-AEE7-3F60DB6AFD2C}" presName="bSpace" presStyleCnt="0"/>
      <dgm:spPr/>
    </dgm:pt>
    <dgm:pt modelId="{6ED2660D-C5B9-4F43-BED1-BD4F3CA8EEE2}" type="pres">
      <dgm:prSet presAssocID="{D38B4A81-1C2A-41E6-AEE7-3F60DB6AFD2C}" presName="parBackupNorm" presStyleCnt="0"/>
      <dgm:spPr/>
    </dgm:pt>
    <dgm:pt modelId="{8EF3DD90-F487-4D6F-883A-2CCADA6274A8}" type="pres">
      <dgm:prSet presAssocID="{5CEEF7E7-FEDD-4BD2-AD48-B35C68A6CB03}" presName="parSpace" presStyleCnt="0"/>
      <dgm:spPr/>
    </dgm:pt>
    <dgm:pt modelId="{B2D27657-82C4-4D8D-878F-8B96F79E5B5A}" type="pres">
      <dgm:prSet presAssocID="{9CDD0A52-1A2A-4733-84B2-FC5BFD00091B}" presName="parComposite" presStyleCnt="0"/>
      <dgm:spPr/>
    </dgm:pt>
    <dgm:pt modelId="{94757929-B6EA-44A5-9B32-980A85E69318}" type="pres">
      <dgm:prSet presAssocID="{9CDD0A52-1A2A-4733-84B2-FC5BFD00091B}" presName="parBigCircle" presStyleLbl="node0" presStyleIdx="5" presStyleCnt="10"/>
      <dgm:spPr/>
    </dgm:pt>
    <dgm:pt modelId="{1C9877C4-D41C-4AC8-9C2A-11BD8485DC03}" type="pres">
      <dgm:prSet presAssocID="{9CDD0A52-1A2A-4733-84B2-FC5BFD00091B}" presName="parTx" presStyleLbl="revTx" presStyleIdx="15" presStyleCnt="20" custAng="3302421" custLinFactNeighborX="-32696" custLinFactNeighborY="11572"/>
      <dgm:spPr/>
      <dgm:t>
        <a:bodyPr/>
        <a:lstStyle/>
        <a:p>
          <a:endParaRPr lang="en-US"/>
        </a:p>
      </dgm:t>
    </dgm:pt>
    <dgm:pt modelId="{69A8C009-6DEB-4A1D-947F-7075EFCA4898}" type="pres">
      <dgm:prSet presAssocID="{9CDD0A52-1A2A-4733-84B2-FC5BFD00091B}" presName="bSpace" presStyleCnt="0"/>
      <dgm:spPr/>
    </dgm:pt>
    <dgm:pt modelId="{584751D6-845C-49F7-9284-9C180C312EBC}" type="pres">
      <dgm:prSet presAssocID="{9CDD0A52-1A2A-4733-84B2-FC5BFD00091B}" presName="parBackupNorm" presStyleCnt="0"/>
      <dgm:spPr/>
    </dgm:pt>
    <dgm:pt modelId="{043AD567-5F54-4CB7-8B63-A1CE25C74C67}" type="pres">
      <dgm:prSet presAssocID="{C0980A8F-8B56-470D-84EA-C99926A47EAE}" presName="parSpace" presStyleCnt="0"/>
      <dgm:spPr/>
    </dgm:pt>
    <dgm:pt modelId="{7B97F1BF-9C44-458C-AA6F-0F4D21BDE237}" type="pres">
      <dgm:prSet presAssocID="{EFD3C793-7C44-41F7-8C34-5F653AB78D51}" presName="parComposite" presStyleCnt="0"/>
      <dgm:spPr/>
    </dgm:pt>
    <dgm:pt modelId="{FEC46E41-5D84-4AEF-A236-35DA0C8B1862}" type="pres">
      <dgm:prSet presAssocID="{EFD3C793-7C44-41F7-8C34-5F653AB78D51}" presName="parBigCircle" presStyleLbl="node0" presStyleIdx="6" presStyleCnt="10"/>
      <dgm:spPr/>
    </dgm:pt>
    <dgm:pt modelId="{E6D1114F-02E7-4320-8777-BA6239103486}" type="pres">
      <dgm:prSet presAssocID="{EFD3C793-7C44-41F7-8C34-5F653AB78D51}" presName="parTx" presStyleLbl="revTx" presStyleIdx="16" presStyleCnt="20" custAng="3302421" custLinFactNeighborX="-18683" custLinFactNeighborY="3616"/>
      <dgm:spPr/>
      <dgm:t>
        <a:bodyPr/>
        <a:lstStyle/>
        <a:p>
          <a:endParaRPr lang="en-US"/>
        </a:p>
      </dgm:t>
    </dgm:pt>
    <dgm:pt modelId="{4D7448F1-C02A-4190-846F-21FA84A892E2}" type="pres">
      <dgm:prSet presAssocID="{EFD3C793-7C44-41F7-8C34-5F653AB78D51}" presName="bSpace" presStyleCnt="0"/>
      <dgm:spPr/>
    </dgm:pt>
    <dgm:pt modelId="{E9693317-8159-430D-BD33-66C0CF9393A0}" type="pres">
      <dgm:prSet presAssocID="{EFD3C793-7C44-41F7-8C34-5F653AB78D51}" presName="parBackupNorm" presStyleCnt="0"/>
      <dgm:spPr/>
    </dgm:pt>
    <dgm:pt modelId="{2B1442E0-00D9-48C5-AA0C-EBBBF4887374}" type="pres">
      <dgm:prSet presAssocID="{EC763917-4722-4C18-8474-85AB926BF1E1}" presName="parSpace" presStyleCnt="0"/>
      <dgm:spPr/>
    </dgm:pt>
    <dgm:pt modelId="{2E666F6D-5799-4E3C-9D6D-E56F733B5C09}" type="pres">
      <dgm:prSet presAssocID="{48912B2B-3E39-4F52-81B4-79B57AACE6A6}" presName="parComposite" presStyleCnt="0"/>
      <dgm:spPr/>
    </dgm:pt>
    <dgm:pt modelId="{BA455CD0-E0D3-4DB2-837C-CCFC3BAA2496}" type="pres">
      <dgm:prSet presAssocID="{48912B2B-3E39-4F52-81B4-79B57AACE6A6}" presName="parBigCircle" presStyleLbl="node0" presStyleIdx="7" presStyleCnt="10"/>
      <dgm:spPr/>
    </dgm:pt>
    <dgm:pt modelId="{7BA241EA-900B-4A33-B262-B3C43685FEF2}" type="pres">
      <dgm:prSet presAssocID="{48912B2B-3E39-4F52-81B4-79B57AACE6A6}" presName="parTx" presStyleLbl="revTx" presStyleIdx="17" presStyleCnt="20" custAng="3302421"/>
      <dgm:spPr/>
      <dgm:t>
        <a:bodyPr/>
        <a:lstStyle/>
        <a:p>
          <a:endParaRPr lang="en-US"/>
        </a:p>
      </dgm:t>
    </dgm:pt>
    <dgm:pt modelId="{1D880E76-B55A-4C01-8DFB-B2728B2049FB}" type="pres">
      <dgm:prSet presAssocID="{48912B2B-3E39-4F52-81B4-79B57AACE6A6}" presName="bSpace" presStyleCnt="0"/>
      <dgm:spPr/>
    </dgm:pt>
    <dgm:pt modelId="{4F1F22F9-10DF-4E8A-8639-F3911FF96FC3}" type="pres">
      <dgm:prSet presAssocID="{48912B2B-3E39-4F52-81B4-79B57AACE6A6}" presName="parBackupNorm" presStyleCnt="0"/>
      <dgm:spPr/>
    </dgm:pt>
    <dgm:pt modelId="{1C714744-A1CC-46B8-BD4E-20CCCC2BAD1A}" type="pres">
      <dgm:prSet presAssocID="{09F9074B-30A7-4D1E-B0EB-E35A99888E82}" presName="parSpace" presStyleCnt="0"/>
      <dgm:spPr/>
    </dgm:pt>
    <dgm:pt modelId="{8AD04DE5-BE3B-4D24-B48A-26AF7DFD4821}" type="pres">
      <dgm:prSet presAssocID="{A9030798-447D-49E9-B98F-EAAA201F5374}" presName="parComposite" presStyleCnt="0"/>
      <dgm:spPr/>
    </dgm:pt>
    <dgm:pt modelId="{93F50E29-0800-44D6-B053-8E2B93E91C84}" type="pres">
      <dgm:prSet presAssocID="{A9030798-447D-49E9-B98F-EAAA201F5374}" presName="parBigCircle" presStyleLbl="node0" presStyleIdx="8" presStyleCnt="10"/>
      <dgm:spPr/>
    </dgm:pt>
    <dgm:pt modelId="{99588739-D644-4A97-8714-FE11BDEA8D14}" type="pres">
      <dgm:prSet presAssocID="{A9030798-447D-49E9-B98F-EAAA201F5374}" presName="parTx" presStyleLbl="revTx" presStyleIdx="18" presStyleCnt="20" custAng="3302421" custLinFactNeighborX="6596" custLinFactNeighborY="7753"/>
      <dgm:spPr/>
      <dgm:t>
        <a:bodyPr/>
        <a:lstStyle/>
        <a:p>
          <a:endParaRPr lang="en-US"/>
        </a:p>
      </dgm:t>
    </dgm:pt>
    <dgm:pt modelId="{88222D22-DC59-4EBE-87BC-EA760EFB81DF}" type="pres">
      <dgm:prSet presAssocID="{A9030798-447D-49E9-B98F-EAAA201F5374}" presName="bSpace" presStyleCnt="0"/>
      <dgm:spPr/>
    </dgm:pt>
    <dgm:pt modelId="{1CFBFE35-1491-403F-B3B5-856F9EE0A56D}" type="pres">
      <dgm:prSet presAssocID="{A9030798-447D-49E9-B98F-EAAA201F5374}" presName="parBackupNorm" presStyleCnt="0"/>
      <dgm:spPr/>
    </dgm:pt>
    <dgm:pt modelId="{5EEEC3CA-BD4F-47C8-BD8B-F69936222E77}" type="pres">
      <dgm:prSet presAssocID="{74E30669-1CCD-4658-A2F7-97EC660DA293}" presName="parSpace" presStyleCnt="0"/>
      <dgm:spPr/>
    </dgm:pt>
    <dgm:pt modelId="{FD73F1B7-B424-4377-A04B-6C9AFBC208EB}" type="pres">
      <dgm:prSet presAssocID="{15DE6904-0EBF-44CA-98BD-6DACCFEFA436}" presName="parComposite" presStyleCnt="0"/>
      <dgm:spPr/>
    </dgm:pt>
    <dgm:pt modelId="{5AB90374-B249-43D1-B9DB-616BDD452EB5}" type="pres">
      <dgm:prSet presAssocID="{15DE6904-0EBF-44CA-98BD-6DACCFEFA436}" presName="parBigCircle" presStyleLbl="node0" presStyleIdx="9" presStyleCnt="10"/>
      <dgm:spPr/>
    </dgm:pt>
    <dgm:pt modelId="{CECD0152-0A62-44F8-82FD-EE06F1F82B25}" type="pres">
      <dgm:prSet presAssocID="{15DE6904-0EBF-44CA-98BD-6DACCFEFA436}" presName="parTx" presStyleLbl="revTx" presStyleIdx="19" presStyleCnt="20" custAng="3302421" custLinFactNeighborX="16867" custLinFactNeighborY="-536"/>
      <dgm:spPr/>
      <dgm:t>
        <a:bodyPr/>
        <a:lstStyle/>
        <a:p>
          <a:endParaRPr lang="en-US"/>
        </a:p>
      </dgm:t>
    </dgm:pt>
    <dgm:pt modelId="{53C865D5-3F76-4137-9FFD-08222D0A3DB1}" type="pres">
      <dgm:prSet presAssocID="{15DE6904-0EBF-44CA-98BD-6DACCFEFA436}" presName="bSpace" presStyleCnt="0"/>
      <dgm:spPr/>
    </dgm:pt>
    <dgm:pt modelId="{B14C032E-1C53-4A67-8DDB-849F153E7C36}" type="pres">
      <dgm:prSet presAssocID="{15DE6904-0EBF-44CA-98BD-6DACCFEFA436}" presName="parBackupNorm" presStyleCnt="0"/>
      <dgm:spPr/>
    </dgm:pt>
    <dgm:pt modelId="{843E6B21-95F6-480D-A942-51F06BD31ECF}" type="pres">
      <dgm:prSet presAssocID="{860BDB48-003F-43B6-8865-86D4E15F1D77}" presName="parSpace" presStyleCnt="0"/>
      <dgm:spPr/>
    </dgm:pt>
  </dgm:ptLst>
  <dgm:cxnLst>
    <dgm:cxn modelId="{8246831C-F1AE-4C60-B160-A3B68F3F3AFD}" type="presOf" srcId="{15DE6904-0EBF-44CA-98BD-6DACCFEFA436}" destId="{CECD0152-0A62-44F8-82FD-EE06F1F82B25}" srcOrd="0" destOrd="0" presId="urn:microsoft.com/office/officeart/2008/layout/CircleAccentTimeline"/>
    <dgm:cxn modelId="{A85D7AC8-C92B-4405-B7CD-68E35E3BCB89}" srcId="{D334D6D7-4EEF-48DE-A801-DEF5FBED33F8}" destId="{17773A41-E5A9-4AF0-AF13-EF87A9539828}" srcOrd="0" destOrd="0" parTransId="{79310D67-8F3A-445A-A72B-435C82097D75}" sibTransId="{B46CB89B-D99B-47F5-8EE2-C96DB2A1C63A}"/>
    <dgm:cxn modelId="{0D5EC8F8-D78D-4E05-B2E8-BBA761BAB344}" srcId="{D334D6D7-4EEF-48DE-A801-DEF5FBED33F8}" destId="{08743E43-BB69-4CC1-A9BB-7E0B8F7657F2}" srcOrd="1" destOrd="0" parTransId="{12D8C8EA-8192-4873-8976-EA43A40978F3}" sibTransId="{1B9591E9-86CD-42B0-BEEC-FDEA74CCE0DD}"/>
    <dgm:cxn modelId="{2109DB77-BC1B-441C-A1DA-1A91BB641B7A}" type="presOf" srcId="{75A1AAB1-9B48-4AE0-A687-EF894E3AF240}" destId="{3EC3D42B-DDBC-458E-B90C-494A3BE1C18A}" srcOrd="0" destOrd="0" presId="urn:microsoft.com/office/officeart/2008/layout/CircleAccentTimeline"/>
    <dgm:cxn modelId="{D76FC39D-7207-49E0-B25E-9A955AE4E3D9}" type="presOf" srcId="{53F9A5BB-D21E-4925-B2FE-C0880D93DE1D}" destId="{D7CDC0AB-1554-4F5C-A1E0-9BB1414DB332}" srcOrd="0" destOrd="0" presId="urn:microsoft.com/office/officeart/2008/layout/CircleAccentTimeline"/>
    <dgm:cxn modelId="{B9CA1E31-CABA-447C-A70E-2BD7D48A7AE5}" type="presOf" srcId="{A9030798-447D-49E9-B98F-EAAA201F5374}" destId="{99588739-D644-4A97-8714-FE11BDEA8D14}" srcOrd="0" destOrd="0" presId="urn:microsoft.com/office/officeart/2008/layout/CircleAccentTimeline"/>
    <dgm:cxn modelId="{EB6F1659-6993-4EAE-89AC-E7A4FC99E0D2}" srcId="{82F73C70-8A69-4D0A-BFCF-7A9B763CDB38}" destId="{EFD3C793-7C44-41F7-8C34-5F653AB78D51}" srcOrd="6" destOrd="0" parTransId="{0DE506C5-6637-4A19-A8EA-77DA78D6879D}" sibTransId="{EC763917-4722-4C18-8474-85AB926BF1E1}"/>
    <dgm:cxn modelId="{3827D276-4AD5-4C9F-84A3-9B4B03418EEF}" type="presOf" srcId="{8600B4F7-570D-4D5D-AB3C-7DE0CC015CAF}" destId="{A4AD33DC-7EFD-4C26-A326-0F8EA0351583}" srcOrd="0" destOrd="0" presId="urn:microsoft.com/office/officeart/2008/layout/CircleAccentTimeline"/>
    <dgm:cxn modelId="{0C8B5D02-2C5C-48B7-B7B0-8C827CF3D2E2}" srcId="{82F73C70-8A69-4D0A-BFCF-7A9B763CDB38}" destId="{48912B2B-3E39-4F52-81B4-79B57AACE6A6}" srcOrd="7" destOrd="0" parTransId="{E7AFC40C-66A9-4210-869C-619820A86574}" sibTransId="{09F9074B-30A7-4D1E-B0EB-E35A99888E82}"/>
    <dgm:cxn modelId="{02137584-43D1-458F-BF1E-01A9FA1CB5AF}" type="presOf" srcId="{48912B2B-3E39-4F52-81B4-79B57AACE6A6}" destId="{7BA241EA-900B-4A33-B262-B3C43685FEF2}" srcOrd="0" destOrd="0" presId="urn:microsoft.com/office/officeart/2008/layout/CircleAccentTimeline"/>
    <dgm:cxn modelId="{9A32F7FF-673C-425B-A4CE-DBAD01FD3F1A}" srcId="{82F73C70-8A69-4D0A-BFCF-7A9B763CDB38}" destId="{F46995C3-1DDF-41CB-8891-D814235AB6B7}" srcOrd="1" destOrd="0" parTransId="{CC0A5C43-5E5D-4ED9-85DF-EA367CE1C0DC}" sibTransId="{5900818A-9A9A-4436-ACC3-33C29BB40AF7}"/>
    <dgm:cxn modelId="{4E61537A-029E-4EE6-9018-437072C36D29}" srcId="{82F73C70-8A69-4D0A-BFCF-7A9B763CDB38}" destId="{D334D6D7-4EEF-48DE-A801-DEF5FBED33F8}" srcOrd="2" destOrd="0" parTransId="{05FD57FC-D12C-4303-AD02-8411881CCF48}" sibTransId="{F9802863-E3A9-4824-AE83-4E5DC3836566}"/>
    <dgm:cxn modelId="{0C502A33-B9C7-43B8-B19E-A7B13E192482}" srcId="{82F73C70-8A69-4D0A-BFCF-7A9B763CDB38}" destId="{9CDD0A52-1A2A-4733-84B2-FC5BFD00091B}" srcOrd="5" destOrd="0" parTransId="{35F49B67-D917-4BF0-BFB6-E226218BD969}" sibTransId="{C0980A8F-8B56-470D-84EA-C99926A47EAE}"/>
    <dgm:cxn modelId="{7DD03E59-0963-4B82-94B6-4F37DFE218EE}" type="presOf" srcId="{17773A41-E5A9-4AF0-AF13-EF87A9539828}" destId="{FBD5C0CC-FEF8-4F57-80F4-6EB17BAC25D1}" srcOrd="0" destOrd="0" presId="urn:microsoft.com/office/officeart/2008/layout/CircleAccentTimeline"/>
    <dgm:cxn modelId="{51CBCCA9-6F2B-45C9-851C-3D727A9EA051}" type="presOf" srcId="{08743E43-BB69-4CC1-A9BB-7E0B8F7657F2}" destId="{DFAF5475-C078-4481-B41E-C9E0097FD311}" srcOrd="0" destOrd="0" presId="urn:microsoft.com/office/officeart/2008/layout/CircleAccentTimeline"/>
    <dgm:cxn modelId="{BCF2ECEA-59A1-4674-B993-7D2C630E5F4A}" type="presOf" srcId="{82F73C70-8A69-4D0A-BFCF-7A9B763CDB38}" destId="{CFADA152-316F-404A-AC19-BD80F9EEF338}" srcOrd="0" destOrd="0" presId="urn:microsoft.com/office/officeart/2008/layout/CircleAccentTimeline"/>
    <dgm:cxn modelId="{E535418F-EB64-4F8A-BD45-20632DCE3FAD}" type="presOf" srcId="{D334D6D7-4EEF-48DE-A801-DEF5FBED33F8}" destId="{C55DDEAC-0D70-486B-BF5F-C9F8B502FF79}" srcOrd="0" destOrd="0" presId="urn:microsoft.com/office/officeart/2008/layout/CircleAccentTimeline"/>
    <dgm:cxn modelId="{576F3347-912A-4B91-841C-590E1DECA30F}" type="presOf" srcId="{F220DD7C-A6C9-4434-AE2B-97D81327DFE8}" destId="{88374B0D-10B1-4D67-AC7D-258E3C5215CB}" srcOrd="0" destOrd="0" presId="urn:microsoft.com/office/officeart/2008/layout/CircleAccentTimeline"/>
    <dgm:cxn modelId="{EAF63207-A612-4851-969E-947FBA58DC5A}" type="presOf" srcId="{EFD3C793-7C44-41F7-8C34-5F653AB78D51}" destId="{E6D1114F-02E7-4320-8777-BA6239103486}" srcOrd="0" destOrd="0" presId="urn:microsoft.com/office/officeart/2008/layout/CircleAccentTimeline"/>
    <dgm:cxn modelId="{B47C2ACD-D933-4D56-B35E-92ACD1673566}" type="presOf" srcId="{F46995C3-1DDF-41CB-8891-D814235AB6B7}" destId="{742B794D-5BD9-465C-9E3B-4EC66027342C}" srcOrd="0" destOrd="0" presId="urn:microsoft.com/office/officeart/2008/layout/CircleAccentTimeline"/>
    <dgm:cxn modelId="{4027D0DD-A7D1-4CDD-807D-3F6CA1CA34CF}" type="presOf" srcId="{9CDD0A52-1A2A-4733-84B2-FC5BFD00091B}" destId="{1C9877C4-D41C-4AC8-9C2A-11BD8485DC03}" srcOrd="0" destOrd="0" presId="urn:microsoft.com/office/officeart/2008/layout/CircleAccentTimeline"/>
    <dgm:cxn modelId="{86E8FF85-3239-416C-AD48-9B909C23C26A}" srcId="{82F73C70-8A69-4D0A-BFCF-7A9B763CDB38}" destId="{D38B4A81-1C2A-41E6-AEE7-3F60DB6AFD2C}" srcOrd="4" destOrd="0" parTransId="{86F651A5-2483-4E1E-AD89-619F691CA360}" sibTransId="{5CEEF7E7-FEDD-4BD2-AD48-B35C68A6CB03}"/>
    <dgm:cxn modelId="{9E726524-F476-4CD0-916C-E6D649BB4CD2}" srcId="{82F73C70-8A69-4D0A-BFCF-7A9B763CDB38}" destId="{53F9A5BB-D21E-4925-B2FE-C0880D93DE1D}" srcOrd="0" destOrd="0" parTransId="{A691BF32-F0FA-4085-BBCF-CE036D39A317}" sibTransId="{982C76C6-E29D-4E29-8DA5-37BE6788FEE8}"/>
    <dgm:cxn modelId="{6D6EE08E-2069-4348-A4A2-9B7A8A3B21B0}" srcId="{8600B4F7-570D-4D5D-AB3C-7DE0CC015CAF}" destId="{E2D9D460-BBF9-4A3E-8FEC-AACEAF99193B}" srcOrd="2" destOrd="0" parTransId="{C19E97E8-41F8-4640-84C2-048B52B95A14}" sibTransId="{92801236-8D08-4971-9DBD-10ECDB07D310}"/>
    <dgm:cxn modelId="{B316FAFF-5C47-4DC0-A461-902D873C4419}" type="presOf" srcId="{E2D9D460-BBF9-4A3E-8FEC-AACEAF99193B}" destId="{F6B13402-C488-4402-AB70-7CF9FD2907E9}" srcOrd="0" destOrd="0" presId="urn:microsoft.com/office/officeart/2008/layout/CircleAccentTimeline"/>
    <dgm:cxn modelId="{A941BC1A-B84E-4937-9AE5-FF0316B6E7E4}" srcId="{8600B4F7-570D-4D5D-AB3C-7DE0CC015CAF}" destId="{75A1AAB1-9B48-4AE0-A687-EF894E3AF240}" srcOrd="1" destOrd="0" parTransId="{0EDE06DD-F533-4E45-815A-DA969A9AA147}" sibTransId="{E7CF6D66-72A3-4106-B658-78B7D919275D}"/>
    <dgm:cxn modelId="{799E7895-C69A-4644-A220-EC64A492A80C}" srcId="{82F73C70-8A69-4D0A-BFCF-7A9B763CDB38}" destId="{A9030798-447D-49E9-B98F-EAAA201F5374}" srcOrd="8" destOrd="0" parTransId="{EA0EC028-7368-4F3F-AAAD-44C82973D0A1}" sibTransId="{74E30669-1CCD-4658-A2F7-97EC660DA293}"/>
    <dgm:cxn modelId="{F8B8AB61-7662-4121-948B-27839E1FA7A6}" srcId="{8600B4F7-570D-4D5D-AB3C-7DE0CC015CAF}" destId="{F220DD7C-A6C9-4434-AE2B-97D81327DFE8}" srcOrd="0" destOrd="0" parTransId="{C432CBDB-B885-4DE2-A7DC-0920378C177D}" sibTransId="{7D166EAA-F8D6-44CB-A846-513F110BF4B2}"/>
    <dgm:cxn modelId="{281ED576-6B29-4578-BAFB-72E98025B103}" srcId="{82F73C70-8A69-4D0A-BFCF-7A9B763CDB38}" destId="{15DE6904-0EBF-44CA-98BD-6DACCFEFA436}" srcOrd="9" destOrd="0" parTransId="{70D93FFF-33F8-41DD-A961-01851CA2345C}" sibTransId="{860BDB48-003F-43B6-8865-86D4E15F1D77}"/>
    <dgm:cxn modelId="{27AF931B-A3F8-431A-A2CC-D7083A003988}" srcId="{82F73C70-8A69-4D0A-BFCF-7A9B763CDB38}" destId="{8600B4F7-570D-4D5D-AB3C-7DE0CC015CAF}" srcOrd="3" destOrd="0" parTransId="{EF2B6E7B-E951-4E21-A0B3-4CCF01853B75}" sibTransId="{6A60DD3A-6839-4849-B3B9-6ED69DE380CE}"/>
    <dgm:cxn modelId="{F53DF636-BAC8-406B-83AF-FC9F77423C4F}" type="presOf" srcId="{D38B4A81-1C2A-41E6-AEE7-3F60DB6AFD2C}" destId="{FC7A80E4-2FBE-4CA9-A3DA-A4401C35E9C7}" srcOrd="0" destOrd="0" presId="urn:microsoft.com/office/officeart/2008/layout/CircleAccentTimeline"/>
    <dgm:cxn modelId="{F9539AA2-9E1D-4AC1-8DFF-E6019CD215C5}" type="presParOf" srcId="{CFADA152-316F-404A-AC19-BD80F9EEF338}" destId="{AE2C1BE6-BF1A-442B-BAEE-53402E90D35E}" srcOrd="0" destOrd="0" presId="urn:microsoft.com/office/officeart/2008/layout/CircleAccentTimeline"/>
    <dgm:cxn modelId="{CA7B9C81-775B-477F-89DF-091356B5FEEE}" type="presParOf" srcId="{AE2C1BE6-BF1A-442B-BAEE-53402E90D35E}" destId="{71FE3A65-6E5F-40A5-8AED-9A75B2B94A89}" srcOrd="0" destOrd="0" presId="urn:microsoft.com/office/officeart/2008/layout/CircleAccentTimeline"/>
    <dgm:cxn modelId="{EF6459BB-F24A-41E0-9E81-5C05D344A864}" type="presParOf" srcId="{AE2C1BE6-BF1A-442B-BAEE-53402E90D35E}" destId="{D7CDC0AB-1554-4F5C-A1E0-9BB1414DB332}" srcOrd="1" destOrd="0" presId="urn:microsoft.com/office/officeart/2008/layout/CircleAccentTimeline"/>
    <dgm:cxn modelId="{E30A0838-CD65-4043-889A-AB04C9C44DD6}" type="presParOf" srcId="{AE2C1BE6-BF1A-442B-BAEE-53402E90D35E}" destId="{3275586A-40C4-4DAB-9168-28A222D2D5CA}" srcOrd="2" destOrd="0" presId="urn:microsoft.com/office/officeart/2008/layout/CircleAccentTimeline"/>
    <dgm:cxn modelId="{52D21EDA-1082-4997-AE88-6578C462D785}" type="presParOf" srcId="{CFADA152-316F-404A-AC19-BD80F9EEF338}" destId="{F9D7961D-E71D-46BB-AD3D-B69AE7B8ED47}" srcOrd="1" destOrd="0" presId="urn:microsoft.com/office/officeart/2008/layout/CircleAccentTimeline"/>
    <dgm:cxn modelId="{39F55593-4879-450D-AD0F-CE3F4D49EB52}" type="presParOf" srcId="{CFADA152-316F-404A-AC19-BD80F9EEF338}" destId="{DB51BE03-9D93-4149-99B5-FDC9231CD6D0}" srcOrd="2" destOrd="0" presId="urn:microsoft.com/office/officeart/2008/layout/CircleAccentTimeline"/>
    <dgm:cxn modelId="{DD3EB84A-7231-4A57-A0FE-EBF88D3B7D22}" type="presParOf" srcId="{CFADA152-316F-404A-AC19-BD80F9EEF338}" destId="{FAC4D014-6E9E-4D55-A85A-DEB92BFD50C0}" srcOrd="3" destOrd="0" presId="urn:microsoft.com/office/officeart/2008/layout/CircleAccentTimeline"/>
    <dgm:cxn modelId="{F177989F-7765-4D49-8FEB-5F5F7698C49B}" type="presParOf" srcId="{FAC4D014-6E9E-4D55-A85A-DEB92BFD50C0}" destId="{84A5A4C4-C183-4393-AFCA-DF94787FBA6C}" srcOrd="0" destOrd="0" presId="urn:microsoft.com/office/officeart/2008/layout/CircleAccentTimeline"/>
    <dgm:cxn modelId="{B26E43AD-80F8-4392-8F67-DB83A0D462E2}" type="presParOf" srcId="{FAC4D014-6E9E-4D55-A85A-DEB92BFD50C0}" destId="{742B794D-5BD9-465C-9E3B-4EC66027342C}" srcOrd="1" destOrd="0" presId="urn:microsoft.com/office/officeart/2008/layout/CircleAccentTimeline"/>
    <dgm:cxn modelId="{8640E5FE-2688-42A2-968F-ACB138B11FD7}" type="presParOf" srcId="{FAC4D014-6E9E-4D55-A85A-DEB92BFD50C0}" destId="{964BAAE0-1D3A-4E7F-8D85-4C34ADEA0922}" srcOrd="2" destOrd="0" presId="urn:microsoft.com/office/officeart/2008/layout/CircleAccentTimeline"/>
    <dgm:cxn modelId="{23ECD536-3000-428D-BFFE-8CD45D15F6A8}" type="presParOf" srcId="{CFADA152-316F-404A-AC19-BD80F9EEF338}" destId="{CC4B0093-07B6-4922-9945-2820B15F46D4}" srcOrd="4" destOrd="0" presId="urn:microsoft.com/office/officeart/2008/layout/CircleAccentTimeline"/>
    <dgm:cxn modelId="{7007241B-14DD-41A7-845B-F34AA280FAA5}" type="presParOf" srcId="{CFADA152-316F-404A-AC19-BD80F9EEF338}" destId="{65EAC899-292B-47B6-A2D5-406E87CCA945}" srcOrd="5" destOrd="0" presId="urn:microsoft.com/office/officeart/2008/layout/CircleAccentTimeline"/>
    <dgm:cxn modelId="{04CCFF50-308E-4BF3-91E1-B65E6C95F224}" type="presParOf" srcId="{CFADA152-316F-404A-AC19-BD80F9EEF338}" destId="{CC00BE3C-7037-4789-B678-6D7075F691EA}" srcOrd="6" destOrd="0" presId="urn:microsoft.com/office/officeart/2008/layout/CircleAccentTimeline"/>
    <dgm:cxn modelId="{D8095253-E234-410D-8D27-15F6EDC8D8CA}" type="presParOf" srcId="{CC00BE3C-7037-4789-B678-6D7075F691EA}" destId="{9E3B004E-35A9-4865-8550-8C0BD476042B}" srcOrd="0" destOrd="0" presId="urn:microsoft.com/office/officeart/2008/layout/CircleAccentTimeline"/>
    <dgm:cxn modelId="{FF15F9DD-2600-40E8-B261-A0F4C75A5CFA}" type="presParOf" srcId="{CC00BE3C-7037-4789-B678-6D7075F691EA}" destId="{C55DDEAC-0D70-486B-BF5F-C9F8B502FF79}" srcOrd="1" destOrd="0" presId="urn:microsoft.com/office/officeart/2008/layout/CircleAccentTimeline"/>
    <dgm:cxn modelId="{C9F3EDF3-BC19-4D1D-B10A-1515FD268A5C}" type="presParOf" srcId="{CC00BE3C-7037-4789-B678-6D7075F691EA}" destId="{92E1F0FF-98ED-4CB6-B022-378CF1623DDC}" srcOrd="2" destOrd="0" presId="urn:microsoft.com/office/officeart/2008/layout/CircleAccentTimeline"/>
    <dgm:cxn modelId="{1B289DFB-668F-4071-A9B6-A20FB7060F6E}" type="presParOf" srcId="{CFADA152-316F-404A-AC19-BD80F9EEF338}" destId="{E6B18248-726A-4549-AB4B-1E63E29F21C0}" srcOrd="7" destOrd="0" presId="urn:microsoft.com/office/officeart/2008/layout/CircleAccentTimeline"/>
    <dgm:cxn modelId="{D232E7D0-F207-4722-A7BA-2B0923A2FA52}" type="presParOf" srcId="{CFADA152-316F-404A-AC19-BD80F9EEF338}" destId="{32D4F2E5-1C0A-45C7-B45D-EF0CF36B71BF}" srcOrd="8" destOrd="0" presId="urn:microsoft.com/office/officeart/2008/layout/CircleAccentTimeline"/>
    <dgm:cxn modelId="{75B39538-CE28-448F-89E8-08923BCB4300}" type="presParOf" srcId="{CFADA152-316F-404A-AC19-BD80F9EEF338}" destId="{80145956-13D0-4DFC-A7C2-F786C46074F6}" srcOrd="9" destOrd="0" presId="urn:microsoft.com/office/officeart/2008/layout/CircleAccentTimeline"/>
    <dgm:cxn modelId="{F3F4B346-3CB9-47A8-9C36-D49C1647F623}" type="presParOf" srcId="{CFADA152-316F-404A-AC19-BD80F9EEF338}" destId="{6CB72F96-3E4D-4B0F-8036-BCF9AFBC346F}" srcOrd="10" destOrd="0" presId="urn:microsoft.com/office/officeart/2008/layout/CircleAccentTimeline"/>
    <dgm:cxn modelId="{BE72FBB1-84EF-4F37-BA21-40502556426B}" type="presParOf" srcId="{6CB72F96-3E4D-4B0F-8036-BCF9AFBC346F}" destId="{585003BC-3A84-4428-AADC-9AAC276641CF}" srcOrd="0" destOrd="0" presId="urn:microsoft.com/office/officeart/2008/layout/CircleAccentTimeline"/>
    <dgm:cxn modelId="{7C07CDBE-5198-4054-8B8A-259D303E0FED}" type="presParOf" srcId="{6CB72F96-3E4D-4B0F-8036-BCF9AFBC346F}" destId="{FBD5C0CC-FEF8-4F57-80F4-6EB17BAC25D1}" srcOrd="1" destOrd="0" presId="urn:microsoft.com/office/officeart/2008/layout/CircleAccentTimeline"/>
    <dgm:cxn modelId="{BC42116B-4616-4E21-AE67-623619E04131}" type="presParOf" srcId="{6CB72F96-3E4D-4B0F-8036-BCF9AFBC346F}" destId="{C590895A-53CE-4E68-86E8-ECEDCCD3C5FB}" srcOrd="2" destOrd="0" presId="urn:microsoft.com/office/officeart/2008/layout/CircleAccentTimeline"/>
    <dgm:cxn modelId="{5AA7A1EE-B77C-4A66-ADEF-5B3314F1319E}" type="presParOf" srcId="{CFADA152-316F-404A-AC19-BD80F9EEF338}" destId="{4B9D60DB-942A-4A3D-B9FC-6C49EC932BAA}" srcOrd="11" destOrd="0" presId="urn:microsoft.com/office/officeart/2008/layout/CircleAccentTimeline"/>
    <dgm:cxn modelId="{C98FF3EF-83BD-4910-9F82-D351EF24BE69}" type="presParOf" srcId="{CFADA152-316F-404A-AC19-BD80F9EEF338}" destId="{A1CD9F2F-C093-4209-AF20-52729DDB64FD}" srcOrd="12" destOrd="0" presId="urn:microsoft.com/office/officeart/2008/layout/CircleAccentTimeline"/>
    <dgm:cxn modelId="{D7DD4BF9-0838-4964-822B-025BABD36E59}" type="presParOf" srcId="{CFADA152-316F-404A-AC19-BD80F9EEF338}" destId="{01B1CE17-7B13-48C1-B038-F9A36FDCBFA6}" srcOrd="13" destOrd="0" presId="urn:microsoft.com/office/officeart/2008/layout/CircleAccentTimeline"/>
    <dgm:cxn modelId="{AAD6E52E-636F-4A75-964C-277B1D8183DF}" type="presParOf" srcId="{CFADA152-316F-404A-AC19-BD80F9EEF338}" destId="{3CBC32FF-504A-4EB0-BBC1-EEA586AB9F33}" srcOrd="14" destOrd="0" presId="urn:microsoft.com/office/officeart/2008/layout/CircleAccentTimeline"/>
    <dgm:cxn modelId="{61614E65-C92F-4D5B-A2DE-19550A61CD4F}" type="presParOf" srcId="{3CBC32FF-504A-4EB0-BBC1-EEA586AB9F33}" destId="{8ED49B2A-857C-42F2-A722-B0649184C06D}" srcOrd="0" destOrd="0" presId="urn:microsoft.com/office/officeart/2008/layout/CircleAccentTimeline"/>
    <dgm:cxn modelId="{42AE45BD-5D41-46BF-A33E-A8DB4C1A0F99}" type="presParOf" srcId="{3CBC32FF-504A-4EB0-BBC1-EEA586AB9F33}" destId="{DFAF5475-C078-4481-B41E-C9E0097FD311}" srcOrd="1" destOrd="0" presId="urn:microsoft.com/office/officeart/2008/layout/CircleAccentTimeline"/>
    <dgm:cxn modelId="{20BE2B6C-62CE-4014-857E-AC58AE286454}" type="presParOf" srcId="{3CBC32FF-504A-4EB0-BBC1-EEA586AB9F33}" destId="{B1DE5CF2-74B4-4404-941D-E37437406306}" srcOrd="2" destOrd="0" presId="urn:microsoft.com/office/officeart/2008/layout/CircleAccentTimeline"/>
    <dgm:cxn modelId="{ADAF93D9-B252-4121-AAAF-1F2BD9CD2800}" type="presParOf" srcId="{CFADA152-316F-404A-AC19-BD80F9EEF338}" destId="{8A2645F4-C510-476F-BA4A-67307C45428D}" srcOrd="15" destOrd="0" presId="urn:microsoft.com/office/officeart/2008/layout/CircleAccentTimeline"/>
    <dgm:cxn modelId="{2A0CEF4E-5D7B-4563-AF52-A6BCB246E016}" type="presParOf" srcId="{CFADA152-316F-404A-AC19-BD80F9EEF338}" destId="{161CB104-1D3B-40AD-81BC-03F006FABDE5}" srcOrd="16" destOrd="0" presId="urn:microsoft.com/office/officeart/2008/layout/CircleAccentTimeline"/>
    <dgm:cxn modelId="{EEAC44F9-3B72-44C9-8460-BAEE41198D8B}" type="presParOf" srcId="{CFADA152-316F-404A-AC19-BD80F9EEF338}" destId="{67E43BD5-C0BD-4531-8BF5-81DD506F0304}" srcOrd="17" destOrd="0" presId="urn:microsoft.com/office/officeart/2008/layout/CircleAccentTimeline"/>
    <dgm:cxn modelId="{5CD5BFDF-EBB6-4934-BE8C-0F42E52232E8}" type="presParOf" srcId="{67E43BD5-C0BD-4531-8BF5-81DD506F0304}" destId="{867A1155-E6EB-4BFE-9760-729DBDCDA78D}" srcOrd="0" destOrd="0" presId="urn:microsoft.com/office/officeart/2008/layout/CircleAccentTimeline"/>
    <dgm:cxn modelId="{77526CD5-BFB9-41AA-AA90-EC2155D49F52}" type="presParOf" srcId="{67E43BD5-C0BD-4531-8BF5-81DD506F0304}" destId="{A4AD33DC-7EFD-4C26-A326-0F8EA0351583}" srcOrd="1" destOrd="0" presId="urn:microsoft.com/office/officeart/2008/layout/CircleAccentTimeline"/>
    <dgm:cxn modelId="{27B2D662-18AA-45C3-BC9D-BA03CE761FDA}" type="presParOf" srcId="{67E43BD5-C0BD-4531-8BF5-81DD506F0304}" destId="{C8062BB2-AD0F-44F3-AAFC-487A283AD430}" srcOrd="2" destOrd="0" presId="urn:microsoft.com/office/officeart/2008/layout/CircleAccentTimeline"/>
    <dgm:cxn modelId="{25E739D5-37A2-45F4-99CA-2D80E41DBD60}" type="presParOf" srcId="{CFADA152-316F-404A-AC19-BD80F9EEF338}" destId="{66C0AA21-A8E3-496B-AC82-9B6BB186D223}" srcOrd="18" destOrd="0" presId="urn:microsoft.com/office/officeart/2008/layout/CircleAccentTimeline"/>
    <dgm:cxn modelId="{EA819516-156B-4A90-88A0-C5B17D4E86BD}" type="presParOf" srcId="{CFADA152-316F-404A-AC19-BD80F9EEF338}" destId="{17871A8B-DC69-4244-94E7-18F6B1715B0E}" srcOrd="19" destOrd="0" presId="urn:microsoft.com/office/officeart/2008/layout/CircleAccentTimeline"/>
    <dgm:cxn modelId="{371EA205-E7CC-445C-AC1B-B48550A623A1}" type="presParOf" srcId="{CFADA152-316F-404A-AC19-BD80F9EEF338}" destId="{148AD88E-3D06-4541-8C68-4BDB33ABF2B9}" srcOrd="20" destOrd="0" presId="urn:microsoft.com/office/officeart/2008/layout/CircleAccentTimeline"/>
    <dgm:cxn modelId="{9F42CAB8-A94A-409A-8CD6-CE40992B5198}" type="presParOf" srcId="{CFADA152-316F-404A-AC19-BD80F9EEF338}" destId="{DC3367AA-9517-49E5-A0D5-D2A619EF1EB1}" srcOrd="21" destOrd="0" presId="urn:microsoft.com/office/officeart/2008/layout/CircleAccentTimeline"/>
    <dgm:cxn modelId="{FDD113AC-5FD1-4620-8036-04D3E9B8E6CB}" type="presParOf" srcId="{DC3367AA-9517-49E5-A0D5-D2A619EF1EB1}" destId="{35F435DC-78FE-445D-97AC-F337EDB68A3A}" srcOrd="0" destOrd="0" presId="urn:microsoft.com/office/officeart/2008/layout/CircleAccentTimeline"/>
    <dgm:cxn modelId="{F70E9F40-A160-4955-A067-BFC9DC3EC999}" type="presParOf" srcId="{DC3367AA-9517-49E5-A0D5-D2A619EF1EB1}" destId="{88374B0D-10B1-4D67-AC7D-258E3C5215CB}" srcOrd="1" destOrd="0" presId="urn:microsoft.com/office/officeart/2008/layout/CircleAccentTimeline"/>
    <dgm:cxn modelId="{1F4E27F1-6413-4BD7-A744-9D9CA51D3240}" type="presParOf" srcId="{DC3367AA-9517-49E5-A0D5-D2A619EF1EB1}" destId="{2A4EC87E-5FAA-46BC-BDCF-BA1B9B9DD2AC}" srcOrd="2" destOrd="0" presId="urn:microsoft.com/office/officeart/2008/layout/CircleAccentTimeline"/>
    <dgm:cxn modelId="{9064FD92-077B-44B1-AB30-90714D4D27C3}" type="presParOf" srcId="{CFADA152-316F-404A-AC19-BD80F9EEF338}" destId="{54280A25-9A1E-40A2-99BE-2E558EBA5691}" srcOrd="22" destOrd="0" presId="urn:microsoft.com/office/officeart/2008/layout/CircleAccentTimeline"/>
    <dgm:cxn modelId="{73A3F149-5EAD-471D-AD04-64EDE01838ED}" type="presParOf" srcId="{CFADA152-316F-404A-AC19-BD80F9EEF338}" destId="{7E0829FC-2DA9-4327-9BD7-07B71E39F050}" srcOrd="23" destOrd="0" presId="urn:microsoft.com/office/officeart/2008/layout/CircleAccentTimeline"/>
    <dgm:cxn modelId="{B8CE9C20-B0C4-418E-BAE6-97B8B17974CD}" type="presParOf" srcId="{CFADA152-316F-404A-AC19-BD80F9EEF338}" destId="{8838A8C6-7D41-4A3C-9063-EB1A3DC42A41}" srcOrd="24" destOrd="0" presId="urn:microsoft.com/office/officeart/2008/layout/CircleAccentTimeline"/>
    <dgm:cxn modelId="{A499AED9-1DCF-4EF8-AADA-EF3D9F5B8516}" type="presParOf" srcId="{CFADA152-316F-404A-AC19-BD80F9EEF338}" destId="{DF44E263-4E62-46E3-B2ED-C0A7A111C709}" srcOrd="25" destOrd="0" presId="urn:microsoft.com/office/officeart/2008/layout/CircleAccentTimeline"/>
    <dgm:cxn modelId="{D9C28FE5-F4D8-4CE7-90F1-DB34B50A48AD}" type="presParOf" srcId="{DF44E263-4E62-46E3-B2ED-C0A7A111C709}" destId="{F1B6A531-F8FA-4B5D-A69C-E5349BD560F7}" srcOrd="0" destOrd="0" presId="urn:microsoft.com/office/officeart/2008/layout/CircleAccentTimeline"/>
    <dgm:cxn modelId="{B837D4A8-59C6-4B72-A136-A265B40339BC}" type="presParOf" srcId="{DF44E263-4E62-46E3-B2ED-C0A7A111C709}" destId="{3EC3D42B-DDBC-458E-B90C-494A3BE1C18A}" srcOrd="1" destOrd="0" presId="urn:microsoft.com/office/officeart/2008/layout/CircleAccentTimeline"/>
    <dgm:cxn modelId="{80D2A31B-943A-4E99-98AB-EFA26E787169}" type="presParOf" srcId="{DF44E263-4E62-46E3-B2ED-C0A7A111C709}" destId="{388EF94C-E1F0-4B80-AE09-858AEE33F204}" srcOrd="2" destOrd="0" presId="urn:microsoft.com/office/officeart/2008/layout/CircleAccentTimeline"/>
    <dgm:cxn modelId="{C72AC093-F093-411E-ABDC-1FC93BD0B3C0}" type="presParOf" srcId="{CFADA152-316F-404A-AC19-BD80F9EEF338}" destId="{96B326A0-0CA3-437C-809C-3AC9A3814E0C}" srcOrd="26" destOrd="0" presId="urn:microsoft.com/office/officeart/2008/layout/CircleAccentTimeline"/>
    <dgm:cxn modelId="{B4077CCD-36EC-4703-AFE4-9691FC077F1D}" type="presParOf" srcId="{CFADA152-316F-404A-AC19-BD80F9EEF338}" destId="{BA4F9C8D-3D65-44F8-96AF-AC877757B874}" srcOrd="27" destOrd="0" presId="urn:microsoft.com/office/officeart/2008/layout/CircleAccentTimeline"/>
    <dgm:cxn modelId="{1F8FD29F-D6F9-401A-B529-A73F4236A5A3}" type="presParOf" srcId="{CFADA152-316F-404A-AC19-BD80F9EEF338}" destId="{209EE03F-722F-44E6-9D28-BFFDD1A1ED23}" srcOrd="28" destOrd="0" presId="urn:microsoft.com/office/officeart/2008/layout/CircleAccentTimeline"/>
    <dgm:cxn modelId="{2BAB8F4D-7D6A-415C-891C-716F1DCE74B0}" type="presParOf" srcId="{CFADA152-316F-404A-AC19-BD80F9EEF338}" destId="{F968747D-4813-4872-BE49-DE44AAFEDFBE}" srcOrd="29" destOrd="0" presId="urn:microsoft.com/office/officeart/2008/layout/CircleAccentTimeline"/>
    <dgm:cxn modelId="{37790D8C-85AC-49CE-87FF-7200E02FDB51}" type="presParOf" srcId="{F968747D-4813-4872-BE49-DE44AAFEDFBE}" destId="{6CE9B5C5-8C47-4369-BA38-AA6B74B1896D}" srcOrd="0" destOrd="0" presId="urn:microsoft.com/office/officeart/2008/layout/CircleAccentTimeline"/>
    <dgm:cxn modelId="{1524FA04-4CDC-460B-A521-1F45FD90C935}" type="presParOf" srcId="{F968747D-4813-4872-BE49-DE44AAFEDFBE}" destId="{F6B13402-C488-4402-AB70-7CF9FD2907E9}" srcOrd="1" destOrd="0" presId="urn:microsoft.com/office/officeart/2008/layout/CircleAccentTimeline"/>
    <dgm:cxn modelId="{50D772B0-5309-4FED-8D9A-B69916D9D6D6}" type="presParOf" srcId="{F968747D-4813-4872-BE49-DE44AAFEDFBE}" destId="{388AAD68-3BAE-4F68-B118-14570D9B15B3}" srcOrd="2" destOrd="0" presId="urn:microsoft.com/office/officeart/2008/layout/CircleAccentTimeline"/>
    <dgm:cxn modelId="{D689C917-EF7A-4E25-BB49-40A9DB6DF039}" type="presParOf" srcId="{CFADA152-316F-404A-AC19-BD80F9EEF338}" destId="{BF66695D-B3C8-4C13-9B5F-7F11AAF95E06}" srcOrd="30" destOrd="0" presId="urn:microsoft.com/office/officeart/2008/layout/CircleAccentTimeline"/>
    <dgm:cxn modelId="{2A5A1E56-5466-47E4-AE66-E06CC101F851}" type="presParOf" srcId="{CFADA152-316F-404A-AC19-BD80F9EEF338}" destId="{A3CE8E1C-61F1-4C7C-A46E-092371565938}" srcOrd="31" destOrd="0" presId="urn:microsoft.com/office/officeart/2008/layout/CircleAccentTimeline"/>
    <dgm:cxn modelId="{734EE1D6-5AE1-4663-BD82-0FEBCEC8D847}" type="presParOf" srcId="{CFADA152-316F-404A-AC19-BD80F9EEF338}" destId="{AD5B0E30-56B7-4967-B099-72C576B1CDF1}" srcOrd="32" destOrd="0" presId="urn:microsoft.com/office/officeart/2008/layout/CircleAccentTimeline"/>
    <dgm:cxn modelId="{710F1D8D-B294-4197-9CE9-9C8709C4FF01}" type="presParOf" srcId="{AD5B0E30-56B7-4967-B099-72C576B1CDF1}" destId="{BBE01B03-3067-44E8-BC8C-3ABA9AA57D30}" srcOrd="0" destOrd="0" presId="urn:microsoft.com/office/officeart/2008/layout/CircleAccentTimeline"/>
    <dgm:cxn modelId="{4263226E-8D6E-49B7-AD64-C9FC737F73AF}" type="presParOf" srcId="{AD5B0E30-56B7-4967-B099-72C576B1CDF1}" destId="{FC7A80E4-2FBE-4CA9-A3DA-A4401C35E9C7}" srcOrd="1" destOrd="0" presId="urn:microsoft.com/office/officeart/2008/layout/CircleAccentTimeline"/>
    <dgm:cxn modelId="{8568E987-F589-4092-8918-C189F509A449}" type="presParOf" srcId="{AD5B0E30-56B7-4967-B099-72C576B1CDF1}" destId="{C520198C-6F85-4826-9D52-4A36A72D1109}" srcOrd="2" destOrd="0" presId="urn:microsoft.com/office/officeart/2008/layout/CircleAccentTimeline"/>
    <dgm:cxn modelId="{EFAF0231-CA88-4DF2-BD28-B0E165C60AAC}" type="presParOf" srcId="{CFADA152-316F-404A-AC19-BD80F9EEF338}" destId="{6ED2660D-C5B9-4F43-BED1-BD4F3CA8EEE2}" srcOrd="33" destOrd="0" presId="urn:microsoft.com/office/officeart/2008/layout/CircleAccentTimeline"/>
    <dgm:cxn modelId="{5957473D-FD19-4E85-8083-BB2DBA26E18A}" type="presParOf" srcId="{CFADA152-316F-404A-AC19-BD80F9EEF338}" destId="{8EF3DD90-F487-4D6F-883A-2CCADA6274A8}" srcOrd="34" destOrd="0" presId="urn:microsoft.com/office/officeart/2008/layout/CircleAccentTimeline"/>
    <dgm:cxn modelId="{83E44ED3-A637-4FFA-A3D1-8921F581D9F1}" type="presParOf" srcId="{CFADA152-316F-404A-AC19-BD80F9EEF338}" destId="{B2D27657-82C4-4D8D-878F-8B96F79E5B5A}" srcOrd="35" destOrd="0" presId="urn:microsoft.com/office/officeart/2008/layout/CircleAccentTimeline"/>
    <dgm:cxn modelId="{014309E8-A234-4C6C-BB64-045E13EDC8E4}" type="presParOf" srcId="{B2D27657-82C4-4D8D-878F-8B96F79E5B5A}" destId="{94757929-B6EA-44A5-9B32-980A85E69318}" srcOrd="0" destOrd="0" presId="urn:microsoft.com/office/officeart/2008/layout/CircleAccentTimeline"/>
    <dgm:cxn modelId="{A93F2890-B489-468B-9D23-0AE980F1E552}" type="presParOf" srcId="{B2D27657-82C4-4D8D-878F-8B96F79E5B5A}" destId="{1C9877C4-D41C-4AC8-9C2A-11BD8485DC03}" srcOrd="1" destOrd="0" presId="urn:microsoft.com/office/officeart/2008/layout/CircleAccentTimeline"/>
    <dgm:cxn modelId="{33A2A4E1-0846-45F2-AF27-47A08950BF24}" type="presParOf" srcId="{B2D27657-82C4-4D8D-878F-8B96F79E5B5A}" destId="{69A8C009-6DEB-4A1D-947F-7075EFCA4898}" srcOrd="2" destOrd="0" presId="urn:microsoft.com/office/officeart/2008/layout/CircleAccentTimeline"/>
    <dgm:cxn modelId="{1F0D21EF-FAE7-4AE9-877C-3B374770FEA0}" type="presParOf" srcId="{CFADA152-316F-404A-AC19-BD80F9EEF338}" destId="{584751D6-845C-49F7-9284-9C180C312EBC}" srcOrd="36" destOrd="0" presId="urn:microsoft.com/office/officeart/2008/layout/CircleAccentTimeline"/>
    <dgm:cxn modelId="{741CC7E6-65F9-428B-8DCA-E9D2C3656971}" type="presParOf" srcId="{CFADA152-316F-404A-AC19-BD80F9EEF338}" destId="{043AD567-5F54-4CB7-8B63-A1CE25C74C67}" srcOrd="37" destOrd="0" presId="urn:microsoft.com/office/officeart/2008/layout/CircleAccentTimeline"/>
    <dgm:cxn modelId="{37C93E9E-9E28-4BD8-A9F9-C13D329F6A56}" type="presParOf" srcId="{CFADA152-316F-404A-AC19-BD80F9EEF338}" destId="{7B97F1BF-9C44-458C-AA6F-0F4D21BDE237}" srcOrd="38" destOrd="0" presId="urn:microsoft.com/office/officeart/2008/layout/CircleAccentTimeline"/>
    <dgm:cxn modelId="{8DBB5D51-6824-426B-BE34-9F3684D69D5F}" type="presParOf" srcId="{7B97F1BF-9C44-458C-AA6F-0F4D21BDE237}" destId="{FEC46E41-5D84-4AEF-A236-35DA0C8B1862}" srcOrd="0" destOrd="0" presId="urn:microsoft.com/office/officeart/2008/layout/CircleAccentTimeline"/>
    <dgm:cxn modelId="{7953BE5A-4B78-4570-942B-EC6842D05976}" type="presParOf" srcId="{7B97F1BF-9C44-458C-AA6F-0F4D21BDE237}" destId="{E6D1114F-02E7-4320-8777-BA6239103486}" srcOrd="1" destOrd="0" presId="urn:microsoft.com/office/officeart/2008/layout/CircleAccentTimeline"/>
    <dgm:cxn modelId="{0367BB47-8DB9-4583-837A-34C518D975F3}" type="presParOf" srcId="{7B97F1BF-9C44-458C-AA6F-0F4D21BDE237}" destId="{4D7448F1-C02A-4190-846F-21FA84A892E2}" srcOrd="2" destOrd="0" presId="urn:microsoft.com/office/officeart/2008/layout/CircleAccentTimeline"/>
    <dgm:cxn modelId="{6DB98DCF-30E3-4F6D-88AB-ACB9631EF35F}" type="presParOf" srcId="{CFADA152-316F-404A-AC19-BD80F9EEF338}" destId="{E9693317-8159-430D-BD33-66C0CF9393A0}" srcOrd="39" destOrd="0" presId="urn:microsoft.com/office/officeart/2008/layout/CircleAccentTimeline"/>
    <dgm:cxn modelId="{179B289A-FC33-476E-A430-172EB7549BAE}" type="presParOf" srcId="{CFADA152-316F-404A-AC19-BD80F9EEF338}" destId="{2B1442E0-00D9-48C5-AA0C-EBBBF4887374}" srcOrd="40" destOrd="0" presId="urn:microsoft.com/office/officeart/2008/layout/CircleAccentTimeline"/>
    <dgm:cxn modelId="{4DAD3BB9-8FCD-41F8-A989-3AA1D08B9086}" type="presParOf" srcId="{CFADA152-316F-404A-AC19-BD80F9EEF338}" destId="{2E666F6D-5799-4E3C-9D6D-E56F733B5C09}" srcOrd="41" destOrd="0" presId="urn:microsoft.com/office/officeart/2008/layout/CircleAccentTimeline"/>
    <dgm:cxn modelId="{D08FF835-4D90-475C-BC6F-4361C803AE09}" type="presParOf" srcId="{2E666F6D-5799-4E3C-9D6D-E56F733B5C09}" destId="{BA455CD0-E0D3-4DB2-837C-CCFC3BAA2496}" srcOrd="0" destOrd="0" presId="urn:microsoft.com/office/officeart/2008/layout/CircleAccentTimeline"/>
    <dgm:cxn modelId="{796B60BC-2652-4FB6-A309-CD712BA2FFEE}" type="presParOf" srcId="{2E666F6D-5799-4E3C-9D6D-E56F733B5C09}" destId="{7BA241EA-900B-4A33-B262-B3C43685FEF2}" srcOrd="1" destOrd="0" presId="urn:microsoft.com/office/officeart/2008/layout/CircleAccentTimeline"/>
    <dgm:cxn modelId="{813D488A-EAE5-4F5A-ABDE-9B3D31DAB69E}" type="presParOf" srcId="{2E666F6D-5799-4E3C-9D6D-E56F733B5C09}" destId="{1D880E76-B55A-4C01-8DFB-B2728B2049FB}" srcOrd="2" destOrd="0" presId="urn:microsoft.com/office/officeart/2008/layout/CircleAccentTimeline"/>
    <dgm:cxn modelId="{668AF009-7879-4D63-BF52-A43E83D019FE}" type="presParOf" srcId="{CFADA152-316F-404A-AC19-BD80F9EEF338}" destId="{4F1F22F9-10DF-4E8A-8639-F3911FF96FC3}" srcOrd="42" destOrd="0" presId="urn:microsoft.com/office/officeart/2008/layout/CircleAccentTimeline"/>
    <dgm:cxn modelId="{C51B331C-796E-49E4-BDAA-E3B057EB7F13}" type="presParOf" srcId="{CFADA152-316F-404A-AC19-BD80F9EEF338}" destId="{1C714744-A1CC-46B8-BD4E-20CCCC2BAD1A}" srcOrd="43" destOrd="0" presId="urn:microsoft.com/office/officeart/2008/layout/CircleAccentTimeline"/>
    <dgm:cxn modelId="{E839C2A9-D412-4976-A2AB-A7A6791BD859}" type="presParOf" srcId="{CFADA152-316F-404A-AC19-BD80F9EEF338}" destId="{8AD04DE5-BE3B-4D24-B48A-26AF7DFD4821}" srcOrd="44" destOrd="0" presId="urn:microsoft.com/office/officeart/2008/layout/CircleAccentTimeline"/>
    <dgm:cxn modelId="{E5533621-E45A-4275-8F7D-3E1374970F11}" type="presParOf" srcId="{8AD04DE5-BE3B-4D24-B48A-26AF7DFD4821}" destId="{93F50E29-0800-44D6-B053-8E2B93E91C84}" srcOrd="0" destOrd="0" presId="urn:microsoft.com/office/officeart/2008/layout/CircleAccentTimeline"/>
    <dgm:cxn modelId="{C6006129-9349-471E-ACFD-85526AF229EC}" type="presParOf" srcId="{8AD04DE5-BE3B-4D24-B48A-26AF7DFD4821}" destId="{99588739-D644-4A97-8714-FE11BDEA8D14}" srcOrd="1" destOrd="0" presId="urn:microsoft.com/office/officeart/2008/layout/CircleAccentTimeline"/>
    <dgm:cxn modelId="{0FB41EF3-FA5A-48CF-B939-5952BE4AB661}" type="presParOf" srcId="{8AD04DE5-BE3B-4D24-B48A-26AF7DFD4821}" destId="{88222D22-DC59-4EBE-87BC-EA760EFB81DF}" srcOrd="2" destOrd="0" presId="urn:microsoft.com/office/officeart/2008/layout/CircleAccentTimeline"/>
    <dgm:cxn modelId="{7350E396-C87F-4405-AE14-DEBB0DA1126A}" type="presParOf" srcId="{CFADA152-316F-404A-AC19-BD80F9EEF338}" destId="{1CFBFE35-1491-403F-B3B5-856F9EE0A56D}" srcOrd="45" destOrd="0" presId="urn:microsoft.com/office/officeart/2008/layout/CircleAccentTimeline"/>
    <dgm:cxn modelId="{8A066DCF-3ADD-4025-AD64-57A58D878337}" type="presParOf" srcId="{CFADA152-316F-404A-AC19-BD80F9EEF338}" destId="{5EEEC3CA-BD4F-47C8-BD8B-F69936222E77}" srcOrd="46" destOrd="0" presId="urn:microsoft.com/office/officeart/2008/layout/CircleAccentTimeline"/>
    <dgm:cxn modelId="{88311CAB-F473-459A-9377-AA7E558C3ECB}" type="presParOf" srcId="{CFADA152-316F-404A-AC19-BD80F9EEF338}" destId="{FD73F1B7-B424-4377-A04B-6C9AFBC208EB}" srcOrd="47" destOrd="0" presId="urn:microsoft.com/office/officeart/2008/layout/CircleAccentTimeline"/>
    <dgm:cxn modelId="{0F1D0DEC-3B2C-4744-90E4-8ADADC7E377C}" type="presParOf" srcId="{FD73F1B7-B424-4377-A04B-6C9AFBC208EB}" destId="{5AB90374-B249-43D1-B9DB-616BDD452EB5}" srcOrd="0" destOrd="0" presId="urn:microsoft.com/office/officeart/2008/layout/CircleAccentTimeline"/>
    <dgm:cxn modelId="{903A80A1-11FF-441A-AD01-8CB892B8DA34}" type="presParOf" srcId="{FD73F1B7-B424-4377-A04B-6C9AFBC208EB}" destId="{CECD0152-0A62-44F8-82FD-EE06F1F82B25}" srcOrd="1" destOrd="0" presId="urn:microsoft.com/office/officeart/2008/layout/CircleAccentTimeline"/>
    <dgm:cxn modelId="{A244E2D2-2563-48C7-B490-D9B4058630B6}" type="presParOf" srcId="{FD73F1B7-B424-4377-A04B-6C9AFBC208EB}" destId="{53C865D5-3F76-4137-9FFD-08222D0A3DB1}" srcOrd="2" destOrd="0" presId="urn:microsoft.com/office/officeart/2008/layout/CircleAccentTimeline"/>
    <dgm:cxn modelId="{D313AB5B-13C0-46CA-8FD8-4C6CE7FB247F}" type="presParOf" srcId="{CFADA152-316F-404A-AC19-BD80F9EEF338}" destId="{B14C032E-1C53-4A67-8DDB-849F153E7C36}" srcOrd="48" destOrd="0" presId="urn:microsoft.com/office/officeart/2008/layout/CircleAccentTimeline"/>
    <dgm:cxn modelId="{212C6F75-BF69-4FF8-AA4C-1E51FAA2AB0D}" type="presParOf" srcId="{CFADA152-316F-404A-AC19-BD80F9EEF338}" destId="{843E6B21-95F6-480D-A942-51F06BD31ECF}" srcOrd="49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E3A65-6E5F-40A5-8AED-9A75B2B94A89}">
      <dsp:nvSpPr>
        <dsp:cNvPr id="0" name=""/>
        <dsp:cNvSpPr/>
      </dsp:nvSpPr>
      <dsp:spPr>
        <a:xfrm>
          <a:off x="821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DC0AB-1554-4F5C-A1E0-9BB1414DB332}">
      <dsp:nvSpPr>
        <dsp:cNvPr id="0" name=""/>
        <dsp:cNvSpPr/>
      </dsp:nvSpPr>
      <dsp:spPr>
        <a:xfrm rot="21002421">
          <a:off x="24490" y="737498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1961 MIT dezvoltă Compatible Time-Sharing System (CTSS)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24490" y="737498"/>
        <a:ext cx="749768" cy="361330"/>
      </dsp:txXfrm>
    </dsp:sp>
    <dsp:sp modelId="{84A5A4C4-C183-4393-AFCA-DF94787FBA6C}">
      <dsp:nvSpPr>
        <dsp:cNvPr id="0" name=""/>
        <dsp:cNvSpPr/>
      </dsp:nvSpPr>
      <dsp:spPr>
        <a:xfrm>
          <a:off x="649439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B794D-5BD9-465C-9E3B-4EC66027342C}">
      <dsp:nvSpPr>
        <dsp:cNvPr id="0" name=""/>
        <dsp:cNvSpPr/>
      </dsp:nvSpPr>
      <dsp:spPr>
        <a:xfrm rot="21002421">
          <a:off x="699480" y="894173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1967 TCP/IP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699480" y="894173"/>
        <a:ext cx="749768" cy="361330"/>
      </dsp:txXfrm>
    </dsp:sp>
    <dsp:sp modelId="{9E3B004E-35A9-4865-8550-8C0BD476042B}">
      <dsp:nvSpPr>
        <dsp:cNvPr id="0" name=""/>
        <dsp:cNvSpPr/>
      </dsp:nvSpPr>
      <dsp:spPr>
        <a:xfrm>
          <a:off x="1298056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DDEAC-0D70-486B-BF5F-C9F8B502FF79}">
      <dsp:nvSpPr>
        <dsp:cNvPr id="0" name=""/>
        <dsp:cNvSpPr/>
      </dsp:nvSpPr>
      <dsp:spPr>
        <a:xfrm rot="21002421">
          <a:off x="1191420" y="801330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1971: Raymond Tomlinson trimite primul email cu simbolul @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1191420" y="801330"/>
        <a:ext cx="749768" cy="361330"/>
      </dsp:txXfrm>
    </dsp:sp>
    <dsp:sp modelId="{585003BC-3A84-4428-AADC-9AAC276641CF}">
      <dsp:nvSpPr>
        <dsp:cNvPr id="0" name=""/>
        <dsp:cNvSpPr/>
      </dsp:nvSpPr>
      <dsp:spPr>
        <a:xfrm>
          <a:off x="1946626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5C0CC-FEF8-4F57-80F4-6EB17BAC25D1}">
      <dsp:nvSpPr>
        <dsp:cNvPr id="0" name=""/>
        <dsp:cNvSpPr/>
      </dsp:nvSpPr>
      <dsp:spPr>
        <a:xfrm rot="17700000">
          <a:off x="1726947" y="1887591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bg1">
                  <a:lumMod val="75000"/>
                </a:schemeClr>
              </a:solidFill>
            </a:rPr>
            <a:t>1984 POP3 revizuit 1998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1726947" y="1887591"/>
        <a:ext cx="648585" cy="312723"/>
      </dsp:txXfrm>
    </dsp:sp>
    <dsp:sp modelId="{C590895A-53CE-4E68-86E8-ECEDCCD3C5FB}">
      <dsp:nvSpPr>
        <dsp:cNvPr id="0" name=""/>
        <dsp:cNvSpPr/>
      </dsp:nvSpPr>
      <dsp:spPr>
        <a:xfrm rot="17700000">
          <a:off x="1981893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D49B2A-857C-42F2-A722-B0649184C06D}">
      <dsp:nvSpPr>
        <dsp:cNvPr id="0" name=""/>
        <dsp:cNvSpPr/>
      </dsp:nvSpPr>
      <dsp:spPr>
        <a:xfrm>
          <a:off x="2305076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F5475-C078-4481-B41E-C9E0097FD311}">
      <dsp:nvSpPr>
        <dsp:cNvPr id="0" name=""/>
        <dsp:cNvSpPr/>
      </dsp:nvSpPr>
      <dsp:spPr>
        <a:xfrm rot="17700000">
          <a:off x="2170805" y="1086066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100" kern="1200" dirty="0" smtClean="0">
              <a:solidFill>
                <a:schemeClr val="accent2"/>
              </a:solidFill>
            </a:rPr>
            <a:t>1986 IMAP</a:t>
          </a:r>
          <a:endParaRPr lang="en-US" sz="1100" kern="1200" dirty="0">
            <a:solidFill>
              <a:schemeClr val="accent2"/>
            </a:solidFill>
          </a:endParaRPr>
        </a:p>
      </dsp:txBody>
      <dsp:txXfrm>
        <a:off x="2170805" y="1086066"/>
        <a:ext cx="648585" cy="312723"/>
      </dsp:txXfrm>
    </dsp:sp>
    <dsp:sp modelId="{B1DE5CF2-74B4-4404-941D-E37437406306}">
      <dsp:nvSpPr>
        <dsp:cNvPr id="0" name=""/>
        <dsp:cNvSpPr/>
      </dsp:nvSpPr>
      <dsp:spPr>
        <a:xfrm rot="17700000">
          <a:off x="2340343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7A1155-E6EB-4BFE-9760-729DBDCDA78D}">
      <dsp:nvSpPr>
        <dsp:cNvPr id="0" name=""/>
        <dsp:cNvSpPr/>
      </dsp:nvSpPr>
      <dsp:spPr>
        <a:xfrm>
          <a:off x="2663574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D33DC-7EFD-4C26-A326-0F8EA0351583}">
      <dsp:nvSpPr>
        <dsp:cNvPr id="0" name=""/>
        <dsp:cNvSpPr/>
      </dsp:nvSpPr>
      <dsp:spPr>
        <a:xfrm rot="21002421">
          <a:off x="2754235" y="859353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1988: Internet Relay Chat (IRC)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2754235" y="859353"/>
        <a:ext cx="749768" cy="361330"/>
      </dsp:txXfrm>
    </dsp:sp>
    <dsp:sp modelId="{35F435DC-78FE-445D-97AC-F337EDB68A3A}">
      <dsp:nvSpPr>
        <dsp:cNvPr id="0" name=""/>
        <dsp:cNvSpPr/>
      </dsp:nvSpPr>
      <dsp:spPr>
        <a:xfrm>
          <a:off x="3312143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74B0D-10B1-4D67-AC7D-258E3C5215CB}">
      <dsp:nvSpPr>
        <dsp:cNvPr id="0" name=""/>
        <dsp:cNvSpPr/>
      </dsp:nvSpPr>
      <dsp:spPr>
        <a:xfrm rot="21002421">
          <a:off x="2894932" y="177513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1996 Hotmail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2894932" y="1775138"/>
        <a:ext cx="648585" cy="312723"/>
      </dsp:txXfrm>
    </dsp:sp>
    <dsp:sp modelId="{2A4EC87E-5FAA-46BC-BDCF-BA1B9B9DD2AC}">
      <dsp:nvSpPr>
        <dsp:cNvPr id="0" name=""/>
        <dsp:cNvSpPr/>
      </dsp:nvSpPr>
      <dsp:spPr>
        <a:xfrm rot="17700000">
          <a:off x="3347411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B6A531-F8FA-4B5D-A69C-E5349BD560F7}">
      <dsp:nvSpPr>
        <dsp:cNvPr id="0" name=""/>
        <dsp:cNvSpPr/>
      </dsp:nvSpPr>
      <dsp:spPr>
        <a:xfrm>
          <a:off x="3670593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3D42B-DDBC-458E-B90C-494A3BE1C18A}">
      <dsp:nvSpPr>
        <dsp:cNvPr id="0" name=""/>
        <dsp:cNvSpPr/>
      </dsp:nvSpPr>
      <dsp:spPr>
        <a:xfrm rot="21002421">
          <a:off x="3348351" y="1814924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1997 Yahoo Mail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3348351" y="1814924"/>
        <a:ext cx="648585" cy="312723"/>
      </dsp:txXfrm>
    </dsp:sp>
    <dsp:sp modelId="{388EF94C-E1F0-4B80-AE09-858AEE33F204}">
      <dsp:nvSpPr>
        <dsp:cNvPr id="0" name=""/>
        <dsp:cNvSpPr/>
      </dsp:nvSpPr>
      <dsp:spPr>
        <a:xfrm rot="17700000">
          <a:off x="3705860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E9B5C5-8C47-4369-BA38-AA6B74B1896D}">
      <dsp:nvSpPr>
        <dsp:cNvPr id="0" name=""/>
        <dsp:cNvSpPr/>
      </dsp:nvSpPr>
      <dsp:spPr>
        <a:xfrm>
          <a:off x="4029043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13402-C488-4402-AB70-7CF9FD2907E9}">
      <dsp:nvSpPr>
        <dsp:cNvPr id="0" name=""/>
        <dsp:cNvSpPr/>
      </dsp:nvSpPr>
      <dsp:spPr>
        <a:xfrm rot="21002421">
          <a:off x="3818942" y="1722910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2004 Gmail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3818942" y="1722910"/>
        <a:ext cx="648585" cy="312723"/>
      </dsp:txXfrm>
    </dsp:sp>
    <dsp:sp modelId="{388AAD68-3BAE-4F68-B118-14570D9B15B3}">
      <dsp:nvSpPr>
        <dsp:cNvPr id="0" name=""/>
        <dsp:cNvSpPr/>
      </dsp:nvSpPr>
      <dsp:spPr>
        <a:xfrm rot="17700000">
          <a:off x="4064310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E01B03-3067-44E8-BC8C-3ABA9AA57D30}">
      <dsp:nvSpPr>
        <dsp:cNvPr id="0" name=""/>
        <dsp:cNvSpPr/>
      </dsp:nvSpPr>
      <dsp:spPr>
        <a:xfrm>
          <a:off x="4387541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A80E4-2FBE-4CA9-A3DA-A4401C35E9C7}">
      <dsp:nvSpPr>
        <dsp:cNvPr id="0" name=""/>
        <dsp:cNvSpPr/>
      </dsp:nvSpPr>
      <dsp:spPr>
        <a:xfrm rot="21249246">
          <a:off x="4335215" y="823284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2004 Facebook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4335215" y="823284"/>
        <a:ext cx="749768" cy="361330"/>
      </dsp:txXfrm>
    </dsp:sp>
    <dsp:sp modelId="{94757929-B6EA-44A5-9B32-980A85E69318}">
      <dsp:nvSpPr>
        <dsp:cNvPr id="0" name=""/>
        <dsp:cNvSpPr/>
      </dsp:nvSpPr>
      <dsp:spPr>
        <a:xfrm>
          <a:off x="5036158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877C4-D41C-4AC8-9C2A-11BD8485DC03}">
      <dsp:nvSpPr>
        <dsp:cNvPr id="0" name=""/>
        <dsp:cNvSpPr/>
      </dsp:nvSpPr>
      <dsp:spPr>
        <a:xfrm rot="21002421">
          <a:off x="5038003" y="793182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2009 WhatsApp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5038003" y="793182"/>
        <a:ext cx="749768" cy="361330"/>
      </dsp:txXfrm>
    </dsp:sp>
    <dsp:sp modelId="{FEC46E41-5D84-4AEF-A236-35DA0C8B1862}">
      <dsp:nvSpPr>
        <dsp:cNvPr id="0" name=""/>
        <dsp:cNvSpPr/>
      </dsp:nvSpPr>
      <dsp:spPr>
        <a:xfrm>
          <a:off x="5684776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1114F-02E7-4320-8777-BA6239103486}">
      <dsp:nvSpPr>
        <dsp:cNvPr id="0" name=""/>
        <dsp:cNvSpPr/>
      </dsp:nvSpPr>
      <dsp:spPr>
        <a:xfrm rot="21002421">
          <a:off x="5776912" y="726970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2010 Instagram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5776912" y="726970"/>
        <a:ext cx="749768" cy="361330"/>
      </dsp:txXfrm>
    </dsp:sp>
    <dsp:sp modelId="{BA455CD0-E0D3-4DB2-837C-CCFC3BAA2496}">
      <dsp:nvSpPr>
        <dsp:cNvPr id="0" name=""/>
        <dsp:cNvSpPr/>
      </dsp:nvSpPr>
      <dsp:spPr>
        <a:xfrm>
          <a:off x="6333394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241EA-900B-4A33-B262-B3C43685FEF2}">
      <dsp:nvSpPr>
        <dsp:cNvPr id="0" name=""/>
        <dsp:cNvSpPr/>
      </dsp:nvSpPr>
      <dsp:spPr>
        <a:xfrm rot="21002421">
          <a:off x="6545913" y="696877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2017 Microsoft Teams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6545913" y="696877"/>
        <a:ext cx="749768" cy="361330"/>
      </dsp:txXfrm>
    </dsp:sp>
    <dsp:sp modelId="{93F50E29-0800-44D6-B053-8E2B93E91C84}">
      <dsp:nvSpPr>
        <dsp:cNvPr id="0" name=""/>
        <dsp:cNvSpPr/>
      </dsp:nvSpPr>
      <dsp:spPr>
        <a:xfrm>
          <a:off x="6982012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88739-D644-4A97-8714-FE11BDEA8D14}">
      <dsp:nvSpPr>
        <dsp:cNvPr id="0" name=""/>
        <dsp:cNvSpPr/>
      </dsp:nvSpPr>
      <dsp:spPr>
        <a:xfrm rot="21002421">
          <a:off x="7237031" y="761400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2013 Zoom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7237031" y="761400"/>
        <a:ext cx="749768" cy="361330"/>
      </dsp:txXfrm>
    </dsp:sp>
    <dsp:sp modelId="{5AB90374-B249-43D1-B9DB-616BDD452EB5}">
      <dsp:nvSpPr>
        <dsp:cNvPr id="0" name=""/>
        <dsp:cNvSpPr/>
      </dsp:nvSpPr>
      <dsp:spPr>
        <a:xfrm>
          <a:off x="7630629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D0152-0A62-44F8-82FD-EE06F1F82B25}">
      <dsp:nvSpPr>
        <dsp:cNvPr id="0" name=""/>
        <dsp:cNvSpPr/>
      </dsp:nvSpPr>
      <dsp:spPr>
        <a:xfrm rot="21002421">
          <a:off x="7951830" y="692416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1200" kern="1200" dirty="0" smtClean="0">
              <a:solidFill>
                <a:schemeClr val="accent5"/>
              </a:solidFill>
            </a:rPr>
            <a:t>2016 TikTok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7951830" y="692416"/>
        <a:ext cx="749768" cy="361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c69649f8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c69649f8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c69649f80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c69649f800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0c9bbfca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0c9bbfca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0c9bbfca6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0c9bbfca6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c9bbfca6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c9bbfca6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c8b61c3021_0_18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c8b61c3021_0_18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c9bbfca6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0c9bbfca6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3309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489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10c9bbfca6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10c9bbfca6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0c9bbfca61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0c9bbfca61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2872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3551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c8b61c3021_0_18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1c8b61c3021_0_18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1407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g1c8b61c3021_0_20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2" name="Google Shape;2852;g1c8b61c3021_0_20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791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1308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0c9bbfca6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0c9bbfca6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59;g1cec3f4c3f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0" name="Google Shape;2860;g1cec3f4c3f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068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0c9bbfca6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0c9bbfca6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c8b61c3021_0_18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c8b61c3021_0_188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60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g1c8b61c3021_0_2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3" name="Google Shape;3403;g1c8b61c3021_0_21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g10c9bbfca6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9" name="Google Shape;2889;g10c9bbfca6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684100"/>
            <a:ext cx="5157000" cy="31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7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4049925"/>
            <a:ext cx="5157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5100" y="1736102"/>
            <a:ext cx="5813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7"/>
          <p:cNvSpPr>
            <a:spLocks noGrp="1"/>
          </p:cNvSpPr>
          <p:nvPr>
            <p:ph type="pic" idx="2"/>
          </p:nvPr>
        </p:nvSpPr>
        <p:spPr>
          <a:xfrm>
            <a:off x="5233750" y="189750"/>
            <a:ext cx="3709800" cy="47640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5100" y="1156563"/>
            <a:ext cx="4341300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5100" y="2424526"/>
            <a:ext cx="4341300" cy="14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051650" y="1004250"/>
            <a:ext cx="7040700" cy="283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1388200" y="3177504"/>
            <a:ext cx="6367800" cy="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1388100" y="1316800"/>
            <a:ext cx="6367800" cy="16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hasCustomPrompt="1"/>
          </p:nvPr>
        </p:nvSpPr>
        <p:spPr>
          <a:xfrm>
            <a:off x="715088" y="1371663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4113375" y="1371663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715088" y="2057655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4113500" y="2058217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 hasCustomPrompt="1"/>
          </p:nvPr>
        </p:nvSpPr>
        <p:spPr>
          <a:xfrm>
            <a:off x="715088" y="2743647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4113500" y="2744772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715088" y="3429640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4113500" y="3431327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507700" y="1371675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9"/>
          </p:nvPr>
        </p:nvSpPr>
        <p:spPr>
          <a:xfrm>
            <a:off x="1507700" y="2058226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507700" y="2744776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1507700" y="3431327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 hasCustomPrompt="1"/>
          </p:nvPr>
        </p:nvSpPr>
        <p:spPr>
          <a:xfrm>
            <a:off x="717450" y="4115632"/>
            <a:ext cx="640200" cy="48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6"/>
          </p:nvPr>
        </p:nvSpPr>
        <p:spPr>
          <a:xfrm>
            <a:off x="4115850" y="4117882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7"/>
          </p:nvPr>
        </p:nvSpPr>
        <p:spPr>
          <a:xfrm>
            <a:off x="1509842" y="4117878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4085500" y="2393725"/>
            <a:ext cx="4343400" cy="14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4085500" y="1156575"/>
            <a:ext cx="434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2"/>
          </p:nvPr>
        </p:nvSpPr>
        <p:spPr>
          <a:xfrm>
            <a:off x="4085500" y="1978929"/>
            <a:ext cx="43434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>
            <a:spLocks noGrp="1"/>
          </p:cNvSpPr>
          <p:nvPr>
            <p:ph type="pic" idx="3"/>
          </p:nvPr>
        </p:nvSpPr>
        <p:spPr>
          <a:xfrm>
            <a:off x="195100" y="209525"/>
            <a:ext cx="3635100" cy="47502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bg>
      <p:bgPr>
        <a:solidFill>
          <a:schemeClr val="dk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>
            <a:spLocks noGrp="1"/>
          </p:cNvSpPr>
          <p:nvPr>
            <p:ph type="pic" idx="2"/>
          </p:nvPr>
        </p:nvSpPr>
        <p:spPr>
          <a:xfrm flipH="1">
            <a:off x="5233750" y="189750"/>
            <a:ext cx="3709800" cy="47640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715100" y="947325"/>
            <a:ext cx="4203300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1"/>
          </p:nvPr>
        </p:nvSpPr>
        <p:spPr>
          <a:xfrm>
            <a:off x="715100" y="2215276"/>
            <a:ext cx="4203300" cy="2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_1_1_1_1">
    <p:bg>
      <p:bgPr>
        <a:solidFill>
          <a:schemeClr val="dk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ubTitle" idx="1"/>
          </p:nvPr>
        </p:nvSpPr>
        <p:spPr>
          <a:xfrm>
            <a:off x="715100" y="1776975"/>
            <a:ext cx="3794400" cy="24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>
                <a:highlight>
                  <a:schemeClr val="accent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2"/>
          </p:nvPr>
        </p:nvSpPr>
        <p:spPr>
          <a:xfrm>
            <a:off x="4634500" y="1776975"/>
            <a:ext cx="3794400" cy="24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3"/>
          </p:nvPr>
        </p:nvSpPr>
        <p:spPr>
          <a:xfrm>
            <a:off x="720000" y="1111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1"/>
          <p:cNvSpPr>
            <a:spLocks noGrp="1"/>
          </p:cNvSpPr>
          <p:nvPr>
            <p:ph type="pic" idx="2"/>
          </p:nvPr>
        </p:nvSpPr>
        <p:spPr>
          <a:xfrm flipH="1">
            <a:off x="192300" y="189750"/>
            <a:ext cx="3709800" cy="47640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170000" y="1256525"/>
            <a:ext cx="4258800" cy="17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1"/>
          </p:nvPr>
        </p:nvSpPr>
        <p:spPr>
          <a:xfrm>
            <a:off x="4170000" y="3051200"/>
            <a:ext cx="42588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ubTitle" idx="1"/>
          </p:nvPr>
        </p:nvSpPr>
        <p:spPr>
          <a:xfrm>
            <a:off x="720825" y="2237725"/>
            <a:ext cx="21945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2"/>
          </p:nvPr>
        </p:nvSpPr>
        <p:spPr>
          <a:xfrm>
            <a:off x="720075" y="2763925"/>
            <a:ext cx="2196000" cy="12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3"/>
          </p:nvPr>
        </p:nvSpPr>
        <p:spPr>
          <a:xfrm>
            <a:off x="3476249" y="2763925"/>
            <a:ext cx="2194500" cy="12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4"/>
          </p:nvPr>
        </p:nvSpPr>
        <p:spPr>
          <a:xfrm>
            <a:off x="6230922" y="2763925"/>
            <a:ext cx="2191500" cy="12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5"/>
          </p:nvPr>
        </p:nvSpPr>
        <p:spPr>
          <a:xfrm>
            <a:off x="3475124" y="2237725"/>
            <a:ext cx="21945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6"/>
          </p:nvPr>
        </p:nvSpPr>
        <p:spPr>
          <a:xfrm>
            <a:off x="6229422" y="2237725"/>
            <a:ext cx="21945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subTitle" idx="1"/>
          </p:nvPr>
        </p:nvSpPr>
        <p:spPr>
          <a:xfrm>
            <a:off x="720525" y="1751050"/>
            <a:ext cx="2037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ubTitle" idx="2"/>
          </p:nvPr>
        </p:nvSpPr>
        <p:spPr>
          <a:xfrm>
            <a:off x="719925" y="2277247"/>
            <a:ext cx="20391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ubTitle" idx="3"/>
          </p:nvPr>
        </p:nvSpPr>
        <p:spPr>
          <a:xfrm>
            <a:off x="3559964" y="4136833"/>
            <a:ext cx="203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4"/>
          </p:nvPr>
        </p:nvSpPr>
        <p:spPr>
          <a:xfrm>
            <a:off x="3559664" y="3610634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>
                <a:highlight>
                  <a:schemeClr val="accent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ubTitle" idx="5"/>
          </p:nvPr>
        </p:nvSpPr>
        <p:spPr>
          <a:xfrm>
            <a:off x="720525" y="3607351"/>
            <a:ext cx="2037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6"/>
          </p:nvPr>
        </p:nvSpPr>
        <p:spPr>
          <a:xfrm>
            <a:off x="719925" y="4133548"/>
            <a:ext cx="2039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ubTitle" idx="7"/>
          </p:nvPr>
        </p:nvSpPr>
        <p:spPr>
          <a:xfrm>
            <a:off x="3559964" y="2273650"/>
            <a:ext cx="203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subTitle" idx="8"/>
          </p:nvPr>
        </p:nvSpPr>
        <p:spPr>
          <a:xfrm>
            <a:off x="3559664" y="1747450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subTitle" idx="9"/>
          </p:nvPr>
        </p:nvSpPr>
        <p:spPr>
          <a:xfrm>
            <a:off x="6394903" y="4136833"/>
            <a:ext cx="203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13"/>
          </p:nvPr>
        </p:nvSpPr>
        <p:spPr>
          <a:xfrm>
            <a:off x="6394903" y="3610634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subTitle" idx="14"/>
          </p:nvPr>
        </p:nvSpPr>
        <p:spPr>
          <a:xfrm>
            <a:off x="6394903" y="2273650"/>
            <a:ext cx="203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15"/>
          </p:nvPr>
        </p:nvSpPr>
        <p:spPr>
          <a:xfrm>
            <a:off x="6394903" y="1747450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2268257" y="674975"/>
            <a:ext cx="46074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2262925" y="1905750"/>
            <a:ext cx="4618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2292175" y="3581150"/>
            <a:ext cx="45597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includes icons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infographics &amp; images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2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dk2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title" hasCustomPrompt="1"/>
          </p:nvPr>
        </p:nvSpPr>
        <p:spPr>
          <a:xfrm>
            <a:off x="1934113" y="387600"/>
            <a:ext cx="45171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1"/>
          </p:nvPr>
        </p:nvSpPr>
        <p:spPr>
          <a:xfrm>
            <a:off x="1934113" y="1354783"/>
            <a:ext cx="45171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title" idx="2" hasCustomPrompt="1"/>
          </p:nvPr>
        </p:nvSpPr>
        <p:spPr>
          <a:xfrm>
            <a:off x="1934113" y="1863900"/>
            <a:ext cx="45171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3"/>
          </p:nvPr>
        </p:nvSpPr>
        <p:spPr>
          <a:xfrm>
            <a:off x="1934113" y="2831091"/>
            <a:ext cx="45171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title" idx="4" hasCustomPrompt="1"/>
          </p:nvPr>
        </p:nvSpPr>
        <p:spPr>
          <a:xfrm>
            <a:off x="1935913" y="3340200"/>
            <a:ext cx="4515300" cy="9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5"/>
          </p:nvPr>
        </p:nvSpPr>
        <p:spPr>
          <a:xfrm>
            <a:off x="1935913" y="4307399"/>
            <a:ext cx="4515300" cy="3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80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●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○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■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●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○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■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●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○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■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1" r:id="rId9"/>
    <p:sldLayoutId id="2147483664" r:id="rId10"/>
    <p:sldLayoutId id="2147483666" r:id="rId11"/>
    <p:sldLayoutId id="2147483667" r:id="rId12"/>
    <p:sldLayoutId id="2147483668" r:id="rId13"/>
    <p:sldLayoutId id="2147483671" r:id="rId14"/>
    <p:sldLayoutId id="2147483673" r:id="rId15"/>
    <p:sldLayoutId id="2147483674" r:id="rId16"/>
    <p:sldLayoutId id="2147483675" r:id="rId17"/>
    <p:sldLayoutId id="214748368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ale.edu.ro/manuale/Clasa%20a%20VI-a/Informatica%20si%20TIC/R1JVUCBFRElUT1JJQUwg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299469" y="304113"/>
            <a:ext cx="7638325" cy="31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highlight>
                  <a:schemeClr val="accent1"/>
                </a:highlight>
              </a:rPr>
              <a:t>COMUNICAREA</a:t>
            </a:r>
            <a:r>
              <a:rPr lang="en" dirty="0" smtClean="0"/>
              <a:t> </a:t>
            </a:r>
            <a:r>
              <a:rPr lang="ro-RO" dirty="0" smtClean="0"/>
              <a:t>în mediul online</a:t>
            </a:r>
            <a:endParaRPr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668111" y="3603728"/>
            <a:ext cx="5157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Reguli de scriere și expediere a unui email</a:t>
            </a:r>
            <a:endParaRPr dirty="0"/>
          </a:p>
        </p:txBody>
      </p:sp>
      <p:grpSp>
        <p:nvGrpSpPr>
          <p:cNvPr id="184" name="Google Shape;184;p33"/>
          <p:cNvGrpSpPr/>
          <p:nvPr/>
        </p:nvGrpSpPr>
        <p:grpSpPr>
          <a:xfrm>
            <a:off x="5012359" y="1326464"/>
            <a:ext cx="3585358" cy="3596755"/>
            <a:chOff x="1905136" y="158524"/>
            <a:chExt cx="4627463" cy="4642172"/>
          </a:xfrm>
        </p:grpSpPr>
        <p:sp>
          <p:nvSpPr>
            <p:cNvPr id="185" name="Google Shape;185;p33"/>
            <p:cNvSpPr/>
            <p:nvPr/>
          </p:nvSpPr>
          <p:spPr>
            <a:xfrm flipH="1">
              <a:off x="1905136" y="4542291"/>
              <a:ext cx="4386893" cy="258405"/>
            </a:xfrm>
            <a:custGeom>
              <a:avLst/>
              <a:gdLst/>
              <a:ahLst/>
              <a:cxnLst/>
              <a:rect l="l" t="t" r="r" b="b"/>
              <a:pathLst>
                <a:path w="204995" h="12075" extrusionOk="0">
                  <a:moveTo>
                    <a:pt x="102497" y="1"/>
                  </a:moveTo>
                  <a:cubicBezTo>
                    <a:pt x="45852" y="1"/>
                    <a:pt x="0" y="2681"/>
                    <a:pt x="0" y="6026"/>
                  </a:cubicBezTo>
                  <a:cubicBezTo>
                    <a:pt x="0" y="9394"/>
                    <a:pt x="45852" y="12075"/>
                    <a:pt x="102497" y="12075"/>
                  </a:cubicBezTo>
                  <a:cubicBezTo>
                    <a:pt x="159024" y="12075"/>
                    <a:pt x="204995" y="9394"/>
                    <a:pt x="204995" y="6026"/>
                  </a:cubicBezTo>
                  <a:cubicBezTo>
                    <a:pt x="204995" y="2681"/>
                    <a:pt x="159024" y="1"/>
                    <a:pt x="102497" y="1"/>
                  </a:cubicBezTo>
                  <a:close/>
                </a:path>
              </a:pathLst>
            </a:custGeom>
            <a:solidFill>
              <a:srgbClr val="00312D">
                <a:alpha val="35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86" name="Google Shape;186;p33"/>
            <p:cNvGrpSpPr/>
            <p:nvPr/>
          </p:nvGrpSpPr>
          <p:grpSpPr>
            <a:xfrm>
              <a:off x="2218325" y="3744820"/>
              <a:ext cx="1064008" cy="994458"/>
              <a:chOff x="2218325" y="3744820"/>
              <a:chExt cx="1064008" cy="994458"/>
            </a:xfrm>
          </p:grpSpPr>
          <p:sp>
            <p:nvSpPr>
              <p:cNvPr id="187" name="Google Shape;187;p33"/>
              <p:cNvSpPr/>
              <p:nvPr/>
            </p:nvSpPr>
            <p:spPr>
              <a:xfrm flipH="1">
                <a:off x="2510221" y="3744820"/>
                <a:ext cx="484282" cy="104090"/>
              </a:xfrm>
              <a:custGeom>
                <a:avLst/>
                <a:gdLst/>
                <a:ahLst/>
                <a:cxnLst/>
                <a:rect l="l" t="t" r="r" b="b"/>
                <a:pathLst>
                  <a:path w="22630" h="4864" extrusionOk="0">
                    <a:moveTo>
                      <a:pt x="688" y="0"/>
                    </a:moveTo>
                    <a:cubicBezTo>
                      <a:pt x="285" y="0"/>
                      <a:pt x="0" y="309"/>
                      <a:pt x="0" y="712"/>
                    </a:cubicBezTo>
                    <a:lnTo>
                      <a:pt x="0" y="4057"/>
                    </a:lnTo>
                    <a:cubicBezTo>
                      <a:pt x="0" y="4460"/>
                      <a:pt x="285" y="4863"/>
                      <a:pt x="688" y="4863"/>
                    </a:cubicBezTo>
                    <a:lnTo>
                      <a:pt x="21847" y="4863"/>
                    </a:lnTo>
                    <a:cubicBezTo>
                      <a:pt x="22226" y="4863"/>
                      <a:pt x="22630" y="4460"/>
                      <a:pt x="22630" y="4057"/>
                    </a:cubicBezTo>
                    <a:lnTo>
                      <a:pt x="22630" y="712"/>
                    </a:lnTo>
                    <a:cubicBezTo>
                      <a:pt x="22630" y="309"/>
                      <a:pt x="22226" y="0"/>
                      <a:pt x="2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8" name="Google Shape;188;p33"/>
              <p:cNvSpPr/>
              <p:nvPr/>
            </p:nvSpPr>
            <p:spPr>
              <a:xfrm flipH="1">
                <a:off x="2218325" y="3810817"/>
                <a:ext cx="1064008" cy="928460"/>
              </a:xfrm>
              <a:custGeom>
                <a:avLst/>
                <a:gdLst/>
                <a:ahLst/>
                <a:cxnLst/>
                <a:rect l="l" t="t" r="r" b="b"/>
                <a:pathLst>
                  <a:path w="49720" h="43386" extrusionOk="0">
                    <a:moveTo>
                      <a:pt x="24812" y="0"/>
                    </a:moveTo>
                    <a:lnTo>
                      <a:pt x="16913" y="380"/>
                    </a:lnTo>
                    <a:lnTo>
                      <a:pt x="16605" y="1779"/>
                    </a:lnTo>
                    <a:lnTo>
                      <a:pt x="15917" y="5717"/>
                    </a:lnTo>
                    <a:lnTo>
                      <a:pt x="15632" y="7401"/>
                    </a:lnTo>
                    <a:lnTo>
                      <a:pt x="15324" y="8896"/>
                    </a:lnTo>
                    <a:lnTo>
                      <a:pt x="15324" y="9180"/>
                    </a:lnTo>
                    <a:cubicBezTo>
                      <a:pt x="15324" y="9180"/>
                      <a:pt x="14446" y="9963"/>
                      <a:pt x="13047" y="11362"/>
                    </a:cubicBezTo>
                    <a:cubicBezTo>
                      <a:pt x="12549" y="11742"/>
                      <a:pt x="12074" y="12240"/>
                      <a:pt x="11576" y="12833"/>
                    </a:cubicBezTo>
                    <a:cubicBezTo>
                      <a:pt x="7805" y="16795"/>
                      <a:pt x="2467" y="23413"/>
                      <a:pt x="1495" y="30244"/>
                    </a:cubicBezTo>
                    <a:cubicBezTo>
                      <a:pt x="0" y="40919"/>
                      <a:pt x="9584" y="43386"/>
                      <a:pt x="24812" y="43386"/>
                    </a:cubicBezTo>
                    <a:cubicBezTo>
                      <a:pt x="40041" y="43386"/>
                      <a:pt x="49719" y="40919"/>
                      <a:pt x="48130" y="30244"/>
                    </a:cubicBezTo>
                    <a:cubicBezTo>
                      <a:pt x="47157" y="23413"/>
                      <a:pt x="41820" y="16795"/>
                      <a:pt x="38049" y="12833"/>
                    </a:cubicBezTo>
                    <a:cubicBezTo>
                      <a:pt x="37574" y="12240"/>
                      <a:pt x="37076" y="11742"/>
                      <a:pt x="36673" y="11362"/>
                    </a:cubicBezTo>
                    <a:cubicBezTo>
                      <a:pt x="35297" y="9963"/>
                      <a:pt x="34301" y="9180"/>
                      <a:pt x="34301" y="9180"/>
                    </a:cubicBezTo>
                    <a:lnTo>
                      <a:pt x="34301" y="8896"/>
                    </a:lnTo>
                    <a:lnTo>
                      <a:pt x="34111" y="7401"/>
                    </a:lnTo>
                    <a:lnTo>
                      <a:pt x="33613" y="3938"/>
                    </a:lnTo>
                    <a:lnTo>
                      <a:pt x="33304" y="1779"/>
                    </a:lnTo>
                    <a:lnTo>
                      <a:pt x="33115" y="380"/>
                    </a:lnTo>
                    <a:lnTo>
                      <a:pt x="2481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89" name="Google Shape;189;p33"/>
            <p:cNvGrpSpPr/>
            <p:nvPr/>
          </p:nvGrpSpPr>
          <p:grpSpPr>
            <a:xfrm>
              <a:off x="2188900" y="2899113"/>
              <a:ext cx="1349270" cy="871108"/>
              <a:chOff x="2188900" y="2899113"/>
              <a:chExt cx="1349270" cy="871108"/>
            </a:xfrm>
          </p:grpSpPr>
          <p:sp>
            <p:nvSpPr>
              <p:cNvPr id="190" name="Google Shape;190;p33"/>
              <p:cNvSpPr/>
              <p:nvPr/>
            </p:nvSpPr>
            <p:spPr>
              <a:xfrm flipH="1">
                <a:off x="2738645" y="2899113"/>
                <a:ext cx="780244" cy="871108"/>
              </a:xfrm>
              <a:custGeom>
                <a:avLst/>
                <a:gdLst/>
                <a:ahLst/>
                <a:cxnLst/>
                <a:rect l="l" t="t" r="r" b="b"/>
                <a:pathLst>
                  <a:path w="36460" h="40706" extrusionOk="0">
                    <a:moveTo>
                      <a:pt x="1" y="1"/>
                    </a:moveTo>
                    <a:cubicBezTo>
                      <a:pt x="1" y="1"/>
                      <a:pt x="5931" y="16890"/>
                      <a:pt x="16107" y="22915"/>
                    </a:cubicBezTo>
                    <a:cubicBezTo>
                      <a:pt x="30529" y="31431"/>
                      <a:pt x="36459" y="40706"/>
                      <a:pt x="36459" y="40706"/>
                    </a:cubicBezTo>
                    <a:cubicBezTo>
                      <a:pt x="36459" y="40706"/>
                      <a:pt x="36459" y="24599"/>
                      <a:pt x="27967" y="12739"/>
                    </a:cubicBezTo>
                    <a:cubicBezTo>
                      <a:pt x="19452" y="7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1" name="Google Shape;191;p33"/>
              <p:cNvSpPr/>
              <p:nvPr/>
            </p:nvSpPr>
            <p:spPr>
              <a:xfrm flipH="1">
                <a:off x="2793472" y="3507601"/>
                <a:ext cx="744699" cy="258555"/>
              </a:xfrm>
              <a:custGeom>
                <a:avLst/>
                <a:gdLst/>
                <a:ahLst/>
                <a:cxnLst/>
                <a:rect l="l" t="t" r="r" b="b"/>
                <a:pathLst>
                  <a:path w="34799" h="12082" extrusionOk="0">
                    <a:moveTo>
                      <a:pt x="18292" y="1"/>
                    </a:moveTo>
                    <a:cubicBezTo>
                      <a:pt x="8427" y="1"/>
                      <a:pt x="0" y="7053"/>
                      <a:pt x="0" y="7053"/>
                    </a:cubicBezTo>
                    <a:cubicBezTo>
                      <a:pt x="6188" y="10496"/>
                      <a:pt x="10442" y="11504"/>
                      <a:pt x="13955" y="11504"/>
                    </a:cubicBezTo>
                    <a:cubicBezTo>
                      <a:pt x="18185" y="11504"/>
                      <a:pt x="21340" y="10042"/>
                      <a:pt x="25500" y="9615"/>
                    </a:cubicBezTo>
                    <a:cubicBezTo>
                      <a:pt x="26399" y="9508"/>
                      <a:pt x="27215" y="9461"/>
                      <a:pt x="27955" y="9461"/>
                    </a:cubicBezTo>
                    <a:cubicBezTo>
                      <a:pt x="33488" y="9461"/>
                      <a:pt x="34799" y="12082"/>
                      <a:pt x="34799" y="12082"/>
                    </a:cubicBezTo>
                    <a:cubicBezTo>
                      <a:pt x="33114" y="6152"/>
                      <a:pt x="32332" y="1906"/>
                      <a:pt x="21254" y="221"/>
                    </a:cubicBezTo>
                    <a:cubicBezTo>
                      <a:pt x="20257" y="70"/>
                      <a:pt x="19268" y="1"/>
                      <a:pt x="18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" name="Google Shape;192;p33"/>
              <p:cNvSpPr/>
              <p:nvPr/>
            </p:nvSpPr>
            <p:spPr>
              <a:xfrm flipH="1">
                <a:off x="2188900" y="3216047"/>
                <a:ext cx="619316" cy="533352"/>
              </a:xfrm>
              <a:custGeom>
                <a:avLst/>
                <a:gdLst/>
                <a:ahLst/>
                <a:cxnLst/>
                <a:rect l="l" t="t" r="r" b="b"/>
                <a:pathLst>
                  <a:path w="28940" h="24923" extrusionOk="0">
                    <a:moveTo>
                      <a:pt x="28127" y="1"/>
                    </a:moveTo>
                    <a:cubicBezTo>
                      <a:pt x="25133" y="1"/>
                      <a:pt x="14546" y="500"/>
                      <a:pt x="7900" y="7227"/>
                    </a:cubicBezTo>
                    <a:cubicBezTo>
                      <a:pt x="1" y="15221"/>
                      <a:pt x="1875" y="19088"/>
                      <a:pt x="4033" y="24923"/>
                    </a:cubicBezTo>
                    <a:cubicBezTo>
                      <a:pt x="4033" y="24923"/>
                      <a:pt x="3440" y="21151"/>
                      <a:pt x="10082" y="17309"/>
                    </a:cubicBezTo>
                    <a:cubicBezTo>
                      <a:pt x="16700" y="13442"/>
                      <a:pt x="22630" y="14249"/>
                      <a:pt x="28940" y="16"/>
                    </a:cubicBezTo>
                    <a:cubicBezTo>
                      <a:pt x="28940" y="16"/>
                      <a:pt x="28649" y="1"/>
                      <a:pt x="28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3" name="Google Shape;193;p33"/>
            <p:cNvGrpSpPr/>
            <p:nvPr/>
          </p:nvGrpSpPr>
          <p:grpSpPr>
            <a:xfrm>
              <a:off x="2343216" y="3125525"/>
              <a:ext cx="1002569" cy="651288"/>
              <a:chOff x="2343216" y="3125525"/>
              <a:chExt cx="1002569" cy="651288"/>
            </a:xfrm>
          </p:grpSpPr>
          <p:sp>
            <p:nvSpPr>
              <p:cNvPr id="194" name="Google Shape;194;p33"/>
              <p:cNvSpPr/>
              <p:nvPr/>
            </p:nvSpPr>
            <p:spPr>
              <a:xfrm flipH="1">
                <a:off x="2730021" y="3125525"/>
                <a:ext cx="501552" cy="651288"/>
              </a:xfrm>
              <a:custGeom>
                <a:avLst/>
                <a:gdLst/>
                <a:ahLst/>
                <a:cxnLst/>
                <a:rect l="l" t="t" r="r" b="b"/>
                <a:pathLst>
                  <a:path w="23437" h="30434" extrusionOk="0">
                    <a:moveTo>
                      <a:pt x="499" y="0"/>
                    </a:moveTo>
                    <a:cubicBezTo>
                      <a:pt x="309" y="0"/>
                      <a:pt x="214" y="0"/>
                      <a:pt x="95" y="95"/>
                    </a:cubicBezTo>
                    <a:cubicBezTo>
                      <a:pt x="0" y="285"/>
                      <a:pt x="95" y="474"/>
                      <a:pt x="214" y="474"/>
                    </a:cubicBezTo>
                    <a:cubicBezTo>
                      <a:pt x="214" y="593"/>
                      <a:pt x="4555" y="2965"/>
                      <a:pt x="9489" y="7804"/>
                    </a:cubicBezTo>
                    <a:cubicBezTo>
                      <a:pt x="14138" y="12335"/>
                      <a:pt x="20068" y="19854"/>
                      <a:pt x="22844" y="30244"/>
                    </a:cubicBezTo>
                    <a:cubicBezTo>
                      <a:pt x="22938" y="30339"/>
                      <a:pt x="23033" y="30434"/>
                      <a:pt x="23128" y="30434"/>
                    </a:cubicBezTo>
                    <a:lnTo>
                      <a:pt x="23223" y="30434"/>
                    </a:lnTo>
                    <a:cubicBezTo>
                      <a:pt x="23342" y="30339"/>
                      <a:pt x="23437" y="30244"/>
                      <a:pt x="23437" y="30031"/>
                    </a:cubicBezTo>
                    <a:cubicBezTo>
                      <a:pt x="20661" y="19570"/>
                      <a:pt x="14541" y="11955"/>
                      <a:pt x="9987" y="7401"/>
                    </a:cubicBezTo>
                    <a:cubicBezTo>
                      <a:pt x="4958" y="2562"/>
                      <a:pt x="499" y="95"/>
                      <a:pt x="4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" name="Google Shape;195;p33"/>
              <p:cNvSpPr/>
              <p:nvPr/>
            </p:nvSpPr>
            <p:spPr>
              <a:xfrm flipH="1">
                <a:off x="2785340" y="3608801"/>
                <a:ext cx="560445" cy="163967"/>
              </a:xfrm>
              <a:custGeom>
                <a:avLst/>
                <a:gdLst/>
                <a:ahLst/>
                <a:cxnLst/>
                <a:rect l="l" t="t" r="r" b="b"/>
                <a:pathLst>
                  <a:path w="26189" h="7662" extrusionOk="0">
                    <a:moveTo>
                      <a:pt x="10839" y="1"/>
                    </a:moveTo>
                    <a:cubicBezTo>
                      <a:pt x="4389" y="1"/>
                      <a:pt x="288" y="1921"/>
                      <a:pt x="214" y="1921"/>
                    </a:cubicBezTo>
                    <a:cubicBezTo>
                      <a:pt x="95" y="2016"/>
                      <a:pt x="0" y="2205"/>
                      <a:pt x="95" y="2324"/>
                    </a:cubicBezTo>
                    <a:cubicBezTo>
                      <a:pt x="95" y="2514"/>
                      <a:pt x="309" y="2514"/>
                      <a:pt x="498" y="2514"/>
                    </a:cubicBezTo>
                    <a:cubicBezTo>
                      <a:pt x="498" y="2440"/>
                      <a:pt x="4422" y="583"/>
                      <a:pt x="10698" y="583"/>
                    </a:cubicBezTo>
                    <a:cubicBezTo>
                      <a:pt x="12514" y="583"/>
                      <a:pt x="14528" y="739"/>
                      <a:pt x="16700" y="1138"/>
                    </a:cubicBezTo>
                    <a:cubicBezTo>
                      <a:pt x="22156" y="2110"/>
                      <a:pt x="25595" y="7448"/>
                      <a:pt x="25595" y="7543"/>
                    </a:cubicBezTo>
                    <a:cubicBezTo>
                      <a:pt x="25714" y="7661"/>
                      <a:pt x="25809" y="7661"/>
                      <a:pt x="25903" y="7661"/>
                    </a:cubicBezTo>
                    <a:lnTo>
                      <a:pt x="25998" y="7661"/>
                    </a:lnTo>
                    <a:cubicBezTo>
                      <a:pt x="26188" y="7543"/>
                      <a:pt x="26188" y="7353"/>
                      <a:pt x="26093" y="7258"/>
                    </a:cubicBezTo>
                    <a:cubicBezTo>
                      <a:pt x="25998" y="6949"/>
                      <a:pt x="22535" y="1612"/>
                      <a:pt x="16818" y="545"/>
                    </a:cubicBezTo>
                    <a:cubicBezTo>
                      <a:pt x="14664" y="154"/>
                      <a:pt x="12658" y="1"/>
                      <a:pt x="108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" name="Google Shape;196;p33"/>
              <p:cNvSpPr/>
              <p:nvPr/>
            </p:nvSpPr>
            <p:spPr>
              <a:xfrm flipH="1">
                <a:off x="2343216" y="3328568"/>
                <a:ext cx="395451" cy="426930"/>
              </a:xfrm>
              <a:custGeom>
                <a:avLst/>
                <a:gdLst/>
                <a:ahLst/>
                <a:cxnLst/>
                <a:rect l="l" t="t" r="r" b="b"/>
                <a:pathLst>
                  <a:path w="18479" h="19950" extrusionOk="0">
                    <a:moveTo>
                      <a:pt x="18099" y="0"/>
                    </a:moveTo>
                    <a:cubicBezTo>
                      <a:pt x="18099" y="0"/>
                      <a:pt x="10770" y="1471"/>
                      <a:pt x="3962" y="8777"/>
                    </a:cubicBezTo>
                    <a:cubicBezTo>
                      <a:pt x="0" y="13047"/>
                      <a:pt x="498" y="19451"/>
                      <a:pt x="498" y="19665"/>
                    </a:cubicBezTo>
                    <a:cubicBezTo>
                      <a:pt x="498" y="19855"/>
                      <a:pt x="593" y="19950"/>
                      <a:pt x="783" y="19950"/>
                    </a:cubicBezTo>
                    <a:cubicBezTo>
                      <a:pt x="997" y="19950"/>
                      <a:pt x="1092" y="19855"/>
                      <a:pt x="1092" y="19665"/>
                    </a:cubicBezTo>
                    <a:cubicBezTo>
                      <a:pt x="1092" y="19570"/>
                      <a:pt x="593" y="13237"/>
                      <a:pt x="4460" y="9180"/>
                    </a:cubicBezTo>
                    <a:cubicBezTo>
                      <a:pt x="11078" y="1969"/>
                      <a:pt x="18194" y="593"/>
                      <a:pt x="18289" y="593"/>
                    </a:cubicBezTo>
                    <a:cubicBezTo>
                      <a:pt x="18384" y="475"/>
                      <a:pt x="18479" y="380"/>
                      <a:pt x="18479" y="190"/>
                    </a:cubicBezTo>
                    <a:cubicBezTo>
                      <a:pt x="18479" y="95"/>
                      <a:pt x="18289" y="0"/>
                      <a:pt x="180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7" name="Google Shape;197;p33"/>
            <p:cNvGrpSpPr/>
            <p:nvPr/>
          </p:nvGrpSpPr>
          <p:grpSpPr>
            <a:xfrm>
              <a:off x="2468085" y="3848888"/>
              <a:ext cx="566522" cy="236577"/>
              <a:chOff x="2468085" y="3848888"/>
              <a:chExt cx="566522" cy="236577"/>
            </a:xfrm>
          </p:grpSpPr>
          <p:sp>
            <p:nvSpPr>
              <p:cNvPr id="198" name="Google Shape;198;p33"/>
              <p:cNvSpPr/>
              <p:nvPr/>
            </p:nvSpPr>
            <p:spPr>
              <a:xfrm flipH="1">
                <a:off x="2548292" y="3969199"/>
                <a:ext cx="406108" cy="31993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495" extrusionOk="0">
                    <a:moveTo>
                      <a:pt x="308" y="0"/>
                    </a:moveTo>
                    <a:lnTo>
                      <a:pt x="0" y="1495"/>
                    </a:lnTo>
                    <a:lnTo>
                      <a:pt x="18977" y="1495"/>
                    </a:lnTo>
                    <a:lnTo>
                      <a:pt x="187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" name="Google Shape;199;p33"/>
              <p:cNvSpPr/>
              <p:nvPr/>
            </p:nvSpPr>
            <p:spPr>
              <a:xfrm flipH="1">
                <a:off x="2468085" y="4053964"/>
                <a:ext cx="566522" cy="31501"/>
              </a:xfrm>
              <a:custGeom>
                <a:avLst/>
                <a:gdLst/>
                <a:ahLst/>
                <a:cxnLst/>
                <a:rect l="l" t="t" r="r" b="b"/>
                <a:pathLst>
                  <a:path w="26473" h="1472" extrusionOk="0">
                    <a:moveTo>
                      <a:pt x="1471" y="0"/>
                    </a:moveTo>
                    <a:cubicBezTo>
                      <a:pt x="973" y="380"/>
                      <a:pt x="498" y="878"/>
                      <a:pt x="0" y="1471"/>
                    </a:cubicBezTo>
                    <a:lnTo>
                      <a:pt x="26473" y="1471"/>
                    </a:lnTo>
                    <a:cubicBezTo>
                      <a:pt x="25998" y="878"/>
                      <a:pt x="25500" y="380"/>
                      <a:pt x="250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" name="Google Shape;200;p33"/>
              <p:cNvSpPr/>
              <p:nvPr/>
            </p:nvSpPr>
            <p:spPr>
              <a:xfrm flipH="1">
                <a:off x="2563015" y="3848888"/>
                <a:ext cx="378694" cy="84273"/>
              </a:xfrm>
              <a:custGeom>
                <a:avLst/>
                <a:gdLst/>
                <a:ahLst/>
                <a:cxnLst/>
                <a:rect l="l" t="t" r="r" b="b"/>
                <a:pathLst>
                  <a:path w="17696" h="3938" extrusionOk="0">
                    <a:moveTo>
                      <a:pt x="688" y="0"/>
                    </a:moveTo>
                    <a:lnTo>
                      <a:pt x="0" y="3938"/>
                    </a:lnTo>
                    <a:lnTo>
                      <a:pt x="17696" y="2159"/>
                    </a:lnTo>
                    <a:lnTo>
                      <a:pt x="173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01" name="Google Shape;201;p33"/>
            <p:cNvSpPr/>
            <p:nvPr/>
          </p:nvSpPr>
          <p:spPr>
            <a:xfrm flipH="1">
              <a:off x="3305155" y="1805805"/>
              <a:ext cx="3227444" cy="2933447"/>
            </a:xfrm>
            <a:custGeom>
              <a:avLst/>
              <a:gdLst/>
              <a:ahLst/>
              <a:cxnLst/>
              <a:rect l="l" t="t" r="r" b="b"/>
              <a:pathLst>
                <a:path w="144534" h="131368" extrusionOk="0">
                  <a:moveTo>
                    <a:pt x="50999" y="0"/>
                  </a:moveTo>
                  <a:cubicBezTo>
                    <a:pt x="37367" y="0"/>
                    <a:pt x="24085" y="5949"/>
                    <a:pt x="15110" y="16908"/>
                  </a:cubicBezTo>
                  <a:cubicBezTo>
                    <a:pt x="14517" y="17596"/>
                    <a:pt x="13924" y="18403"/>
                    <a:pt x="13331" y="19185"/>
                  </a:cubicBezTo>
                  <a:cubicBezTo>
                    <a:pt x="11766" y="21273"/>
                    <a:pt x="10271" y="23526"/>
                    <a:pt x="8896" y="26017"/>
                  </a:cubicBezTo>
                  <a:cubicBezTo>
                    <a:pt x="3250" y="35980"/>
                    <a:pt x="0" y="49335"/>
                    <a:pt x="5029" y="66817"/>
                  </a:cubicBezTo>
                  <a:cubicBezTo>
                    <a:pt x="22227" y="125834"/>
                    <a:pt x="55341" y="130175"/>
                    <a:pt x="87269" y="131266"/>
                  </a:cubicBezTo>
                  <a:cubicBezTo>
                    <a:pt x="89195" y="131335"/>
                    <a:pt x="91057" y="131368"/>
                    <a:pt x="92858" y="131368"/>
                  </a:cubicBezTo>
                  <a:cubicBezTo>
                    <a:pt x="138018" y="131368"/>
                    <a:pt x="144534" y="110399"/>
                    <a:pt x="142823" y="92720"/>
                  </a:cubicBezTo>
                  <a:cubicBezTo>
                    <a:pt x="142704" y="91036"/>
                    <a:pt x="142420" y="89470"/>
                    <a:pt x="142230" y="87881"/>
                  </a:cubicBezTo>
                  <a:cubicBezTo>
                    <a:pt x="141637" y="84916"/>
                    <a:pt x="141044" y="82140"/>
                    <a:pt x="140332" y="79674"/>
                  </a:cubicBezTo>
                  <a:cubicBezTo>
                    <a:pt x="132528" y="51019"/>
                    <a:pt x="126906" y="34201"/>
                    <a:pt x="102877" y="19589"/>
                  </a:cubicBezTo>
                  <a:cubicBezTo>
                    <a:pt x="91017" y="12259"/>
                    <a:pt x="77591" y="6637"/>
                    <a:pt x="67201" y="2889"/>
                  </a:cubicBezTo>
                  <a:cubicBezTo>
                    <a:pt x="61912" y="943"/>
                    <a:pt x="56428" y="0"/>
                    <a:pt x="509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33"/>
            <p:cNvSpPr/>
            <p:nvPr/>
          </p:nvSpPr>
          <p:spPr>
            <a:xfrm flipH="1">
              <a:off x="3343367" y="2234188"/>
              <a:ext cx="3043579" cy="2284560"/>
            </a:xfrm>
            <a:custGeom>
              <a:avLst/>
              <a:gdLst/>
              <a:ahLst/>
              <a:cxnLst/>
              <a:rect l="l" t="t" r="r" b="b"/>
              <a:pathLst>
                <a:path w="136300" h="102309" extrusionOk="0">
                  <a:moveTo>
                    <a:pt x="6808" y="0"/>
                  </a:moveTo>
                  <a:cubicBezTo>
                    <a:pt x="5243" y="2088"/>
                    <a:pt x="3748" y="4341"/>
                    <a:pt x="2373" y="6832"/>
                  </a:cubicBezTo>
                  <a:cubicBezTo>
                    <a:pt x="1092" y="11458"/>
                    <a:pt x="499" y="16202"/>
                    <a:pt x="593" y="20946"/>
                  </a:cubicBezTo>
                  <a:cubicBezTo>
                    <a:pt x="688" y="28869"/>
                    <a:pt x="2562" y="36957"/>
                    <a:pt x="6215" y="44975"/>
                  </a:cubicBezTo>
                  <a:cubicBezTo>
                    <a:pt x="15609" y="65233"/>
                    <a:pt x="24599" y="78184"/>
                    <a:pt x="35582" y="87080"/>
                  </a:cubicBezTo>
                  <a:cubicBezTo>
                    <a:pt x="42200" y="92417"/>
                    <a:pt x="49411" y="96165"/>
                    <a:pt x="57713" y="98750"/>
                  </a:cubicBezTo>
                  <a:cubicBezTo>
                    <a:pt x="65612" y="101122"/>
                    <a:pt x="74223" y="102308"/>
                    <a:pt x="83996" y="102308"/>
                  </a:cubicBezTo>
                  <a:lnTo>
                    <a:pt x="87364" y="102308"/>
                  </a:lnTo>
                  <a:cubicBezTo>
                    <a:pt x="113054" y="101597"/>
                    <a:pt x="125721" y="91136"/>
                    <a:pt x="131746" y="82430"/>
                  </a:cubicBezTo>
                  <a:cubicBezTo>
                    <a:pt x="133714" y="79560"/>
                    <a:pt x="135304" y="76500"/>
                    <a:pt x="136300" y="73535"/>
                  </a:cubicBezTo>
                  <a:cubicBezTo>
                    <a:pt x="136181" y="71851"/>
                    <a:pt x="135897" y="70285"/>
                    <a:pt x="135707" y="68696"/>
                  </a:cubicBezTo>
                  <a:cubicBezTo>
                    <a:pt x="134806" y="72657"/>
                    <a:pt x="133121" y="76998"/>
                    <a:pt x="130061" y="81339"/>
                  </a:cubicBezTo>
                  <a:cubicBezTo>
                    <a:pt x="124321" y="89641"/>
                    <a:pt x="112176" y="99628"/>
                    <a:pt x="87364" y="100316"/>
                  </a:cubicBezTo>
                  <a:cubicBezTo>
                    <a:pt x="86309" y="100342"/>
                    <a:pt x="85268" y="100355"/>
                    <a:pt x="84241" y="100355"/>
                  </a:cubicBezTo>
                  <a:cubicBezTo>
                    <a:pt x="42476" y="100355"/>
                    <a:pt x="24015" y="78804"/>
                    <a:pt x="7994" y="44192"/>
                  </a:cubicBezTo>
                  <a:cubicBezTo>
                    <a:pt x="0" y="26686"/>
                    <a:pt x="2278" y="12051"/>
                    <a:pt x="5622" y="2871"/>
                  </a:cubicBezTo>
                  <a:cubicBezTo>
                    <a:pt x="6026" y="1874"/>
                    <a:pt x="6429" y="902"/>
                    <a:pt x="68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33"/>
            <p:cNvSpPr/>
            <p:nvPr/>
          </p:nvSpPr>
          <p:spPr>
            <a:xfrm flipH="1">
              <a:off x="3712089" y="1446575"/>
              <a:ext cx="715096" cy="1515984"/>
            </a:xfrm>
            <a:custGeom>
              <a:avLst/>
              <a:gdLst/>
              <a:ahLst/>
              <a:cxnLst/>
              <a:rect l="l" t="t" r="r" b="b"/>
              <a:pathLst>
                <a:path w="32024" h="67890" extrusionOk="0">
                  <a:moveTo>
                    <a:pt x="2752" y="0"/>
                  </a:moveTo>
                  <a:lnTo>
                    <a:pt x="2752" y="0"/>
                  </a:lnTo>
                  <a:cubicBezTo>
                    <a:pt x="0" y="19950"/>
                    <a:pt x="10580" y="67890"/>
                    <a:pt x="10580" y="67890"/>
                  </a:cubicBezTo>
                  <a:lnTo>
                    <a:pt x="20946" y="64047"/>
                  </a:lnTo>
                  <a:cubicBezTo>
                    <a:pt x="20946" y="64047"/>
                    <a:pt x="32023" y="54345"/>
                    <a:pt x="27469" y="40800"/>
                  </a:cubicBezTo>
                  <a:cubicBezTo>
                    <a:pt x="22820" y="27280"/>
                    <a:pt x="2752" y="1"/>
                    <a:pt x="27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33"/>
            <p:cNvSpPr/>
            <p:nvPr/>
          </p:nvSpPr>
          <p:spPr>
            <a:xfrm flipH="1">
              <a:off x="4021383" y="1324748"/>
              <a:ext cx="1518105" cy="2009142"/>
            </a:xfrm>
            <a:custGeom>
              <a:avLst/>
              <a:gdLst/>
              <a:ahLst/>
              <a:cxnLst/>
              <a:rect l="l" t="t" r="r" b="b"/>
              <a:pathLst>
                <a:path w="67985" h="89975" extrusionOk="0">
                  <a:moveTo>
                    <a:pt x="27185" y="1"/>
                  </a:moveTo>
                  <a:cubicBezTo>
                    <a:pt x="24599" y="1"/>
                    <a:pt x="20946" y="1092"/>
                    <a:pt x="18669" y="1590"/>
                  </a:cubicBezTo>
                  <a:cubicBezTo>
                    <a:pt x="15016" y="2491"/>
                    <a:pt x="9394" y="4460"/>
                    <a:pt x="4935" y="7022"/>
                  </a:cubicBezTo>
                  <a:cubicBezTo>
                    <a:pt x="1" y="9892"/>
                    <a:pt x="1780" y="17910"/>
                    <a:pt x="2278" y="29557"/>
                  </a:cubicBezTo>
                  <a:cubicBezTo>
                    <a:pt x="2373" y="32617"/>
                    <a:pt x="2468" y="35701"/>
                    <a:pt x="2373" y="38666"/>
                  </a:cubicBezTo>
                  <a:cubicBezTo>
                    <a:pt x="2373" y="40540"/>
                    <a:pt x="2278" y="42414"/>
                    <a:pt x="2064" y="44193"/>
                  </a:cubicBezTo>
                  <a:cubicBezTo>
                    <a:pt x="499" y="57832"/>
                    <a:pt x="4057" y="81150"/>
                    <a:pt x="7710" y="86795"/>
                  </a:cubicBezTo>
                  <a:cubicBezTo>
                    <a:pt x="8303" y="87673"/>
                    <a:pt x="9086" y="88266"/>
                    <a:pt x="10177" y="88764"/>
                  </a:cubicBezTo>
                  <a:cubicBezTo>
                    <a:pt x="10462" y="88954"/>
                    <a:pt x="10865" y="89167"/>
                    <a:pt x="11268" y="89262"/>
                  </a:cubicBezTo>
                  <a:cubicBezTo>
                    <a:pt x="12773" y="89759"/>
                    <a:pt x="14598" y="89974"/>
                    <a:pt x="16638" y="89974"/>
                  </a:cubicBezTo>
                  <a:cubicBezTo>
                    <a:pt x="27174" y="89974"/>
                    <a:pt x="43434" y="84227"/>
                    <a:pt x="50787" y="81743"/>
                  </a:cubicBezTo>
                  <a:cubicBezTo>
                    <a:pt x="67984" y="76121"/>
                    <a:pt x="54748" y="68008"/>
                    <a:pt x="55246" y="55365"/>
                  </a:cubicBezTo>
                  <a:cubicBezTo>
                    <a:pt x="55744" y="44975"/>
                    <a:pt x="55151" y="47442"/>
                    <a:pt x="58401" y="41133"/>
                  </a:cubicBezTo>
                  <a:cubicBezTo>
                    <a:pt x="62268" y="33921"/>
                    <a:pt x="61366" y="27280"/>
                    <a:pt x="57429" y="20662"/>
                  </a:cubicBezTo>
                  <a:cubicBezTo>
                    <a:pt x="53372" y="14138"/>
                    <a:pt x="52281" y="6927"/>
                    <a:pt x="50099" y="5243"/>
                  </a:cubicBezTo>
                  <a:cubicBezTo>
                    <a:pt x="47822" y="3677"/>
                    <a:pt x="38239" y="2088"/>
                    <a:pt x="38239" y="2088"/>
                  </a:cubicBezTo>
                  <a:lnTo>
                    <a:pt x="271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33"/>
            <p:cNvSpPr/>
            <p:nvPr/>
          </p:nvSpPr>
          <p:spPr>
            <a:xfrm flipH="1">
              <a:off x="4442501" y="1795087"/>
              <a:ext cx="620283" cy="282341"/>
            </a:xfrm>
            <a:custGeom>
              <a:avLst/>
              <a:gdLst/>
              <a:ahLst/>
              <a:cxnLst/>
              <a:rect l="l" t="t" r="r" b="b"/>
              <a:pathLst>
                <a:path w="27778" h="12644" extrusionOk="0">
                  <a:moveTo>
                    <a:pt x="14138" y="1"/>
                  </a:moveTo>
                  <a:cubicBezTo>
                    <a:pt x="5622" y="1"/>
                    <a:pt x="0" y="1471"/>
                    <a:pt x="0" y="1471"/>
                  </a:cubicBezTo>
                  <a:lnTo>
                    <a:pt x="190" y="12644"/>
                  </a:lnTo>
                  <a:cubicBezTo>
                    <a:pt x="4650" y="11553"/>
                    <a:pt x="10177" y="11268"/>
                    <a:pt x="15111" y="11268"/>
                  </a:cubicBezTo>
                  <a:cubicBezTo>
                    <a:pt x="22037" y="11268"/>
                    <a:pt x="27777" y="11861"/>
                    <a:pt x="27777" y="11861"/>
                  </a:cubicBezTo>
                  <a:lnTo>
                    <a:pt x="27374" y="1282"/>
                  </a:lnTo>
                  <a:cubicBezTo>
                    <a:pt x="22535" y="285"/>
                    <a:pt x="17981" y="1"/>
                    <a:pt x="14138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33"/>
            <p:cNvSpPr/>
            <p:nvPr/>
          </p:nvSpPr>
          <p:spPr>
            <a:xfrm flipH="1">
              <a:off x="4595060" y="1468279"/>
              <a:ext cx="461360" cy="158945"/>
            </a:xfrm>
            <a:custGeom>
              <a:avLst/>
              <a:gdLst/>
              <a:ahLst/>
              <a:cxnLst/>
              <a:rect l="l" t="t" r="r" b="b"/>
              <a:pathLst>
                <a:path w="20661" h="7118" extrusionOk="0">
                  <a:moveTo>
                    <a:pt x="498" y="1"/>
                  </a:moveTo>
                  <a:cubicBezTo>
                    <a:pt x="308" y="1"/>
                    <a:pt x="214" y="1"/>
                    <a:pt x="95" y="96"/>
                  </a:cubicBezTo>
                  <a:cubicBezTo>
                    <a:pt x="0" y="309"/>
                    <a:pt x="0" y="594"/>
                    <a:pt x="95" y="689"/>
                  </a:cubicBezTo>
                  <a:cubicBezTo>
                    <a:pt x="403" y="997"/>
                    <a:pt x="6428" y="6833"/>
                    <a:pt x="13046" y="7117"/>
                  </a:cubicBezTo>
                  <a:lnTo>
                    <a:pt x="13545" y="7117"/>
                  </a:lnTo>
                  <a:cubicBezTo>
                    <a:pt x="19878" y="7117"/>
                    <a:pt x="20661" y="499"/>
                    <a:pt x="20661" y="499"/>
                  </a:cubicBezTo>
                  <a:cubicBezTo>
                    <a:pt x="20661" y="214"/>
                    <a:pt x="20566" y="1"/>
                    <a:pt x="20258" y="1"/>
                  </a:cubicBezTo>
                  <a:cubicBezTo>
                    <a:pt x="19973" y="1"/>
                    <a:pt x="19783" y="96"/>
                    <a:pt x="19783" y="404"/>
                  </a:cubicBezTo>
                  <a:cubicBezTo>
                    <a:pt x="19783" y="594"/>
                    <a:pt x="19072" y="6240"/>
                    <a:pt x="13545" y="6240"/>
                  </a:cubicBezTo>
                  <a:lnTo>
                    <a:pt x="13046" y="6240"/>
                  </a:lnTo>
                  <a:cubicBezTo>
                    <a:pt x="6832" y="5931"/>
                    <a:pt x="807" y="96"/>
                    <a:pt x="807" y="96"/>
                  </a:cubicBezTo>
                  <a:cubicBezTo>
                    <a:pt x="688" y="1"/>
                    <a:pt x="593" y="1"/>
                    <a:pt x="498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33"/>
            <p:cNvSpPr/>
            <p:nvPr/>
          </p:nvSpPr>
          <p:spPr>
            <a:xfrm flipH="1">
              <a:off x="4447275" y="2620302"/>
              <a:ext cx="730459" cy="196549"/>
            </a:xfrm>
            <a:custGeom>
              <a:avLst/>
              <a:gdLst/>
              <a:ahLst/>
              <a:cxnLst/>
              <a:rect l="l" t="t" r="r" b="b"/>
              <a:pathLst>
                <a:path w="32712" h="8802" extrusionOk="0">
                  <a:moveTo>
                    <a:pt x="28181" y="1"/>
                  </a:moveTo>
                  <a:cubicBezTo>
                    <a:pt x="26592" y="1"/>
                    <a:pt x="24718" y="96"/>
                    <a:pt x="22441" y="309"/>
                  </a:cubicBezTo>
                  <a:cubicBezTo>
                    <a:pt x="17104" y="902"/>
                    <a:pt x="8896" y="2776"/>
                    <a:pt x="309" y="7924"/>
                  </a:cubicBezTo>
                  <a:cubicBezTo>
                    <a:pt x="96" y="8113"/>
                    <a:pt x="1" y="8398"/>
                    <a:pt x="191" y="8612"/>
                  </a:cubicBezTo>
                  <a:cubicBezTo>
                    <a:pt x="191" y="8612"/>
                    <a:pt x="191" y="8706"/>
                    <a:pt x="309" y="8706"/>
                  </a:cubicBezTo>
                  <a:cubicBezTo>
                    <a:pt x="404" y="8801"/>
                    <a:pt x="499" y="8801"/>
                    <a:pt x="594" y="8801"/>
                  </a:cubicBezTo>
                  <a:cubicBezTo>
                    <a:pt x="689" y="8801"/>
                    <a:pt x="689" y="8801"/>
                    <a:pt x="784" y="8706"/>
                  </a:cubicBezTo>
                  <a:cubicBezTo>
                    <a:pt x="9205" y="3654"/>
                    <a:pt x="17293" y="1875"/>
                    <a:pt x="22536" y="1282"/>
                  </a:cubicBezTo>
                  <a:cubicBezTo>
                    <a:pt x="24718" y="997"/>
                    <a:pt x="26592" y="902"/>
                    <a:pt x="28063" y="902"/>
                  </a:cubicBezTo>
                  <a:cubicBezTo>
                    <a:pt x="30648" y="902"/>
                    <a:pt x="32024" y="1092"/>
                    <a:pt x="32119" y="1187"/>
                  </a:cubicBezTo>
                  <a:cubicBezTo>
                    <a:pt x="32427" y="1187"/>
                    <a:pt x="32617" y="997"/>
                    <a:pt x="32617" y="807"/>
                  </a:cubicBezTo>
                  <a:cubicBezTo>
                    <a:pt x="32712" y="499"/>
                    <a:pt x="32522" y="309"/>
                    <a:pt x="32214" y="214"/>
                  </a:cubicBezTo>
                  <a:cubicBezTo>
                    <a:pt x="32119" y="214"/>
                    <a:pt x="30648" y="1"/>
                    <a:pt x="28181" y="1"/>
                  </a:cubicBezTo>
                  <a:close/>
                </a:path>
              </a:pathLst>
            </a:custGeom>
            <a:solidFill>
              <a:srgbClr val="D6DC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33"/>
            <p:cNvSpPr/>
            <p:nvPr/>
          </p:nvSpPr>
          <p:spPr>
            <a:xfrm flipH="1">
              <a:off x="4884234" y="1259503"/>
              <a:ext cx="712975" cy="1985383"/>
            </a:xfrm>
            <a:custGeom>
              <a:avLst/>
              <a:gdLst/>
              <a:ahLst/>
              <a:cxnLst/>
              <a:rect l="l" t="t" r="r" b="b"/>
              <a:pathLst>
                <a:path w="31929" h="88911" extrusionOk="0">
                  <a:moveTo>
                    <a:pt x="23418" y="1"/>
                  </a:moveTo>
                  <a:cubicBezTo>
                    <a:pt x="21202" y="1"/>
                    <a:pt x="18457" y="236"/>
                    <a:pt x="17008" y="1262"/>
                  </a:cubicBezTo>
                  <a:cubicBezTo>
                    <a:pt x="14351" y="3136"/>
                    <a:pt x="15727" y="4702"/>
                    <a:pt x="15727" y="4702"/>
                  </a:cubicBezTo>
                  <a:cubicBezTo>
                    <a:pt x="15727" y="4702"/>
                    <a:pt x="5835" y="6481"/>
                    <a:pt x="2870" y="11628"/>
                  </a:cubicBezTo>
                  <a:cubicBezTo>
                    <a:pt x="0" y="16776"/>
                    <a:pt x="5337" y="31008"/>
                    <a:pt x="4151" y="38812"/>
                  </a:cubicBezTo>
                  <a:cubicBezTo>
                    <a:pt x="2870" y="46616"/>
                    <a:pt x="1186" y="67870"/>
                    <a:pt x="4151" y="73208"/>
                  </a:cubicBezTo>
                  <a:cubicBezTo>
                    <a:pt x="4863" y="74678"/>
                    <a:pt x="6642" y="73397"/>
                    <a:pt x="9204" y="75864"/>
                  </a:cubicBezTo>
                  <a:cubicBezTo>
                    <a:pt x="9607" y="76173"/>
                    <a:pt x="9892" y="76576"/>
                    <a:pt x="10295" y="76861"/>
                  </a:cubicBezTo>
                  <a:cubicBezTo>
                    <a:pt x="15229" y="81415"/>
                    <a:pt x="22345" y="86444"/>
                    <a:pt x="30244" y="88911"/>
                  </a:cubicBezTo>
                  <a:cubicBezTo>
                    <a:pt x="31928" y="65190"/>
                    <a:pt x="27184" y="33878"/>
                    <a:pt x="26805" y="171"/>
                  </a:cubicBezTo>
                  <a:cubicBezTo>
                    <a:pt x="26805" y="171"/>
                    <a:pt x="25302" y="1"/>
                    <a:pt x="234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33"/>
            <p:cNvSpPr/>
            <p:nvPr/>
          </p:nvSpPr>
          <p:spPr>
            <a:xfrm flipH="1">
              <a:off x="5084997" y="1496883"/>
              <a:ext cx="99078" cy="1531883"/>
            </a:xfrm>
            <a:custGeom>
              <a:avLst/>
              <a:gdLst/>
              <a:ahLst/>
              <a:cxnLst/>
              <a:rect l="l" t="t" r="r" b="b"/>
              <a:pathLst>
                <a:path w="4437" h="68602" extrusionOk="0">
                  <a:moveTo>
                    <a:pt x="4033" y="1"/>
                  </a:moveTo>
                  <a:cubicBezTo>
                    <a:pt x="3748" y="1"/>
                    <a:pt x="3558" y="214"/>
                    <a:pt x="3558" y="404"/>
                  </a:cubicBezTo>
                  <a:cubicBezTo>
                    <a:pt x="3558" y="902"/>
                    <a:pt x="0" y="44881"/>
                    <a:pt x="3558" y="68317"/>
                  </a:cubicBezTo>
                  <a:cubicBezTo>
                    <a:pt x="3558" y="68507"/>
                    <a:pt x="3748" y="68602"/>
                    <a:pt x="3938" y="68602"/>
                  </a:cubicBezTo>
                  <a:lnTo>
                    <a:pt x="4033" y="68602"/>
                  </a:lnTo>
                  <a:cubicBezTo>
                    <a:pt x="4341" y="68602"/>
                    <a:pt x="4436" y="68412"/>
                    <a:pt x="4436" y="68103"/>
                  </a:cubicBezTo>
                  <a:cubicBezTo>
                    <a:pt x="878" y="44881"/>
                    <a:pt x="4436" y="902"/>
                    <a:pt x="4436" y="499"/>
                  </a:cubicBezTo>
                  <a:cubicBezTo>
                    <a:pt x="4436" y="309"/>
                    <a:pt x="4246" y="1"/>
                    <a:pt x="40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33"/>
            <p:cNvSpPr/>
            <p:nvPr/>
          </p:nvSpPr>
          <p:spPr>
            <a:xfrm flipH="1">
              <a:off x="4923981" y="1443918"/>
              <a:ext cx="132439" cy="1664300"/>
            </a:xfrm>
            <a:custGeom>
              <a:avLst/>
              <a:gdLst/>
              <a:ahLst/>
              <a:cxnLst/>
              <a:rect l="l" t="t" r="r" b="b"/>
              <a:pathLst>
                <a:path w="5931" h="74532" extrusionOk="0">
                  <a:moveTo>
                    <a:pt x="403" y="1"/>
                  </a:moveTo>
                  <a:cubicBezTo>
                    <a:pt x="214" y="1"/>
                    <a:pt x="0" y="214"/>
                    <a:pt x="0" y="499"/>
                  </a:cubicBezTo>
                  <a:cubicBezTo>
                    <a:pt x="0" y="902"/>
                    <a:pt x="403" y="47253"/>
                    <a:pt x="5053" y="74128"/>
                  </a:cubicBezTo>
                  <a:cubicBezTo>
                    <a:pt x="5147" y="74342"/>
                    <a:pt x="5337" y="74532"/>
                    <a:pt x="5551" y="74532"/>
                  </a:cubicBezTo>
                  <a:cubicBezTo>
                    <a:pt x="5835" y="74437"/>
                    <a:pt x="5930" y="74247"/>
                    <a:pt x="5930" y="74034"/>
                  </a:cubicBezTo>
                  <a:cubicBezTo>
                    <a:pt x="1281" y="47253"/>
                    <a:pt x="901" y="902"/>
                    <a:pt x="901" y="499"/>
                  </a:cubicBezTo>
                  <a:cubicBezTo>
                    <a:pt x="901" y="214"/>
                    <a:pt x="688" y="1"/>
                    <a:pt x="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33"/>
            <p:cNvSpPr/>
            <p:nvPr/>
          </p:nvSpPr>
          <p:spPr>
            <a:xfrm flipH="1">
              <a:off x="5096137" y="1357058"/>
              <a:ext cx="154144" cy="91665"/>
            </a:xfrm>
            <a:custGeom>
              <a:avLst/>
              <a:gdLst/>
              <a:ahLst/>
              <a:cxnLst/>
              <a:rect l="l" t="t" r="r" b="b"/>
              <a:pathLst>
                <a:path w="6903" h="4105" extrusionOk="0">
                  <a:moveTo>
                    <a:pt x="451" y="1"/>
                  </a:moveTo>
                  <a:cubicBezTo>
                    <a:pt x="338" y="1"/>
                    <a:pt x="237" y="48"/>
                    <a:pt x="190" y="143"/>
                  </a:cubicBezTo>
                  <a:cubicBezTo>
                    <a:pt x="0" y="333"/>
                    <a:pt x="0" y="641"/>
                    <a:pt x="190" y="736"/>
                  </a:cubicBezTo>
                  <a:cubicBezTo>
                    <a:pt x="285" y="831"/>
                    <a:pt x="2562" y="3108"/>
                    <a:pt x="6215" y="4104"/>
                  </a:cubicBezTo>
                  <a:lnTo>
                    <a:pt x="6405" y="4104"/>
                  </a:lnTo>
                  <a:cubicBezTo>
                    <a:pt x="6618" y="4104"/>
                    <a:pt x="6713" y="4009"/>
                    <a:pt x="6808" y="3796"/>
                  </a:cubicBezTo>
                  <a:cubicBezTo>
                    <a:pt x="6903" y="3511"/>
                    <a:pt x="6713" y="3298"/>
                    <a:pt x="6523" y="3203"/>
                  </a:cubicBezTo>
                  <a:cubicBezTo>
                    <a:pt x="2965" y="2325"/>
                    <a:pt x="783" y="143"/>
                    <a:pt x="783" y="143"/>
                  </a:cubicBezTo>
                  <a:cubicBezTo>
                    <a:pt x="688" y="48"/>
                    <a:pt x="564" y="1"/>
                    <a:pt x="4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33"/>
            <p:cNvSpPr/>
            <p:nvPr/>
          </p:nvSpPr>
          <p:spPr>
            <a:xfrm flipH="1">
              <a:off x="4116232" y="1298556"/>
              <a:ext cx="518592" cy="1930964"/>
            </a:xfrm>
            <a:custGeom>
              <a:avLst/>
              <a:gdLst/>
              <a:ahLst/>
              <a:cxnLst/>
              <a:rect l="l" t="t" r="r" b="b"/>
              <a:pathLst>
                <a:path w="23224" h="86474" extrusionOk="0">
                  <a:moveTo>
                    <a:pt x="1435" y="1"/>
                  </a:moveTo>
                  <a:cubicBezTo>
                    <a:pt x="601" y="1"/>
                    <a:pt x="1" y="106"/>
                    <a:pt x="1" y="106"/>
                  </a:cubicBezTo>
                  <a:cubicBezTo>
                    <a:pt x="3867" y="31323"/>
                    <a:pt x="6832" y="60784"/>
                    <a:pt x="8113" y="86474"/>
                  </a:cubicBezTo>
                  <a:cubicBezTo>
                    <a:pt x="18574" y="81943"/>
                    <a:pt x="21444" y="72455"/>
                    <a:pt x="21444" y="72455"/>
                  </a:cubicBezTo>
                  <a:cubicBezTo>
                    <a:pt x="21444" y="72455"/>
                    <a:pt x="15324" y="54166"/>
                    <a:pt x="16914" y="47833"/>
                  </a:cubicBezTo>
                  <a:cubicBezTo>
                    <a:pt x="18384" y="41404"/>
                    <a:pt x="23223" y="36470"/>
                    <a:pt x="21444" y="28856"/>
                  </a:cubicBezTo>
                  <a:cubicBezTo>
                    <a:pt x="19570" y="21241"/>
                    <a:pt x="13949" y="15620"/>
                    <a:pt x="13450" y="11967"/>
                  </a:cubicBezTo>
                  <a:cubicBezTo>
                    <a:pt x="12857" y="8290"/>
                    <a:pt x="13142" y="6819"/>
                    <a:pt x="10865" y="5823"/>
                  </a:cubicBezTo>
                  <a:cubicBezTo>
                    <a:pt x="8611" y="4732"/>
                    <a:pt x="6619" y="4352"/>
                    <a:pt x="6619" y="4352"/>
                  </a:cubicBezTo>
                  <a:cubicBezTo>
                    <a:pt x="6619" y="4352"/>
                    <a:pt x="6429" y="2668"/>
                    <a:pt x="5741" y="1672"/>
                  </a:cubicBezTo>
                  <a:cubicBezTo>
                    <a:pt x="4705" y="270"/>
                    <a:pt x="2770" y="1"/>
                    <a:pt x="1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33"/>
            <p:cNvSpPr/>
            <p:nvPr/>
          </p:nvSpPr>
          <p:spPr>
            <a:xfrm flipH="1">
              <a:off x="4347708" y="1496883"/>
              <a:ext cx="187527" cy="1509642"/>
            </a:xfrm>
            <a:custGeom>
              <a:avLst/>
              <a:gdLst/>
              <a:ahLst/>
              <a:cxnLst/>
              <a:rect l="l" t="t" r="r" b="b"/>
              <a:pathLst>
                <a:path w="8398" h="67606" extrusionOk="0">
                  <a:moveTo>
                    <a:pt x="380" y="1"/>
                  </a:moveTo>
                  <a:cubicBezTo>
                    <a:pt x="190" y="120"/>
                    <a:pt x="0" y="309"/>
                    <a:pt x="0" y="594"/>
                  </a:cubicBezTo>
                  <a:cubicBezTo>
                    <a:pt x="95" y="902"/>
                    <a:pt x="6523" y="32143"/>
                    <a:pt x="7496" y="67131"/>
                  </a:cubicBezTo>
                  <a:cubicBezTo>
                    <a:pt x="7496" y="67416"/>
                    <a:pt x="7710" y="67605"/>
                    <a:pt x="7994" y="67605"/>
                  </a:cubicBezTo>
                  <a:cubicBezTo>
                    <a:pt x="8184" y="67510"/>
                    <a:pt x="8397" y="67321"/>
                    <a:pt x="8397" y="67131"/>
                  </a:cubicBezTo>
                  <a:cubicBezTo>
                    <a:pt x="7401" y="32024"/>
                    <a:pt x="973" y="713"/>
                    <a:pt x="878" y="404"/>
                  </a:cubicBezTo>
                  <a:cubicBezTo>
                    <a:pt x="878" y="120"/>
                    <a:pt x="593" y="1"/>
                    <a:pt x="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33"/>
            <p:cNvSpPr/>
            <p:nvPr/>
          </p:nvSpPr>
          <p:spPr>
            <a:xfrm flipH="1">
              <a:off x="4475903" y="1386153"/>
              <a:ext cx="108077" cy="84273"/>
            </a:xfrm>
            <a:custGeom>
              <a:avLst/>
              <a:gdLst/>
              <a:ahLst/>
              <a:cxnLst/>
              <a:rect l="l" t="t" r="r" b="b"/>
              <a:pathLst>
                <a:path w="4840" h="3774" extrusionOk="0">
                  <a:moveTo>
                    <a:pt x="4325" y="1"/>
                  </a:moveTo>
                  <a:cubicBezTo>
                    <a:pt x="4149" y="1"/>
                    <a:pt x="3941" y="160"/>
                    <a:pt x="3844" y="334"/>
                  </a:cubicBezTo>
                  <a:cubicBezTo>
                    <a:pt x="3251" y="2398"/>
                    <a:pt x="404" y="2896"/>
                    <a:pt x="404" y="2896"/>
                  </a:cubicBezTo>
                  <a:cubicBezTo>
                    <a:pt x="191" y="2896"/>
                    <a:pt x="1" y="3181"/>
                    <a:pt x="1" y="3394"/>
                  </a:cubicBezTo>
                  <a:cubicBezTo>
                    <a:pt x="96" y="3584"/>
                    <a:pt x="286" y="3774"/>
                    <a:pt x="499" y="3774"/>
                  </a:cubicBezTo>
                  <a:lnTo>
                    <a:pt x="594" y="3774"/>
                  </a:lnTo>
                  <a:cubicBezTo>
                    <a:pt x="689" y="3679"/>
                    <a:pt x="3962" y="3181"/>
                    <a:pt x="4745" y="619"/>
                  </a:cubicBezTo>
                  <a:cubicBezTo>
                    <a:pt x="4840" y="334"/>
                    <a:pt x="4650" y="121"/>
                    <a:pt x="4437" y="26"/>
                  </a:cubicBezTo>
                  <a:cubicBezTo>
                    <a:pt x="4402" y="9"/>
                    <a:pt x="4365" y="1"/>
                    <a:pt x="43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33"/>
            <p:cNvSpPr/>
            <p:nvPr/>
          </p:nvSpPr>
          <p:spPr>
            <a:xfrm flipH="1">
              <a:off x="4369947" y="1479421"/>
              <a:ext cx="200791" cy="1527104"/>
            </a:xfrm>
            <a:custGeom>
              <a:avLst/>
              <a:gdLst/>
              <a:ahLst/>
              <a:cxnLst/>
              <a:rect l="l" t="t" r="r" b="b"/>
              <a:pathLst>
                <a:path w="8992" h="68388" extrusionOk="0">
                  <a:moveTo>
                    <a:pt x="404" y="0"/>
                  </a:moveTo>
                  <a:cubicBezTo>
                    <a:pt x="191" y="0"/>
                    <a:pt x="1" y="309"/>
                    <a:pt x="1" y="498"/>
                  </a:cubicBezTo>
                  <a:cubicBezTo>
                    <a:pt x="96" y="902"/>
                    <a:pt x="4935" y="42200"/>
                    <a:pt x="8113" y="68008"/>
                  </a:cubicBezTo>
                  <a:cubicBezTo>
                    <a:pt x="8113" y="68198"/>
                    <a:pt x="8303" y="68387"/>
                    <a:pt x="8493" y="68387"/>
                  </a:cubicBezTo>
                  <a:lnTo>
                    <a:pt x="8588" y="68387"/>
                  </a:lnTo>
                  <a:cubicBezTo>
                    <a:pt x="8801" y="68292"/>
                    <a:pt x="8991" y="68103"/>
                    <a:pt x="8991" y="67913"/>
                  </a:cubicBezTo>
                  <a:cubicBezTo>
                    <a:pt x="5836" y="42105"/>
                    <a:pt x="997" y="783"/>
                    <a:pt x="879" y="403"/>
                  </a:cubicBezTo>
                  <a:cubicBezTo>
                    <a:pt x="879" y="190"/>
                    <a:pt x="689" y="0"/>
                    <a:pt x="4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33"/>
            <p:cNvSpPr/>
            <p:nvPr/>
          </p:nvSpPr>
          <p:spPr>
            <a:xfrm flipH="1">
              <a:off x="3698801" y="2706648"/>
              <a:ext cx="1924891" cy="820761"/>
            </a:xfrm>
            <a:custGeom>
              <a:avLst/>
              <a:gdLst/>
              <a:ahLst/>
              <a:cxnLst/>
              <a:rect l="l" t="t" r="r" b="b"/>
              <a:pathLst>
                <a:path w="86202" h="36756" extrusionOk="0">
                  <a:moveTo>
                    <a:pt x="86201" y="0"/>
                  </a:moveTo>
                  <a:lnTo>
                    <a:pt x="86201" y="0"/>
                  </a:lnTo>
                  <a:cubicBezTo>
                    <a:pt x="76808" y="7805"/>
                    <a:pt x="65137" y="10366"/>
                    <a:pt x="56052" y="15798"/>
                  </a:cubicBezTo>
                  <a:cubicBezTo>
                    <a:pt x="53490" y="17388"/>
                    <a:pt x="51118" y="18764"/>
                    <a:pt x="49339" y="19760"/>
                  </a:cubicBezTo>
                  <a:cubicBezTo>
                    <a:pt x="47573" y="20780"/>
                    <a:pt x="45453" y="21193"/>
                    <a:pt x="43244" y="21193"/>
                  </a:cubicBezTo>
                  <a:cubicBezTo>
                    <a:pt x="42218" y="21193"/>
                    <a:pt x="41173" y="21104"/>
                    <a:pt x="40136" y="20946"/>
                  </a:cubicBezTo>
                  <a:cubicBezTo>
                    <a:pt x="33707" y="20068"/>
                    <a:pt x="27587" y="16890"/>
                    <a:pt x="27587" y="16890"/>
                  </a:cubicBezTo>
                  <a:cubicBezTo>
                    <a:pt x="27587" y="16890"/>
                    <a:pt x="7786" y="7887"/>
                    <a:pt x="3348" y="7887"/>
                  </a:cubicBezTo>
                  <a:cubicBezTo>
                    <a:pt x="3253" y="7887"/>
                    <a:pt x="3165" y="7891"/>
                    <a:pt x="3084" y="7899"/>
                  </a:cubicBezTo>
                  <a:cubicBezTo>
                    <a:pt x="0" y="8089"/>
                    <a:pt x="16225" y="25002"/>
                    <a:pt x="29556" y="31929"/>
                  </a:cubicBezTo>
                  <a:cubicBezTo>
                    <a:pt x="30956" y="32901"/>
                    <a:pt x="33019" y="33897"/>
                    <a:pt x="36174" y="34894"/>
                  </a:cubicBezTo>
                  <a:cubicBezTo>
                    <a:pt x="40438" y="36240"/>
                    <a:pt x="44614" y="36755"/>
                    <a:pt x="48506" y="36755"/>
                  </a:cubicBezTo>
                  <a:cubicBezTo>
                    <a:pt x="61136" y="36755"/>
                    <a:pt x="70783" y="31336"/>
                    <a:pt x="70783" y="31336"/>
                  </a:cubicBezTo>
                  <a:cubicBezTo>
                    <a:pt x="71755" y="26473"/>
                    <a:pt x="71067" y="20851"/>
                    <a:pt x="69502" y="18764"/>
                  </a:cubicBezTo>
                  <a:cubicBezTo>
                    <a:pt x="69976" y="18076"/>
                    <a:pt x="69597" y="17198"/>
                    <a:pt x="69597" y="17198"/>
                  </a:cubicBezTo>
                  <a:lnTo>
                    <a:pt x="86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33"/>
            <p:cNvSpPr/>
            <p:nvPr/>
          </p:nvSpPr>
          <p:spPr>
            <a:xfrm flipH="1">
              <a:off x="4204173" y="3668517"/>
              <a:ext cx="284998" cy="280755"/>
            </a:xfrm>
            <a:custGeom>
              <a:avLst/>
              <a:gdLst/>
              <a:ahLst/>
              <a:cxnLst/>
              <a:rect l="l" t="t" r="r" b="b"/>
              <a:pathLst>
                <a:path w="12763" h="12573" extrusionOk="0">
                  <a:moveTo>
                    <a:pt x="3749" y="0"/>
                  </a:moveTo>
                  <a:lnTo>
                    <a:pt x="1" y="8706"/>
                  </a:lnTo>
                  <a:lnTo>
                    <a:pt x="12644" y="12572"/>
                  </a:lnTo>
                  <a:cubicBezTo>
                    <a:pt x="12644" y="12572"/>
                    <a:pt x="12763" y="4958"/>
                    <a:pt x="10675" y="3274"/>
                  </a:cubicBezTo>
                  <a:cubicBezTo>
                    <a:pt x="10675" y="3274"/>
                    <a:pt x="5338" y="1685"/>
                    <a:pt x="3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33"/>
            <p:cNvSpPr/>
            <p:nvPr/>
          </p:nvSpPr>
          <p:spPr>
            <a:xfrm flipH="1">
              <a:off x="3573312" y="3496382"/>
              <a:ext cx="747943" cy="834673"/>
            </a:xfrm>
            <a:custGeom>
              <a:avLst/>
              <a:gdLst/>
              <a:ahLst/>
              <a:cxnLst/>
              <a:rect l="l" t="t" r="r" b="b"/>
              <a:pathLst>
                <a:path w="33495" h="37379" extrusionOk="0">
                  <a:moveTo>
                    <a:pt x="17198" y="0"/>
                  </a:moveTo>
                  <a:cubicBezTo>
                    <a:pt x="16605" y="0"/>
                    <a:pt x="15917" y="119"/>
                    <a:pt x="15016" y="498"/>
                  </a:cubicBezTo>
                  <a:cubicBezTo>
                    <a:pt x="11861" y="1589"/>
                    <a:pt x="7401" y="4744"/>
                    <a:pt x="4531" y="6642"/>
                  </a:cubicBezTo>
                  <a:cubicBezTo>
                    <a:pt x="4246" y="6832"/>
                    <a:pt x="3938" y="7022"/>
                    <a:pt x="3653" y="7235"/>
                  </a:cubicBezTo>
                  <a:cubicBezTo>
                    <a:pt x="3155" y="7520"/>
                    <a:pt x="2752" y="7709"/>
                    <a:pt x="2467" y="7923"/>
                  </a:cubicBezTo>
                  <a:cubicBezTo>
                    <a:pt x="0" y="9014"/>
                    <a:pt x="1281" y="10390"/>
                    <a:pt x="1281" y="10390"/>
                  </a:cubicBezTo>
                  <a:cubicBezTo>
                    <a:pt x="5931" y="12667"/>
                    <a:pt x="3060" y="19570"/>
                    <a:pt x="5931" y="21254"/>
                  </a:cubicBezTo>
                  <a:cubicBezTo>
                    <a:pt x="5931" y="21254"/>
                    <a:pt x="7117" y="21942"/>
                    <a:pt x="11054" y="23626"/>
                  </a:cubicBezTo>
                  <a:cubicBezTo>
                    <a:pt x="14921" y="25310"/>
                    <a:pt x="18764" y="29461"/>
                    <a:pt x="22322" y="32830"/>
                  </a:cubicBezTo>
                  <a:cubicBezTo>
                    <a:pt x="26161" y="36415"/>
                    <a:pt x="28852" y="37379"/>
                    <a:pt x="30621" y="37379"/>
                  </a:cubicBezTo>
                  <a:cubicBezTo>
                    <a:pt x="30995" y="37379"/>
                    <a:pt x="31327" y="37336"/>
                    <a:pt x="31620" y="37266"/>
                  </a:cubicBezTo>
                  <a:cubicBezTo>
                    <a:pt x="32901" y="36981"/>
                    <a:pt x="33494" y="36080"/>
                    <a:pt x="33494" y="36080"/>
                  </a:cubicBezTo>
                  <a:lnTo>
                    <a:pt x="17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33"/>
            <p:cNvSpPr/>
            <p:nvPr/>
          </p:nvSpPr>
          <p:spPr>
            <a:xfrm flipH="1">
              <a:off x="3573325" y="3496382"/>
              <a:ext cx="412658" cy="832150"/>
            </a:xfrm>
            <a:custGeom>
              <a:avLst/>
              <a:gdLst/>
              <a:ahLst/>
              <a:cxnLst/>
              <a:rect l="l" t="t" r="r" b="b"/>
              <a:pathLst>
                <a:path w="18480" h="37266" extrusionOk="0">
                  <a:moveTo>
                    <a:pt x="2183" y="0"/>
                  </a:moveTo>
                  <a:cubicBezTo>
                    <a:pt x="1590" y="0"/>
                    <a:pt x="902" y="119"/>
                    <a:pt x="1" y="498"/>
                  </a:cubicBezTo>
                  <a:lnTo>
                    <a:pt x="16605" y="37266"/>
                  </a:lnTo>
                  <a:cubicBezTo>
                    <a:pt x="17886" y="36981"/>
                    <a:pt x="18479" y="36080"/>
                    <a:pt x="18479" y="36080"/>
                  </a:cubicBezTo>
                  <a:lnTo>
                    <a:pt x="21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33"/>
            <p:cNvSpPr/>
            <p:nvPr/>
          </p:nvSpPr>
          <p:spPr>
            <a:xfrm flipH="1">
              <a:off x="3899601" y="3556224"/>
              <a:ext cx="340086" cy="137620"/>
            </a:xfrm>
            <a:custGeom>
              <a:avLst/>
              <a:gdLst/>
              <a:ahLst/>
              <a:cxnLst/>
              <a:rect l="l" t="t" r="r" b="b"/>
              <a:pathLst>
                <a:path w="15230" h="6163" extrusionOk="0">
                  <a:moveTo>
                    <a:pt x="14731" y="1"/>
                  </a:moveTo>
                  <a:cubicBezTo>
                    <a:pt x="14043" y="1590"/>
                    <a:pt x="12549" y="3464"/>
                    <a:pt x="9892" y="4436"/>
                  </a:cubicBezTo>
                  <a:cubicBezTo>
                    <a:pt x="8574" y="4972"/>
                    <a:pt x="7298" y="5176"/>
                    <a:pt x="6112" y="5176"/>
                  </a:cubicBezTo>
                  <a:cubicBezTo>
                    <a:pt x="3990" y="5176"/>
                    <a:pt x="2156" y="4525"/>
                    <a:pt x="878" y="3962"/>
                  </a:cubicBezTo>
                  <a:cubicBezTo>
                    <a:pt x="593" y="4152"/>
                    <a:pt x="285" y="4342"/>
                    <a:pt x="0" y="4555"/>
                  </a:cubicBezTo>
                  <a:cubicBezTo>
                    <a:pt x="1309" y="5265"/>
                    <a:pt x="3456" y="6163"/>
                    <a:pt x="6024" y="6163"/>
                  </a:cubicBezTo>
                  <a:cubicBezTo>
                    <a:pt x="7319" y="6163"/>
                    <a:pt x="8721" y="5934"/>
                    <a:pt x="10177" y="5338"/>
                  </a:cubicBezTo>
                  <a:cubicBezTo>
                    <a:pt x="12857" y="4342"/>
                    <a:pt x="14328" y="2657"/>
                    <a:pt x="15229" y="997"/>
                  </a:cubicBezTo>
                  <a:lnTo>
                    <a:pt x="147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21" name="Google Shape;221;p33"/>
            <p:cNvGrpSpPr/>
            <p:nvPr/>
          </p:nvGrpSpPr>
          <p:grpSpPr>
            <a:xfrm>
              <a:off x="3818044" y="3949238"/>
              <a:ext cx="309349" cy="284453"/>
              <a:chOff x="3818044" y="3949238"/>
              <a:chExt cx="309349" cy="284453"/>
            </a:xfrm>
          </p:grpSpPr>
          <p:sp>
            <p:nvSpPr>
              <p:cNvPr id="222" name="Google Shape;222;p33"/>
              <p:cNvSpPr/>
              <p:nvPr/>
            </p:nvSpPr>
            <p:spPr>
              <a:xfrm flipH="1">
                <a:off x="4021441" y="3979962"/>
                <a:ext cx="41869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3844" extrusionOk="0">
                    <a:moveTo>
                      <a:pt x="593" y="0"/>
                    </a:moveTo>
                    <a:cubicBezTo>
                      <a:pt x="214" y="95"/>
                      <a:pt x="0" y="498"/>
                      <a:pt x="95" y="783"/>
                    </a:cubicBezTo>
                    <a:lnTo>
                      <a:pt x="499" y="3250"/>
                    </a:lnTo>
                    <a:cubicBezTo>
                      <a:pt x="593" y="3653"/>
                      <a:pt x="902" y="3843"/>
                      <a:pt x="1281" y="3843"/>
                    </a:cubicBezTo>
                    <a:cubicBezTo>
                      <a:pt x="1685" y="3748"/>
                      <a:pt x="1874" y="3464"/>
                      <a:pt x="1780" y="3060"/>
                    </a:cubicBezTo>
                    <a:lnTo>
                      <a:pt x="1400" y="593"/>
                    </a:lnTo>
                    <a:cubicBezTo>
                      <a:pt x="1400" y="498"/>
                      <a:pt x="1281" y="498"/>
                      <a:pt x="1281" y="404"/>
                    </a:cubicBezTo>
                    <a:cubicBezTo>
                      <a:pt x="1186" y="190"/>
                      <a:pt x="902" y="0"/>
                      <a:pt x="5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3" name="Google Shape;223;p33"/>
              <p:cNvSpPr/>
              <p:nvPr/>
            </p:nvSpPr>
            <p:spPr>
              <a:xfrm flipH="1">
                <a:off x="4085012" y="3949238"/>
                <a:ext cx="42382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3844" extrusionOk="0">
                    <a:moveTo>
                      <a:pt x="593" y="0"/>
                    </a:moveTo>
                    <a:cubicBezTo>
                      <a:pt x="214" y="95"/>
                      <a:pt x="0" y="380"/>
                      <a:pt x="119" y="783"/>
                    </a:cubicBezTo>
                    <a:lnTo>
                      <a:pt x="498" y="3250"/>
                    </a:lnTo>
                    <a:cubicBezTo>
                      <a:pt x="593" y="3653"/>
                      <a:pt x="902" y="3843"/>
                      <a:pt x="1305" y="3843"/>
                    </a:cubicBezTo>
                    <a:cubicBezTo>
                      <a:pt x="1590" y="3748"/>
                      <a:pt x="1898" y="3440"/>
                      <a:pt x="1779" y="3060"/>
                    </a:cubicBezTo>
                    <a:lnTo>
                      <a:pt x="1400" y="593"/>
                    </a:lnTo>
                    <a:cubicBezTo>
                      <a:pt x="1305" y="475"/>
                      <a:pt x="1305" y="475"/>
                      <a:pt x="1305" y="380"/>
                    </a:cubicBezTo>
                    <a:cubicBezTo>
                      <a:pt x="1186" y="95"/>
                      <a:pt x="902" y="0"/>
                      <a:pt x="5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4" name="Google Shape;224;p33"/>
              <p:cNvSpPr/>
              <p:nvPr/>
            </p:nvSpPr>
            <p:spPr>
              <a:xfrm flipH="1">
                <a:off x="3970597" y="4017565"/>
                <a:ext cx="39747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844" extrusionOk="0">
                    <a:moveTo>
                      <a:pt x="594" y="0"/>
                    </a:moveTo>
                    <a:cubicBezTo>
                      <a:pt x="214" y="95"/>
                      <a:pt x="1" y="380"/>
                      <a:pt x="1" y="783"/>
                    </a:cubicBezTo>
                    <a:lnTo>
                      <a:pt x="499" y="3250"/>
                    </a:lnTo>
                    <a:cubicBezTo>
                      <a:pt x="499" y="3653"/>
                      <a:pt x="902" y="3843"/>
                      <a:pt x="1281" y="3843"/>
                    </a:cubicBezTo>
                    <a:cubicBezTo>
                      <a:pt x="1590" y="3748"/>
                      <a:pt x="1780" y="3464"/>
                      <a:pt x="1780" y="3060"/>
                    </a:cubicBezTo>
                    <a:lnTo>
                      <a:pt x="1281" y="593"/>
                    </a:lnTo>
                    <a:lnTo>
                      <a:pt x="1281" y="380"/>
                    </a:lnTo>
                    <a:cubicBezTo>
                      <a:pt x="1187" y="95"/>
                      <a:pt x="902" y="0"/>
                      <a:pt x="5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5" name="Google Shape;225;p33"/>
              <p:cNvSpPr/>
              <p:nvPr/>
            </p:nvSpPr>
            <p:spPr>
              <a:xfrm flipH="1">
                <a:off x="3919754" y="4055167"/>
                <a:ext cx="39747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844" extrusionOk="0">
                    <a:moveTo>
                      <a:pt x="594" y="1"/>
                    </a:moveTo>
                    <a:cubicBezTo>
                      <a:pt x="190" y="96"/>
                      <a:pt x="1" y="380"/>
                      <a:pt x="1" y="783"/>
                    </a:cubicBezTo>
                    <a:lnTo>
                      <a:pt x="499" y="3250"/>
                    </a:lnTo>
                    <a:cubicBezTo>
                      <a:pt x="499" y="3654"/>
                      <a:pt x="902" y="3843"/>
                      <a:pt x="1282" y="3843"/>
                    </a:cubicBezTo>
                    <a:cubicBezTo>
                      <a:pt x="1590" y="3749"/>
                      <a:pt x="1780" y="3440"/>
                      <a:pt x="1780" y="3061"/>
                    </a:cubicBezTo>
                    <a:lnTo>
                      <a:pt x="1282" y="594"/>
                    </a:lnTo>
                    <a:lnTo>
                      <a:pt x="1282" y="380"/>
                    </a:lnTo>
                    <a:cubicBezTo>
                      <a:pt x="1187" y="96"/>
                      <a:pt x="902" y="1"/>
                      <a:pt x="5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6" name="Google Shape;226;p33"/>
              <p:cNvSpPr/>
              <p:nvPr/>
            </p:nvSpPr>
            <p:spPr>
              <a:xfrm flipH="1">
                <a:off x="3868910" y="4098574"/>
                <a:ext cx="39747" cy="846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792" extrusionOk="0">
                    <a:moveTo>
                      <a:pt x="738" y="1"/>
                    </a:moveTo>
                    <a:cubicBezTo>
                      <a:pt x="692" y="1"/>
                      <a:pt x="644" y="9"/>
                      <a:pt x="594" y="25"/>
                    </a:cubicBezTo>
                    <a:cubicBezTo>
                      <a:pt x="191" y="120"/>
                      <a:pt x="1" y="429"/>
                      <a:pt x="1" y="808"/>
                    </a:cubicBezTo>
                    <a:lnTo>
                      <a:pt x="499" y="3275"/>
                    </a:lnTo>
                    <a:cubicBezTo>
                      <a:pt x="499" y="3542"/>
                      <a:pt x="784" y="3792"/>
                      <a:pt x="1061" y="3792"/>
                    </a:cubicBezTo>
                    <a:cubicBezTo>
                      <a:pt x="1103" y="3792"/>
                      <a:pt x="1146" y="3786"/>
                      <a:pt x="1187" y="3773"/>
                    </a:cubicBezTo>
                    <a:cubicBezTo>
                      <a:pt x="1590" y="3773"/>
                      <a:pt x="1780" y="3394"/>
                      <a:pt x="1780" y="3085"/>
                    </a:cubicBezTo>
                    <a:lnTo>
                      <a:pt x="1282" y="524"/>
                    </a:lnTo>
                    <a:lnTo>
                      <a:pt x="1282" y="429"/>
                    </a:lnTo>
                    <a:cubicBezTo>
                      <a:pt x="1125" y="175"/>
                      <a:pt x="953" y="1"/>
                      <a:pt x="7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" name="Google Shape;227;p33"/>
              <p:cNvSpPr/>
              <p:nvPr/>
            </p:nvSpPr>
            <p:spPr>
              <a:xfrm flipH="1">
                <a:off x="3818044" y="4147855"/>
                <a:ext cx="41869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3844" extrusionOk="0">
                    <a:moveTo>
                      <a:pt x="593" y="1"/>
                    </a:moveTo>
                    <a:cubicBezTo>
                      <a:pt x="190" y="96"/>
                      <a:pt x="0" y="380"/>
                      <a:pt x="0" y="784"/>
                    </a:cubicBezTo>
                    <a:lnTo>
                      <a:pt x="475" y="3251"/>
                    </a:lnTo>
                    <a:cubicBezTo>
                      <a:pt x="593" y="3654"/>
                      <a:pt x="878" y="3844"/>
                      <a:pt x="1281" y="3844"/>
                    </a:cubicBezTo>
                    <a:cubicBezTo>
                      <a:pt x="1566" y="3749"/>
                      <a:pt x="1874" y="3440"/>
                      <a:pt x="1779" y="3061"/>
                    </a:cubicBezTo>
                    <a:lnTo>
                      <a:pt x="1281" y="594"/>
                    </a:lnTo>
                    <a:lnTo>
                      <a:pt x="1281" y="380"/>
                    </a:lnTo>
                    <a:cubicBezTo>
                      <a:pt x="1186" y="96"/>
                      <a:pt x="878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28" name="Google Shape;228;p33"/>
            <p:cNvSpPr/>
            <p:nvPr/>
          </p:nvSpPr>
          <p:spPr>
            <a:xfrm flipH="1">
              <a:off x="4277187" y="2799783"/>
              <a:ext cx="2048309" cy="1086756"/>
            </a:xfrm>
            <a:custGeom>
              <a:avLst/>
              <a:gdLst/>
              <a:ahLst/>
              <a:cxnLst/>
              <a:rect l="l" t="t" r="r" b="b"/>
              <a:pathLst>
                <a:path w="91729" h="48668" extrusionOk="0">
                  <a:moveTo>
                    <a:pt x="21017" y="1"/>
                  </a:moveTo>
                  <a:cubicBezTo>
                    <a:pt x="18474" y="1"/>
                    <a:pt x="15956" y="544"/>
                    <a:pt x="13853" y="2044"/>
                  </a:cubicBezTo>
                  <a:cubicBezTo>
                    <a:pt x="0" y="12031"/>
                    <a:pt x="23531" y="31197"/>
                    <a:pt x="50312" y="40591"/>
                  </a:cubicBezTo>
                  <a:cubicBezTo>
                    <a:pt x="71401" y="47881"/>
                    <a:pt x="81292" y="48668"/>
                    <a:pt x="84582" y="48668"/>
                  </a:cubicBezTo>
                  <a:cubicBezTo>
                    <a:pt x="85488" y="48668"/>
                    <a:pt x="85893" y="48608"/>
                    <a:pt x="85893" y="48608"/>
                  </a:cubicBezTo>
                  <a:cubicBezTo>
                    <a:pt x="85893" y="48608"/>
                    <a:pt x="91728" y="47019"/>
                    <a:pt x="89665" y="37625"/>
                  </a:cubicBezTo>
                  <a:cubicBezTo>
                    <a:pt x="89665" y="37625"/>
                    <a:pt x="74127" y="31695"/>
                    <a:pt x="66134" y="25575"/>
                  </a:cubicBezTo>
                  <a:cubicBezTo>
                    <a:pt x="58116" y="19337"/>
                    <a:pt x="52589" y="11841"/>
                    <a:pt x="34514" y="3728"/>
                  </a:cubicBezTo>
                  <a:cubicBezTo>
                    <a:pt x="34514" y="3728"/>
                    <a:pt x="27680" y="1"/>
                    <a:pt x="21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33"/>
            <p:cNvSpPr/>
            <p:nvPr/>
          </p:nvSpPr>
          <p:spPr>
            <a:xfrm flipH="1">
              <a:off x="4343425" y="2944989"/>
              <a:ext cx="1242664" cy="754821"/>
            </a:xfrm>
            <a:custGeom>
              <a:avLst/>
              <a:gdLst/>
              <a:ahLst/>
              <a:cxnLst/>
              <a:rect l="l" t="t" r="r" b="b"/>
              <a:pathLst>
                <a:path w="55650" h="33803" extrusionOk="0">
                  <a:moveTo>
                    <a:pt x="4151" y="1"/>
                  </a:moveTo>
                  <a:cubicBezTo>
                    <a:pt x="3274" y="1"/>
                    <a:pt x="1186" y="96"/>
                    <a:pt x="498" y="1282"/>
                  </a:cubicBezTo>
                  <a:cubicBezTo>
                    <a:pt x="0" y="2159"/>
                    <a:pt x="309" y="3250"/>
                    <a:pt x="1186" y="4531"/>
                  </a:cubicBezTo>
                  <a:cubicBezTo>
                    <a:pt x="2965" y="7022"/>
                    <a:pt x="14636" y="14233"/>
                    <a:pt x="24812" y="19760"/>
                  </a:cubicBezTo>
                  <a:cubicBezTo>
                    <a:pt x="38357" y="27185"/>
                    <a:pt x="49814" y="32522"/>
                    <a:pt x="55459" y="33803"/>
                  </a:cubicBezTo>
                  <a:lnTo>
                    <a:pt x="55649" y="32996"/>
                  </a:lnTo>
                  <a:cubicBezTo>
                    <a:pt x="49126" y="31431"/>
                    <a:pt x="35676" y="24813"/>
                    <a:pt x="25215" y="19072"/>
                  </a:cubicBezTo>
                  <a:cubicBezTo>
                    <a:pt x="13047" y="12359"/>
                    <a:pt x="3274" y="6121"/>
                    <a:pt x="1874" y="4152"/>
                  </a:cubicBezTo>
                  <a:cubicBezTo>
                    <a:pt x="1400" y="3345"/>
                    <a:pt x="902" y="2373"/>
                    <a:pt x="1186" y="1780"/>
                  </a:cubicBezTo>
                  <a:cubicBezTo>
                    <a:pt x="1684" y="973"/>
                    <a:pt x="3274" y="784"/>
                    <a:pt x="4151" y="784"/>
                  </a:cubicBezTo>
                  <a:cubicBezTo>
                    <a:pt x="4365" y="784"/>
                    <a:pt x="4555" y="689"/>
                    <a:pt x="4555" y="380"/>
                  </a:cubicBezTo>
                  <a:cubicBezTo>
                    <a:pt x="4555" y="190"/>
                    <a:pt x="4365" y="1"/>
                    <a:pt x="4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33"/>
            <p:cNvSpPr/>
            <p:nvPr/>
          </p:nvSpPr>
          <p:spPr>
            <a:xfrm flipH="1">
              <a:off x="4264018" y="3605906"/>
              <a:ext cx="211912" cy="315210"/>
            </a:xfrm>
            <a:custGeom>
              <a:avLst/>
              <a:gdLst/>
              <a:ahLst/>
              <a:cxnLst/>
              <a:rect l="l" t="t" r="r" b="b"/>
              <a:pathLst>
                <a:path w="9490" h="14116" extrusionOk="0">
                  <a:moveTo>
                    <a:pt x="5735" y="1"/>
                  </a:moveTo>
                  <a:cubicBezTo>
                    <a:pt x="5374" y="1"/>
                    <a:pt x="5044" y="77"/>
                    <a:pt x="4745" y="243"/>
                  </a:cubicBezTo>
                  <a:cubicBezTo>
                    <a:pt x="4057" y="5176"/>
                    <a:pt x="2776" y="9731"/>
                    <a:pt x="1" y="13194"/>
                  </a:cubicBezTo>
                  <a:cubicBezTo>
                    <a:pt x="1" y="13194"/>
                    <a:pt x="1298" y="14115"/>
                    <a:pt x="2857" y="14115"/>
                  </a:cubicBezTo>
                  <a:cubicBezTo>
                    <a:pt x="3406" y="14115"/>
                    <a:pt x="3987" y="14001"/>
                    <a:pt x="4555" y="13692"/>
                  </a:cubicBezTo>
                  <a:cubicBezTo>
                    <a:pt x="6240" y="12696"/>
                    <a:pt x="9489" y="4987"/>
                    <a:pt x="8303" y="836"/>
                  </a:cubicBezTo>
                  <a:cubicBezTo>
                    <a:pt x="7320" y="312"/>
                    <a:pt x="6464" y="1"/>
                    <a:pt x="57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33"/>
            <p:cNvSpPr/>
            <p:nvPr/>
          </p:nvSpPr>
          <p:spPr>
            <a:xfrm flipH="1">
              <a:off x="4884251" y="3655276"/>
              <a:ext cx="291362" cy="293997"/>
            </a:xfrm>
            <a:custGeom>
              <a:avLst/>
              <a:gdLst/>
              <a:ahLst/>
              <a:cxnLst/>
              <a:rect l="l" t="t" r="r" b="b"/>
              <a:pathLst>
                <a:path w="13048" h="13166" extrusionOk="0">
                  <a:moveTo>
                    <a:pt x="8801" y="0"/>
                  </a:moveTo>
                  <a:cubicBezTo>
                    <a:pt x="7331" y="1779"/>
                    <a:pt x="1993" y="2871"/>
                    <a:pt x="1993" y="2871"/>
                  </a:cubicBezTo>
                  <a:cubicBezTo>
                    <a:pt x="1" y="4745"/>
                    <a:pt x="807" y="13165"/>
                    <a:pt x="807" y="13165"/>
                  </a:cubicBezTo>
                  <a:lnTo>
                    <a:pt x="13047" y="8421"/>
                  </a:lnTo>
                  <a:lnTo>
                    <a:pt x="88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232;p33"/>
            <p:cNvSpPr/>
            <p:nvPr/>
          </p:nvSpPr>
          <p:spPr>
            <a:xfrm flipH="1">
              <a:off x="5058491" y="3515674"/>
              <a:ext cx="708218" cy="851845"/>
            </a:xfrm>
            <a:custGeom>
              <a:avLst/>
              <a:gdLst/>
              <a:ahLst/>
              <a:cxnLst/>
              <a:rect l="l" t="t" r="r" b="b"/>
              <a:pathLst>
                <a:path w="31716" h="38148" extrusionOk="0">
                  <a:moveTo>
                    <a:pt x="14346" y="0"/>
                  </a:moveTo>
                  <a:cubicBezTo>
                    <a:pt x="14161" y="0"/>
                    <a:pt x="13989" y="12"/>
                    <a:pt x="13830" y="38"/>
                  </a:cubicBezTo>
                  <a:lnTo>
                    <a:pt x="0" y="36995"/>
                  </a:lnTo>
                  <a:cubicBezTo>
                    <a:pt x="0" y="36995"/>
                    <a:pt x="688" y="37896"/>
                    <a:pt x="1969" y="38086"/>
                  </a:cubicBezTo>
                  <a:cubicBezTo>
                    <a:pt x="2185" y="38125"/>
                    <a:pt x="2420" y="38148"/>
                    <a:pt x="2675" y="38148"/>
                  </a:cubicBezTo>
                  <a:cubicBezTo>
                    <a:pt x="4412" y="38148"/>
                    <a:pt x="7079" y="37091"/>
                    <a:pt x="10865" y="33057"/>
                  </a:cubicBezTo>
                  <a:cubicBezTo>
                    <a:pt x="14233" y="29499"/>
                    <a:pt x="17886" y="25134"/>
                    <a:pt x="21634" y="23165"/>
                  </a:cubicBezTo>
                  <a:cubicBezTo>
                    <a:pt x="25382" y="21197"/>
                    <a:pt x="26473" y="20390"/>
                    <a:pt x="26473" y="20390"/>
                  </a:cubicBezTo>
                  <a:cubicBezTo>
                    <a:pt x="29248" y="18611"/>
                    <a:pt x="25500" y="10902"/>
                    <a:pt x="30624" y="8530"/>
                  </a:cubicBezTo>
                  <a:cubicBezTo>
                    <a:pt x="30624" y="8530"/>
                    <a:pt x="31715" y="7842"/>
                    <a:pt x="29153" y="6845"/>
                  </a:cubicBezTo>
                  <a:cubicBezTo>
                    <a:pt x="28750" y="6751"/>
                    <a:pt x="28347" y="6561"/>
                    <a:pt x="27872" y="6252"/>
                  </a:cubicBezTo>
                  <a:cubicBezTo>
                    <a:pt x="27564" y="6063"/>
                    <a:pt x="27279" y="5968"/>
                    <a:pt x="26876" y="5778"/>
                  </a:cubicBezTo>
                  <a:cubicBezTo>
                    <a:pt x="23911" y="4094"/>
                    <a:pt x="19262" y="1224"/>
                    <a:pt x="16107" y="227"/>
                  </a:cubicBezTo>
                  <a:cubicBezTo>
                    <a:pt x="15447" y="88"/>
                    <a:pt x="14851" y="0"/>
                    <a:pt x="14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233;p33"/>
            <p:cNvSpPr/>
            <p:nvPr/>
          </p:nvSpPr>
          <p:spPr>
            <a:xfrm flipH="1">
              <a:off x="5407040" y="3515674"/>
              <a:ext cx="359669" cy="850460"/>
            </a:xfrm>
            <a:custGeom>
              <a:avLst/>
              <a:gdLst/>
              <a:ahLst/>
              <a:cxnLst/>
              <a:rect l="l" t="t" r="r" b="b"/>
              <a:pathLst>
                <a:path w="16107" h="38086" extrusionOk="0">
                  <a:moveTo>
                    <a:pt x="14346" y="0"/>
                  </a:moveTo>
                  <a:cubicBezTo>
                    <a:pt x="14161" y="0"/>
                    <a:pt x="13989" y="12"/>
                    <a:pt x="13830" y="38"/>
                  </a:cubicBezTo>
                  <a:lnTo>
                    <a:pt x="0" y="36995"/>
                  </a:lnTo>
                  <a:cubicBezTo>
                    <a:pt x="0" y="36995"/>
                    <a:pt x="688" y="37896"/>
                    <a:pt x="1969" y="38086"/>
                  </a:cubicBezTo>
                  <a:lnTo>
                    <a:pt x="16107" y="227"/>
                  </a:lnTo>
                  <a:cubicBezTo>
                    <a:pt x="15447" y="88"/>
                    <a:pt x="14851" y="0"/>
                    <a:pt x="143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33"/>
            <p:cNvSpPr/>
            <p:nvPr/>
          </p:nvSpPr>
          <p:spPr>
            <a:xfrm flipH="1">
              <a:off x="5144316" y="3575829"/>
              <a:ext cx="344329" cy="125249"/>
            </a:xfrm>
            <a:custGeom>
              <a:avLst/>
              <a:gdLst/>
              <a:ahLst/>
              <a:cxnLst/>
              <a:rect l="l" t="t" r="r" b="b"/>
              <a:pathLst>
                <a:path w="15420" h="5609" extrusionOk="0">
                  <a:moveTo>
                    <a:pt x="380" y="0"/>
                  </a:moveTo>
                  <a:lnTo>
                    <a:pt x="1" y="1091"/>
                  </a:lnTo>
                  <a:cubicBezTo>
                    <a:pt x="973" y="2681"/>
                    <a:pt x="2563" y="4270"/>
                    <a:pt x="5338" y="5053"/>
                  </a:cubicBezTo>
                  <a:cubicBezTo>
                    <a:pt x="6532" y="5449"/>
                    <a:pt x="7675" y="5609"/>
                    <a:pt x="8747" y="5609"/>
                  </a:cubicBezTo>
                  <a:cubicBezTo>
                    <a:pt x="11657" y="5609"/>
                    <a:pt x="14032" y="4425"/>
                    <a:pt x="15419" y="3558"/>
                  </a:cubicBezTo>
                  <a:cubicBezTo>
                    <a:pt x="15111" y="3369"/>
                    <a:pt x="14826" y="3274"/>
                    <a:pt x="14423" y="3084"/>
                  </a:cubicBezTo>
                  <a:cubicBezTo>
                    <a:pt x="13086" y="3778"/>
                    <a:pt x="11037" y="4629"/>
                    <a:pt x="8611" y="4629"/>
                  </a:cubicBezTo>
                  <a:cubicBezTo>
                    <a:pt x="7637" y="4629"/>
                    <a:pt x="6602" y="4491"/>
                    <a:pt x="5528" y="4151"/>
                  </a:cubicBezTo>
                  <a:cubicBezTo>
                    <a:pt x="2752" y="3274"/>
                    <a:pt x="1187" y="1590"/>
                    <a:pt x="3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5" name="Google Shape;235;p33"/>
            <p:cNvGrpSpPr/>
            <p:nvPr/>
          </p:nvGrpSpPr>
          <p:grpSpPr>
            <a:xfrm>
              <a:off x="5237016" y="3955601"/>
              <a:ext cx="289231" cy="300731"/>
              <a:chOff x="5237016" y="3955601"/>
              <a:chExt cx="289231" cy="300731"/>
            </a:xfrm>
          </p:grpSpPr>
          <p:sp>
            <p:nvSpPr>
              <p:cNvPr id="236" name="Google Shape;236;p33"/>
              <p:cNvSpPr/>
              <p:nvPr/>
            </p:nvSpPr>
            <p:spPr>
              <a:xfrm flipH="1">
                <a:off x="5299002" y="3991082"/>
                <a:ext cx="37626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44" extrusionOk="0">
                    <a:moveTo>
                      <a:pt x="1092" y="0"/>
                    </a:moveTo>
                    <a:cubicBezTo>
                      <a:pt x="784" y="0"/>
                      <a:pt x="499" y="95"/>
                      <a:pt x="404" y="380"/>
                    </a:cubicBezTo>
                    <a:lnTo>
                      <a:pt x="404" y="593"/>
                    </a:lnTo>
                    <a:lnTo>
                      <a:pt x="96" y="3060"/>
                    </a:lnTo>
                    <a:cubicBezTo>
                      <a:pt x="1" y="3464"/>
                      <a:pt x="309" y="3748"/>
                      <a:pt x="689" y="3843"/>
                    </a:cubicBezTo>
                    <a:cubicBezTo>
                      <a:pt x="997" y="3843"/>
                      <a:pt x="1282" y="3559"/>
                      <a:pt x="1377" y="3250"/>
                    </a:cubicBezTo>
                    <a:lnTo>
                      <a:pt x="1685" y="688"/>
                    </a:lnTo>
                    <a:cubicBezTo>
                      <a:pt x="1685" y="380"/>
                      <a:pt x="1495" y="0"/>
                      <a:pt x="109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" name="Google Shape;237;p33"/>
              <p:cNvSpPr/>
              <p:nvPr/>
            </p:nvSpPr>
            <p:spPr>
              <a:xfrm flipH="1">
                <a:off x="5237016" y="3955601"/>
                <a:ext cx="37626" cy="86350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67" extrusionOk="0">
                    <a:moveTo>
                      <a:pt x="1091" y="0"/>
                    </a:moveTo>
                    <a:cubicBezTo>
                      <a:pt x="783" y="0"/>
                      <a:pt x="498" y="95"/>
                      <a:pt x="380" y="403"/>
                    </a:cubicBezTo>
                    <a:lnTo>
                      <a:pt x="380" y="593"/>
                    </a:lnTo>
                    <a:lnTo>
                      <a:pt x="95" y="3060"/>
                    </a:lnTo>
                    <a:cubicBezTo>
                      <a:pt x="0" y="3463"/>
                      <a:pt x="285" y="3748"/>
                      <a:pt x="688" y="3867"/>
                    </a:cubicBezTo>
                    <a:cubicBezTo>
                      <a:pt x="973" y="3867"/>
                      <a:pt x="1376" y="3558"/>
                      <a:pt x="1376" y="3274"/>
                    </a:cubicBezTo>
                    <a:lnTo>
                      <a:pt x="1684" y="688"/>
                    </a:lnTo>
                    <a:cubicBezTo>
                      <a:pt x="1684" y="403"/>
                      <a:pt x="1471" y="0"/>
                      <a:pt x="10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" name="Google Shape;238;p33"/>
              <p:cNvSpPr/>
              <p:nvPr/>
            </p:nvSpPr>
            <p:spPr>
              <a:xfrm flipH="1">
                <a:off x="5347724" y="4030806"/>
                <a:ext cx="37626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44" extrusionOk="0">
                    <a:moveTo>
                      <a:pt x="1092" y="0"/>
                    </a:moveTo>
                    <a:cubicBezTo>
                      <a:pt x="807" y="0"/>
                      <a:pt x="499" y="190"/>
                      <a:pt x="404" y="499"/>
                    </a:cubicBezTo>
                    <a:cubicBezTo>
                      <a:pt x="309" y="499"/>
                      <a:pt x="309" y="593"/>
                      <a:pt x="309" y="593"/>
                    </a:cubicBezTo>
                    <a:lnTo>
                      <a:pt x="0" y="3155"/>
                    </a:lnTo>
                    <a:cubicBezTo>
                      <a:pt x="0" y="3464"/>
                      <a:pt x="309" y="3843"/>
                      <a:pt x="593" y="3843"/>
                    </a:cubicBezTo>
                    <a:cubicBezTo>
                      <a:pt x="997" y="3843"/>
                      <a:pt x="1305" y="3653"/>
                      <a:pt x="1305" y="3250"/>
                    </a:cubicBezTo>
                    <a:lnTo>
                      <a:pt x="1590" y="783"/>
                    </a:lnTo>
                    <a:cubicBezTo>
                      <a:pt x="1685" y="380"/>
                      <a:pt x="1400" y="95"/>
                      <a:pt x="109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" name="Google Shape;239;p33"/>
              <p:cNvSpPr/>
              <p:nvPr/>
            </p:nvSpPr>
            <p:spPr>
              <a:xfrm flipH="1">
                <a:off x="5395910" y="4072092"/>
                <a:ext cx="37648" cy="86395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3869" extrusionOk="0">
                    <a:moveTo>
                      <a:pt x="932" y="1"/>
                    </a:moveTo>
                    <a:cubicBezTo>
                      <a:pt x="689" y="1"/>
                      <a:pt x="478" y="174"/>
                      <a:pt x="380" y="429"/>
                    </a:cubicBezTo>
                    <a:lnTo>
                      <a:pt x="380" y="618"/>
                    </a:lnTo>
                    <a:lnTo>
                      <a:pt x="96" y="3085"/>
                    </a:lnTo>
                    <a:cubicBezTo>
                      <a:pt x="1" y="3489"/>
                      <a:pt x="285" y="3773"/>
                      <a:pt x="594" y="3868"/>
                    </a:cubicBezTo>
                    <a:cubicBezTo>
                      <a:pt x="973" y="3868"/>
                      <a:pt x="1282" y="3584"/>
                      <a:pt x="1377" y="3275"/>
                    </a:cubicBezTo>
                    <a:lnTo>
                      <a:pt x="1685" y="713"/>
                    </a:lnTo>
                    <a:cubicBezTo>
                      <a:pt x="1685" y="429"/>
                      <a:pt x="1377" y="25"/>
                      <a:pt x="1092" y="25"/>
                    </a:cubicBezTo>
                    <a:cubicBezTo>
                      <a:pt x="1038" y="9"/>
                      <a:pt x="984" y="1"/>
                      <a:pt x="9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" name="Google Shape;240;p33"/>
              <p:cNvSpPr/>
              <p:nvPr/>
            </p:nvSpPr>
            <p:spPr>
              <a:xfrm flipH="1">
                <a:off x="5444655" y="4118737"/>
                <a:ext cx="35505" cy="86350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867" extrusionOk="0">
                    <a:moveTo>
                      <a:pt x="997" y="0"/>
                    </a:moveTo>
                    <a:cubicBezTo>
                      <a:pt x="688" y="0"/>
                      <a:pt x="404" y="119"/>
                      <a:pt x="309" y="403"/>
                    </a:cubicBezTo>
                    <a:lnTo>
                      <a:pt x="309" y="593"/>
                    </a:lnTo>
                    <a:lnTo>
                      <a:pt x="0" y="3084"/>
                    </a:lnTo>
                    <a:cubicBezTo>
                      <a:pt x="0" y="3463"/>
                      <a:pt x="214" y="3772"/>
                      <a:pt x="593" y="3867"/>
                    </a:cubicBezTo>
                    <a:cubicBezTo>
                      <a:pt x="902" y="3867"/>
                      <a:pt x="1281" y="3558"/>
                      <a:pt x="1281" y="3274"/>
                    </a:cubicBezTo>
                    <a:lnTo>
                      <a:pt x="1590" y="712"/>
                    </a:lnTo>
                    <a:cubicBezTo>
                      <a:pt x="1590" y="403"/>
                      <a:pt x="1400" y="0"/>
                      <a:pt x="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1" name="Google Shape;241;p33"/>
              <p:cNvSpPr/>
              <p:nvPr/>
            </p:nvSpPr>
            <p:spPr>
              <a:xfrm flipH="1">
                <a:off x="5488621" y="4171188"/>
                <a:ext cx="37626" cy="85144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13" extrusionOk="0">
                    <a:moveTo>
                      <a:pt x="910" y="0"/>
                    </a:moveTo>
                    <a:cubicBezTo>
                      <a:pt x="628" y="0"/>
                      <a:pt x="479" y="189"/>
                      <a:pt x="380" y="426"/>
                    </a:cubicBezTo>
                    <a:cubicBezTo>
                      <a:pt x="285" y="426"/>
                      <a:pt x="285" y="521"/>
                      <a:pt x="285" y="616"/>
                    </a:cubicBezTo>
                    <a:lnTo>
                      <a:pt x="1" y="3107"/>
                    </a:lnTo>
                    <a:cubicBezTo>
                      <a:pt x="1" y="3486"/>
                      <a:pt x="285" y="3795"/>
                      <a:pt x="594" y="3795"/>
                    </a:cubicBezTo>
                    <a:cubicBezTo>
                      <a:pt x="642" y="3807"/>
                      <a:pt x="688" y="3812"/>
                      <a:pt x="733" y="3812"/>
                    </a:cubicBezTo>
                    <a:cubicBezTo>
                      <a:pt x="1046" y="3812"/>
                      <a:pt x="1282" y="3545"/>
                      <a:pt x="1282" y="3297"/>
                    </a:cubicBezTo>
                    <a:lnTo>
                      <a:pt x="1566" y="735"/>
                    </a:lnTo>
                    <a:cubicBezTo>
                      <a:pt x="1685" y="332"/>
                      <a:pt x="1377" y="23"/>
                      <a:pt x="1092" y="23"/>
                    </a:cubicBezTo>
                    <a:cubicBezTo>
                      <a:pt x="1026" y="8"/>
                      <a:pt x="965" y="0"/>
                      <a:pt x="9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42" name="Google Shape;242;p33"/>
            <p:cNvSpPr/>
            <p:nvPr/>
          </p:nvSpPr>
          <p:spPr>
            <a:xfrm flipH="1">
              <a:off x="3034597" y="2643770"/>
              <a:ext cx="1966759" cy="1215042"/>
            </a:xfrm>
            <a:custGeom>
              <a:avLst/>
              <a:gdLst/>
              <a:ahLst/>
              <a:cxnLst/>
              <a:rect l="l" t="t" r="r" b="b"/>
              <a:pathLst>
                <a:path w="88077" h="54413" extrusionOk="0">
                  <a:moveTo>
                    <a:pt x="67605" y="0"/>
                  </a:moveTo>
                  <a:cubicBezTo>
                    <a:pt x="60506" y="0"/>
                    <a:pt x="52993" y="4975"/>
                    <a:pt x="52993" y="4975"/>
                  </a:cubicBezTo>
                  <a:cubicBezTo>
                    <a:pt x="35701" y="14772"/>
                    <a:pt x="30957" y="22766"/>
                    <a:pt x="23532" y="29597"/>
                  </a:cubicBezTo>
                  <a:cubicBezTo>
                    <a:pt x="16013" y="36524"/>
                    <a:pt x="1187" y="43735"/>
                    <a:pt x="1187" y="43735"/>
                  </a:cubicBezTo>
                  <a:cubicBezTo>
                    <a:pt x="1" y="53413"/>
                    <a:pt x="5931" y="54409"/>
                    <a:pt x="5931" y="54409"/>
                  </a:cubicBezTo>
                  <a:cubicBezTo>
                    <a:pt x="5931" y="54409"/>
                    <a:pt x="5985" y="54412"/>
                    <a:pt x="6096" y="54412"/>
                  </a:cubicBezTo>
                  <a:cubicBezTo>
                    <a:pt x="7409" y="54412"/>
                    <a:pt x="16754" y="53989"/>
                    <a:pt x="40635" y="43142"/>
                  </a:cubicBezTo>
                  <a:cubicBezTo>
                    <a:pt x="66419" y="31376"/>
                    <a:pt x="88076" y="10122"/>
                    <a:pt x="73346" y="1417"/>
                  </a:cubicBezTo>
                  <a:cubicBezTo>
                    <a:pt x="71584" y="398"/>
                    <a:pt x="69611" y="0"/>
                    <a:pt x="676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33"/>
            <p:cNvSpPr/>
            <p:nvPr/>
          </p:nvSpPr>
          <p:spPr>
            <a:xfrm flipH="1">
              <a:off x="4321213" y="3706119"/>
              <a:ext cx="510107" cy="165823"/>
            </a:xfrm>
            <a:custGeom>
              <a:avLst/>
              <a:gdLst/>
              <a:ahLst/>
              <a:cxnLst/>
              <a:rect l="l" t="t" r="r" b="b"/>
              <a:pathLst>
                <a:path w="22844" h="7426" extrusionOk="0">
                  <a:moveTo>
                    <a:pt x="22843" y="1"/>
                  </a:moveTo>
                  <a:lnTo>
                    <a:pt x="22843" y="1"/>
                  </a:lnTo>
                  <a:cubicBezTo>
                    <a:pt x="21349" y="499"/>
                    <a:pt x="19973" y="902"/>
                    <a:pt x="18384" y="1400"/>
                  </a:cubicBezTo>
                  <a:cubicBezTo>
                    <a:pt x="12667" y="3179"/>
                    <a:pt x="6025" y="5148"/>
                    <a:pt x="0" y="6619"/>
                  </a:cubicBezTo>
                  <a:lnTo>
                    <a:pt x="0" y="7425"/>
                  </a:lnTo>
                  <a:cubicBezTo>
                    <a:pt x="5432" y="6144"/>
                    <a:pt x="11766" y="4365"/>
                    <a:pt x="18692" y="2183"/>
                  </a:cubicBezTo>
                  <a:cubicBezTo>
                    <a:pt x="20068" y="1780"/>
                    <a:pt x="21349" y="1282"/>
                    <a:pt x="22749" y="902"/>
                  </a:cubicBezTo>
                  <a:lnTo>
                    <a:pt x="22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33"/>
            <p:cNvSpPr/>
            <p:nvPr/>
          </p:nvSpPr>
          <p:spPr>
            <a:xfrm flipH="1">
              <a:off x="3778277" y="2821018"/>
              <a:ext cx="1174335" cy="858678"/>
            </a:xfrm>
            <a:custGeom>
              <a:avLst/>
              <a:gdLst/>
              <a:ahLst/>
              <a:cxnLst/>
              <a:rect l="l" t="t" r="r" b="b"/>
              <a:pathLst>
                <a:path w="52590" h="38454" extrusionOk="0">
                  <a:moveTo>
                    <a:pt x="48763" y="0"/>
                  </a:moveTo>
                  <a:cubicBezTo>
                    <a:pt x="48606" y="0"/>
                    <a:pt x="48464" y="2"/>
                    <a:pt x="48343" y="2"/>
                  </a:cubicBezTo>
                  <a:cubicBezTo>
                    <a:pt x="48035" y="121"/>
                    <a:pt x="47940" y="310"/>
                    <a:pt x="47940" y="500"/>
                  </a:cubicBezTo>
                  <a:cubicBezTo>
                    <a:pt x="47940" y="714"/>
                    <a:pt x="48130" y="903"/>
                    <a:pt x="48438" y="903"/>
                  </a:cubicBezTo>
                  <a:cubicBezTo>
                    <a:pt x="48676" y="878"/>
                    <a:pt x="48966" y="859"/>
                    <a:pt x="49272" y="859"/>
                  </a:cubicBezTo>
                  <a:cubicBezTo>
                    <a:pt x="50097" y="859"/>
                    <a:pt x="51040" y="995"/>
                    <a:pt x="51403" y="1496"/>
                  </a:cubicBezTo>
                  <a:cubicBezTo>
                    <a:pt x="51783" y="2184"/>
                    <a:pt x="51403" y="3181"/>
                    <a:pt x="50905" y="3963"/>
                  </a:cubicBezTo>
                  <a:cubicBezTo>
                    <a:pt x="49719" y="6051"/>
                    <a:pt x="40515" y="13262"/>
                    <a:pt x="29058" y="20971"/>
                  </a:cubicBezTo>
                  <a:cubicBezTo>
                    <a:pt x="19167" y="27589"/>
                    <a:pt x="6429" y="35488"/>
                    <a:pt x="0" y="37671"/>
                  </a:cubicBezTo>
                  <a:lnTo>
                    <a:pt x="309" y="38454"/>
                  </a:lnTo>
                  <a:cubicBezTo>
                    <a:pt x="5741" y="36580"/>
                    <a:pt x="16700" y="30365"/>
                    <a:pt x="29556" y="21659"/>
                  </a:cubicBezTo>
                  <a:cubicBezTo>
                    <a:pt x="39140" y="15136"/>
                    <a:pt x="50217" y="7023"/>
                    <a:pt x="51688" y="4367"/>
                  </a:cubicBezTo>
                  <a:cubicBezTo>
                    <a:pt x="52494" y="2967"/>
                    <a:pt x="52589" y="1781"/>
                    <a:pt x="52091" y="1093"/>
                  </a:cubicBezTo>
                  <a:cubicBezTo>
                    <a:pt x="51314" y="71"/>
                    <a:pt x="49744" y="0"/>
                    <a:pt x="48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245;p33"/>
            <p:cNvSpPr/>
            <p:nvPr/>
          </p:nvSpPr>
          <p:spPr>
            <a:xfrm flipH="1">
              <a:off x="4800050" y="3585810"/>
              <a:ext cx="227788" cy="308779"/>
            </a:xfrm>
            <a:custGeom>
              <a:avLst/>
              <a:gdLst/>
              <a:ahLst/>
              <a:cxnLst/>
              <a:rect l="l" t="t" r="r" b="b"/>
              <a:pathLst>
                <a:path w="10201" h="13828" extrusionOk="0">
                  <a:moveTo>
                    <a:pt x="3550" y="0"/>
                  </a:moveTo>
                  <a:cubicBezTo>
                    <a:pt x="2745" y="0"/>
                    <a:pt x="1849" y="381"/>
                    <a:pt x="902" y="1048"/>
                  </a:cubicBezTo>
                  <a:cubicBezTo>
                    <a:pt x="1" y="5294"/>
                    <a:pt x="3962" y="12718"/>
                    <a:pt x="5741" y="13501"/>
                  </a:cubicBezTo>
                  <a:cubicBezTo>
                    <a:pt x="6231" y="13736"/>
                    <a:pt x="6716" y="13828"/>
                    <a:pt x="7176" y="13828"/>
                  </a:cubicBezTo>
                  <a:cubicBezTo>
                    <a:pt x="8856" y="13828"/>
                    <a:pt x="10201" y="12600"/>
                    <a:pt x="10201" y="12600"/>
                  </a:cubicBezTo>
                  <a:cubicBezTo>
                    <a:pt x="7117" y="9445"/>
                    <a:pt x="5457" y="5009"/>
                    <a:pt x="4366" y="146"/>
                  </a:cubicBezTo>
                  <a:cubicBezTo>
                    <a:pt x="4106" y="47"/>
                    <a:pt x="3833" y="0"/>
                    <a:pt x="3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246;p33"/>
            <p:cNvSpPr/>
            <p:nvPr/>
          </p:nvSpPr>
          <p:spPr>
            <a:xfrm flipH="1">
              <a:off x="4967915" y="1483642"/>
              <a:ext cx="940205" cy="1547246"/>
            </a:xfrm>
            <a:custGeom>
              <a:avLst/>
              <a:gdLst/>
              <a:ahLst/>
              <a:cxnLst/>
              <a:rect l="l" t="t" r="r" b="b"/>
              <a:pathLst>
                <a:path w="42105" h="69290" extrusionOk="0">
                  <a:moveTo>
                    <a:pt x="18075" y="1"/>
                  </a:moveTo>
                  <a:cubicBezTo>
                    <a:pt x="18075" y="1"/>
                    <a:pt x="7994" y="17317"/>
                    <a:pt x="1969" y="37859"/>
                  </a:cubicBezTo>
                  <a:cubicBezTo>
                    <a:pt x="878" y="41418"/>
                    <a:pt x="403" y="44477"/>
                    <a:pt x="285" y="47158"/>
                  </a:cubicBezTo>
                  <a:cubicBezTo>
                    <a:pt x="0" y="55365"/>
                    <a:pt x="3843" y="59611"/>
                    <a:pt x="8397" y="62078"/>
                  </a:cubicBezTo>
                  <a:cubicBezTo>
                    <a:pt x="10864" y="63359"/>
                    <a:pt x="13545" y="64166"/>
                    <a:pt x="16012" y="64759"/>
                  </a:cubicBezTo>
                  <a:cubicBezTo>
                    <a:pt x="24219" y="66823"/>
                    <a:pt x="41108" y="69290"/>
                    <a:pt x="41108" y="69290"/>
                  </a:cubicBezTo>
                  <a:lnTo>
                    <a:pt x="42104" y="55057"/>
                  </a:lnTo>
                  <a:cubicBezTo>
                    <a:pt x="42104" y="55057"/>
                    <a:pt x="22819" y="51499"/>
                    <a:pt x="18075" y="45782"/>
                  </a:cubicBezTo>
                  <a:cubicBezTo>
                    <a:pt x="18075" y="45782"/>
                    <a:pt x="26188" y="24718"/>
                    <a:pt x="29936" y="14826"/>
                  </a:cubicBezTo>
                  <a:cubicBezTo>
                    <a:pt x="29936" y="14826"/>
                    <a:pt x="31027" y="5552"/>
                    <a:pt x="180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247;p33"/>
            <p:cNvSpPr/>
            <p:nvPr/>
          </p:nvSpPr>
          <p:spPr>
            <a:xfrm flipH="1">
              <a:off x="5495494" y="2427178"/>
              <a:ext cx="143560" cy="87221"/>
            </a:xfrm>
            <a:custGeom>
              <a:avLst/>
              <a:gdLst/>
              <a:ahLst/>
              <a:cxnLst/>
              <a:rect l="l" t="t" r="r" b="b"/>
              <a:pathLst>
                <a:path w="6429" h="3906" extrusionOk="0">
                  <a:moveTo>
                    <a:pt x="4261" y="1"/>
                  </a:moveTo>
                  <a:cubicBezTo>
                    <a:pt x="4172" y="1"/>
                    <a:pt x="4096" y="24"/>
                    <a:pt x="4056" y="63"/>
                  </a:cubicBezTo>
                  <a:cubicBezTo>
                    <a:pt x="3867" y="253"/>
                    <a:pt x="3772" y="561"/>
                    <a:pt x="3962" y="751"/>
                  </a:cubicBezTo>
                  <a:cubicBezTo>
                    <a:pt x="4555" y="1439"/>
                    <a:pt x="5053" y="2032"/>
                    <a:pt x="5242" y="2625"/>
                  </a:cubicBezTo>
                  <a:cubicBezTo>
                    <a:pt x="3463" y="1842"/>
                    <a:pt x="688" y="1249"/>
                    <a:pt x="593" y="1154"/>
                  </a:cubicBezTo>
                  <a:cubicBezTo>
                    <a:pt x="309" y="1154"/>
                    <a:pt x="95" y="1249"/>
                    <a:pt x="0" y="1534"/>
                  </a:cubicBezTo>
                  <a:cubicBezTo>
                    <a:pt x="0" y="1747"/>
                    <a:pt x="95" y="1937"/>
                    <a:pt x="403" y="2032"/>
                  </a:cubicBezTo>
                  <a:cubicBezTo>
                    <a:pt x="403" y="2032"/>
                    <a:pt x="4365" y="2933"/>
                    <a:pt x="5741" y="3811"/>
                  </a:cubicBezTo>
                  <a:cubicBezTo>
                    <a:pt x="5835" y="3906"/>
                    <a:pt x="5930" y="3906"/>
                    <a:pt x="6025" y="3906"/>
                  </a:cubicBezTo>
                  <a:cubicBezTo>
                    <a:pt x="6025" y="3906"/>
                    <a:pt x="6144" y="3906"/>
                    <a:pt x="6239" y="3811"/>
                  </a:cubicBezTo>
                  <a:cubicBezTo>
                    <a:pt x="6334" y="3716"/>
                    <a:pt x="6429" y="3621"/>
                    <a:pt x="6429" y="3408"/>
                  </a:cubicBezTo>
                  <a:cubicBezTo>
                    <a:pt x="6239" y="2435"/>
                    <a:pt x="5646" y="1344"/>
                    <a:pt x="4649" y="158"/>
                  </a:cubicBezTo>
                  <a:cubicBezTo>
                    <a:pt x="4538" y="47"/>
                    <a:pt x="4386" y="1"/>
                    <a:pt x="42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33"/>
            <p:cNvSpPr/>
            <p:nvPr/>
          </p:nvSpPr>
          <p:spPr>
            <a:xfrm flipH="1">
              <a:off x="5680867" y="2536613"/>
              <a:ext cx="227252" cy="333208"/>
            </a:xfrm>
            <a:custGeom>
              <a:avLst/>
              <a:gdLst/>
              <a:ahLst/>
              <a:cxnLst/>
              <a:rect l="l" t="t" r="r" b="b"/>
              <a:pathLst>
                <a:path w="10177" h="14922" extrusionOk="0">
                  <a:moveTo>
                    <a:pt x="285" y="1"/>
                  </a:moveTo>
                  <a:lnTo>
                    <a:pt x="285" y="1"/>
                  </a:lnTo>
                  <a:cubicBezTo>
                    <a:pt x="0" y="8208"/>
                    <a:pt x="3843" y="12454"/>
                    <a:pt x="8397" y="14921"/>
                  </a:cubicBezTo>
                  <a:cubicBezTo>
                    <a:pt x="10176" y="6429"/>
                    <a:pt x="3961" y="1875"/>
                    <a:pt x="2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33"/>
            <p:cNvSpPr/>
            <p:nvPr/>
          </p:nvSpPr>
          <p:spPr>
            <a:xfrm flipH="1">
              <a:off x="5193039" y="1839053"/>
              <a:ext cx="322088" cy="825808"/>
            </a:xfrm>
            <a:custGeom>
              <a:avLst/>
              <a:gdLst/>
              <a:ahLst/>
              <a:cxnLst/>
              <a:rect l="l" t="t" r="r" b="b"/>
              <a:pathLst>
                <a:path w="14424" h="36982" extrusionOk="0">
                  <a:moveTo>
                    <a:pt x="12454" y="1"/>
                  </a:moveTo>
                  <a:cubicBezTo>
                    <a:pt x="12241" y="1"/>
                    <a:pt x="11956" y="95"/>
                    <a:pt x="11956" y="404"/>
                  </a:cubicBezTo>
                  <a:cubicBezTo>
                    <a:pt x="9774" y="8611"/>
                    <a:pt x="6026" y="17886"/>
                    <a:pt x="96" y="29652"/>
                  </a:cubicBezTo>
                  <a:cubicBezTo>
                    <a:pt x="1" y="29747"/>
                    <a:pt x="1" y="30055"/>
                    <a:pt x="191" y="30150"/>
                  </a:cubicBezTo>
                  <a:cubicBezTo>
                    <a:pt x="380" y="30340"/>
                    <a:pt x="5433" y="34799"/>
                    <a:pt x="13735" y="36981"/>
                  </a:cubicBezTo>
                  <a:lnTo>
                    <a:pt x="13925" y="36981"/>
                  </a:lnTo>
                  <a:cubicBezTo>
                    <a:pt x="14115" y="36981"/>
                    <a:pt x="14233" y="36863"/>
                    <a:pt x="14328" y="36673"/>
                  </a:cubicBezTo>
                  <a:cubicBezTo>
                    <a:pt x="14423" y="36483"/>
                    <a:pt x="14233" y="36175"/>
                    <a:pt x="14020" y="36175"/>
                  </a:cubicBezTo>
                  <a:cubicBezTo>
                    <a:pt x="6904" y="34301"/>
                    <a:pt x="2159" y="30648"/>
                    <a:pt x="973" y="29652"/>
                  </a:cubicBezTo>
                  <a:cubicBezTo>
                    <a:pt x="6904" y="18100"/>
                    <a:pt x="10675" y="8801"/>
                    <a:pt x="12739" y="594"/>
                  </a:cubicBezTo>
                  <a:cubicBezTo>
                    <a:pt x="12834" y="309"/>
                    <a:pt x="12644" y="95"/>
                    <a:pt x="124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250;p33"/>
            <p:cNvSpPr/>
            <p:nvPr/>
          </p:nvSpPr>
          <p:spPr>
            <a:xfrm flipH="1">
              <a:off x="5199948" y="1886726"/>
              <a:ext cx="90057" cy="107028"/>
            </a:xfrm>
            <a:custGeom>
              <a:avLst/>
              <a:gdLst/>
              <a:ahLst/>
              <a:cxnLst/>
              <a:rect l="l" t="t" r="r" b="b"/>
              <a:pathLst>
                <a:path w="4033" h="4793" extrusionOk="0">
                  <a:moveTo>
                    <a:pt x="3511" y="0"/>
                  </a:moveTo>
                  <a:cubicBezTo>
                    <a:pt x="3398" y="0"/>
                    <a:pt x="3297" y="48"/>
                    <a:pt x="3250" y="143"/>
                  </a:cubicBezTo>
                  <a:lnTo>
                    <a:pt x="95" y="4104"/>
                  </a:lnTo>
                  <a:cubicBezTo>
                    <a:pt x="0" y="4294"/>
                    <a:pt x="0" y="4484"/>
                    <a:pt x="190" y="4697"/>
                  </a:cubicBezTo>
                  <a:cubicBezTo>
                    <a:pt x="285" y="4792"/>
                    <a:pt x="380" y="4792"/>
                    <a:pt x="475" y="4792"/>
                  </a:cubicBezTo>
                  <a:cubicBezTo>
                    <a:pt x="593" y="4792"/>
                    <a:pt x="688" y="4697"/>
                    <a:pt x="783" y="4602"/>
                  </a:cubicBezTo>
                  <a:lnTo>
                    <a:pt x="3938" y="736"/>
                  </a:lnTo>
                  <a:cubicBezTo>
                    <a:pt x="4033" y="546"/>
                    <a:pt x="4033" y="238"/>
                    <a:pt x="3843" y="143"/>
                  </a:cubicBezTo>
                  <a:cubicBezTo>
                    <a:pt x="3748" y="48"/>
                    <a:pt x="3624" y="0"/>
                    <a:pt x="35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33"/>
            <p:cNvSpPr/>
            <p:nvPr/>
          </p:nvSpPr>
          <p:spPr>
            <a:xfrm flipH="1">
              <a:off x="4283595" y="362009"/>
              <a:ext cx="912962" cy="881231"/>
            </a:xfrm>
            <a:custGeom>
              <a:avLst/>
              <a:gdLst/>
              <a:ahLst/>
              <a:cxnLst/>
              <a:rect l="l" t="t" r="r" b="b"/>
              <a:pathLst>
                <a:path w="40885" h="39464" extrusionOk="0">
                  <a:moveTo>
                    <a:pt x="19620" y="1"/>
                  </a:moveTo>
                  <a:cubicBezTo>
                    <a:pt x="15436" y="1"/>
                    <a:pt x="9925" y="1417"/>
                    <a:pt x="5778" y="6468"/>
                  </a:cubicBezTo>
                  <a:cubicBezTo>
                    <a:pt x="5588" y="6658"/>
                    <a:pt x="1745" y="10714"/>
                    <a:pt x="749" y="19396"/>
                  </a:cubicBezTo>
                  <a:cubicBezTo>
                    <a:pt x="0" y="27339"/>
                    <a:pt x="5027" y="37368"/>
                    <a:pt x="10055" y="37368"/>
                  </a:cubicBezTo>
                  <a:cubicBezTo>
                    <a:pt x="10282" y="37368"/>
                    <a:pt x="10509" y="37347"/>
                    <a:pt x="10736" y="37305"/>
                  </a:cubicBezTo>
                  <a:lnTo>
                    <a:pt x="25656" y="39464"/>
                  </a:lnTo>
                  <a:cubicBezTo>
                    <a:pt x="35429" y="38491"/>
                    <a:pt x="38513" y="34625"/>
                    <a:pt x="40078" y="26417"/>
                  </a:cubicBezTo>
                  <a:cubicBezTo>
                    <a:pt x="40885" y="22361"/>
                    <a:pt x="40386" y="18708"/>
                    <a:pt x="39580" y="16051"/>
                  </a:cubicBezTo>
                  <a:cubicBezTo>
                    <a:pt x="39390" y="12991"/>
                    <a:pt x="38702" y="10311"/>
                    <a:pt x="37208" y="8532"/>
                  </a:cubicBezTo>
                  <a:cubicBezTo>
                    <a:pt x="31123" y="1164"/>
                    <a:pt x="25658" y="916"/>
                    <a:pt x="24950" y="916"/>
                  </a:cubicBezTo>
                  <a:cubicBezTo>
                    <a:pt x="24899" y="916"/>
                    <a:pt x="24873" y="917"/>
                    <a:pt x="24873" y="917"/>
                  </a:cubicBezTo>
                  <a:cubicBezTo>
                    <a:pt x="23821" y="429"/>
                    <a:pt x="21921" y="1"/>
                    <a:pt x="196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252;p33"/>
            <p:cNvSpPr/>
            <p:nvPr/>
          </p:nvSpPr>
          <p:spPr>
            <a:xfrm flipH="1">
              <a:off x="4740619" y="158524"/>
              <a:ext cx="558406" cy="411855"/>
            </a:xfrm>
            <a:custGeom>
              <a:avLst/>
              <a:gdLst/>
              <a:ahLst/>
              <a:cxnLst/>
              <a:rect l="l" t="t" r="r" b="b"/>
              <a:pathLst>
                <a:path w="25007" h="18444" extrusionOk="0">
                  <a:moveTo>
                    <a:pt x="15045" y="1"/>
                  </a:moveTo>
                  <a:cubicBezTo>
                    <a:pt x="14396" y="1"/>
                    <a:pt x="13700" y="52"/>
                    <a:pt x="12952" y="162"/>
                  </a:cubicBezTo>
                  <a:cubicBezTo>
                    <a:pt x="4935" y="1348"/>
                    <a:pt x="1" y="12118"/>
                    <a:pt x="7307" y="17052"/>
                  </a:cubicBezTo>
                  <a:cubicBezTo>
                    <a:pt x="8784" y="18046"/>
                    <a:pt x="10329" y="18443"/>
                    <a:pt x="11854" y="18443"/>
                  </a:cubicBezTo>
                  <a:cubicBezTo>
                    <a:pt x="17895" y="18443"/>
                    <a:pt x="23627" y="12213"/>
                    <a:pt x="23627" y="12213"/>
                  </a:cubicBezTo>
                  <a:cubicBezTo>
                    <a:pt x="23627" y="12213"/>
                    <a:pt x="25007" y="1"/>
                    <a:pt x="150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33"/>
            <p:cNvSpPr/>
            <p:nvPr/>
          </p:nvSpPr>
          <p:spPr>
            <a:xfrm flipH="1">
              <a:off x="4762957" y="349259"/>
              <a:ext cx="354913" cy="223412"/>
            </a:xfrm>
            <a:custGeom>
              <a:avLst/>
              <a:gdLst/>
              <a:ahLst/>
              <a:cxnLst/>
              <a:rect l="l" t="t" r="r" b="b"/>
              <a:pathLst>
                <a:path w="15894" h="10005" extrusionOk="0">
                  <a:moveTo>
                    <a:pt x="15003" y="1"/>
                  </a:moveTo>
                  <a:cubicBezTo>
                    <a:pt x="14070" y="1"/>
                    <a:pt x="12153" y="111"/>
                    <a:pt x="9868" y="895"/>
                  </a:cubicBezTo>
                  <a:cubicBezTo>
                    <a:pt x="6998" y="1892"/>
                    <a:pt x="2966" y="4264"/>
                    <a:pt x="95" y="9411"/>
                  </a:cubicBezTo>
                  <a:cubicBezTo>
                    <a:pt x="0" y="9601"/>
                    <a:pt x="95" y="9791"/>
                    <a:pt x="285" y="9885"/>
                  </a:cubicBezTo>
                  <a:cubicBezTo>
                    <a:pt x="285" y="9885"/>
                    <a:pt x="380" y="10004"/>
                    <a:pt x="475" y="10004"/>
                  </a:cubicBezTo>
                  <a:cubicBezTo>
                    <a:pt x="593" y="10004"/>
                    <a:pt x="688" y="9885"/>
                    <a:pt x="783" y="9791"/>
                  </a:cubicBezTo>
                  <a:cubicBezTo>
                    <a:pt x="5337" y="1548"/>
                    <a:pt x="13024" y="770"/>
                    <a:pt x="15026" y="770"/>
                  </a:cubicBezTo>
                  <a:cubicBezTo>
                    <a:pt x="15329" y="770"/>
                    <a:pt x="15501" y="788"/>
                    <a:pt x="15514" y="800"/>
                  </a:cubicBezTo>
                  <a:cubicBezTo>
                    <a:pt x="15704" y="800"/>
                    <a:pt x="15893" y="611"/>
                    <a:pt x="15893" y="397"/>
                  </a:cubicBezTo>
                  <a:cubicBezTo>
                    <a:pt x="15893" y="207"/>
                    <a:pt x="15798" y="18"/>
                    <a:pt x="15609" y="18"/>
                  </a:cubicBezTo>
                  <a:cubicBezTo>
                    <a:pt x="15582" y="18"/>
                    <a:pt x="15368" y="1"/>
                    <a:pt x="15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33"/>
            <p:cNvSpPr/>
            <p:nvPr/>
          </p:nvSpPr>
          <p:spPr>
            <a:xfrm flipH="1">
              <a:off x="4645902" y="414996"/>
              <a:ext cx="498450" cy="711791"/>
            </a:xfrm>
            <a:custGeom>
              <a:avLst/>
              <a:gdLst/>
              <a:ahLst/>
              <a:cxnLst/>
              <a:rect l="l" t="t" r="r" b="b"/>
              <a:pathLst>
                <a:path w="22322" h="31876" extrusionOk="0">
                  <a:moveTo>
                    <a:pt x="16886" y="0"/>
                  </a:moveTo>
                  <a:cubicBezTo>
                    <a:pt x="8710" y="0"/>
                    <a:pt x="3427" y="6183"/>
                    <a:pt x="1874" y="15362"/>
                  </a:cubicBezTo>
                  <a:cubicBezTo>
                    <a:pt x="0" y="26511"/>
                    <a:pt x="9584" y="31848"/>
                    <a:pt x="9584" y="31848"/>
                  </a:cubicBezTo>
                  <a:cubicBezTo>
                    <a:pt x="9778" y="31867"/>
                    <a:pt x="9970" y="31876"/>
                    <a:pt x="10158" y="31876"/>
                  </a:cubicBezTo>
                  <a:cubicBezTo>
                    <a:pt x="21267" y="31876"/>
                    <a:pt x="22322" y="821"/>
                    <a:pt x="22322" y="821"/>
                  </a:cubicBezTo>
                  <a:cubicBezTo>
                    <a:pt x="20391" y="265"/>
                    <a:pt x="18577" y="0"/>
                    <a:pt x="168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33"/>
            <p:cNvSpPr/>
            <p:nvPr/>
          </p:nvSpPr>
          <p:spPr>
            <a:xfrm flipH="1">
              <a:off x="4316986" y="669547"/>
              <a:ext cx="114977" cy="251570"/>
            </a:xfrm>
            <a:custGeom>
              <a:avLst/>
              <a:gdLst/>
              <a:ahLst/>
              <a:cxnLst/>
              <a:rect l="l" t="t" r="r" b="b"/>
              <a:pathLst>
                <a:path w="5149" h="11266" extrusionOk="0">
                  <a:moveTo>
                    <a:pt x="4152" y="1"/>
                  </a:moveTo>
                  <a:lnTo>
                    <a:pt x="4152" y="1"/>
                  </a:lnTo>
                  <a:cubicBezTo>
                    <a:pt x="2373" y="96"/>
                    <a:pt x="1" y="8493"/>
                    <a:pt x="1" y="8493"/>
                  </a:cubicBezTo>
                  <a:cubicBezTo>
                    <a:pt x="1" y="8493"/>
                    <a:pt x="1208" y="11265"/>
                    <a:pt x="2659" y="11265"/>
                  </a:cubicBezTo>
                  <a:cubicBezTo>
                    <a:pt x="2921" y="11265"/>
                    <a:pt x="3191" y="11174"/>
                    <a:pt x="3464" y="10960"/>
                  </a:cubicBezTo>
                  <a:cubicBezTo>
                    <a:pt x="5148" y="9584"/>
                    <a:pt x="4152" y="1"/>
                    <a:pt x="4152" y="1"/>
                  </a:cubicBezTo>
                  <a:close/>
                </a:path>
              </a:pathLst>
            </a:custGeom>
            <a:solidFill>
              <a:srgbClr val="3636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256;p33"/>
            <p:cNvSpPr/>
            <p:nvPr/>
          </p:nvSpPr>
          <p:spPr>
            <a:xfrm flipH="1">
              <a:off x="4332728" y="911281"/>
              <a:ext cx="118818" cy="200657"/>
            </a:xfrm>
            <a:custGeom>
              <a:avLst/>
              <a:gdLst/>
              <a:ahLst/>
              <a:cxnLst/>
              <a:rect l="l" t="t" r="r" b="b"/>
              <a:pathLst>
                <a:path w="5321" h="8986" extrusionOk="0">
                  <a:moveTo>
                    <a:pt x="2825" y="1"/>
                  </a:moveTo>
                  <a:cubicBezTo>
                    <a:pt x="1781" y="1"/>
                    <a:pt x="688" y="940"/>
                    <a:pt x="688" y="940"/>
                  </a:cubicBezTo>
                  <a:lnTo>
                    <a:pt x="0" y="8745"/>
                  </a:lnTo>
                  <a:cubicBezTo>
                    <a:pt x="389" y="8910"/>
                    <a:pt x="759" y="8985"/>
                    <a:pt x="1108" y="8985"/>
                  </a:cubicBezTo>
                  <a:cubicBezTo>
                    <a:pt x="3868" y="8985"/>
                    <a:pt x="5320" y="4250"/>
                    <a:pt x="4436" y="1534"/>
                  </a:cubicBezTo>
                  <a:cubicBezTo>
                    <a:pt x="4100" y="362"/>
                    <a:pt x="3472" y="1"/>
                    <a:pt x="2825" y="1"/>
                  </a:cubicBezTo>
                  <a:close/>
                </a:path>
              </a:pathLst>
            </a:custGeom>
            <a:solidFill>
              <a:srgbClr val="EF6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33"/>
            <p:cNvSpPr/>
            <p:nvPr/>
          </p:nvSpPr>
          <p:spPr>
            <a:xfrm flipH="1">
              <a:off x="4281496" y="808858"/>
              <a:ext cx="340086" cy="318426"/>
            </a:xfrm>
            <a:custGeom>
              <a:avLst/>
              <a:gdLst/>
              <a:ahLst/>
              <a:cxnLst/>
              <a:rect l="l" t="t" r="r" b="b"/>
              <a:pathLst>
                <a:path w="15230" h="14260" extrusionOk="0">
                  <a:moveTo>
                    <a:pt x="7843" y="0"/>
                  </a:moveTo>
                  <a:cubicBezTo>
                    <a:pt x="6414" y="0"/>
                    <a:pt x="5338" y="285"/>
                    <a:pt x="5338" y="285"/>
                  </a:cubicBezTo>
                  <a:cubicBezTo>
                    <a:pt x="1" y="8493"/>
                    <a:pt x="3559" y="13142"/>
                    <a:pt x="3559" y="13142"/>
                  </a:cubicBezTo>
                  <a:cubicBezTo>
                    <a:pt x="5077" y="13920"/>
                    <a:pt x="6430" y="14260"/>
                    <a:pt x="7631" y="14260"/>
                  </a:cubicBezTo>
                  <a:cubicBezTo>
                    <a:pt x="8699" y="14260"/>
                    <a:pt x="9648" y="13991"/>
                    <a:pt x="10485" y="13521"/>
                  </a:cubicBezTo>
                  <a:cubicBezTo>
                    <a:pt x="10983" y="13332"/>
                    <a:pt x="11363" y="13023"/>
                    <a:pt x="11766" y="12644"/>
                  </a:cubicBezTo>
                  <a:cubicBezTo>
                    <a:pt x="14233" y="10367"/>
                    <a:pt x="15230" y="6405"/>
                    <a:pt x="14233" y="3938"/>
                  </a:cubicBezTo>
                  <a:cubicBezTo>
                    <a:pt x="14043" y="3535"/>
                    <a:pt x="13949" y="3345"/>
                    <a:pt x="13735" y="3061"/>
                  </a:cubicBezTo>
                  <a:cubicBezTo>
                    <a:pt x="13545" y="2562"/>
                    <a:pt x="13237" y="2254"/>
                    <a:pt x="12952" y="1874"/>
                  </a:cubicBezTo>
                  <a:cubicBezTo>
                    <a:pt x="11486" y="358"/>
                    <a:pt x="9443" y="0"/>
                    <a:pt x="7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33"/>
            <p:cNvSpPr/>
            <p:nvPr/>
          </p:nvSpPr>
          <p:spPr>
            <a:xfrm flipH="1">
              <a:off x="4347714" y="733654"/>
              <a:ext cx="35505" cy="94836"/>
            </a:xfrm>
            <a:custGeom>
              <a:avLst/>
              <a:gdLst/>
              <a:ahLst/>
              <a:cxnLst/>
              <a:rect l="l" t="t" r="r" b="b"/>
              <a:pathLst>
                <a:path w="1590" h="4247" extrusionOk="0">
                  <a:moveTo>
                    <a:pt x="498" y="0"/>
                  </a:moveTo>
                  <a:cubicBezTo>
                    <a:pt x="403" y="1471"/>
                    <a:pt x="190" y="2752"/>
                    <a:pt x="0" y="3748"/>
                  </a:cubicBezTo>
                  <a:lnTo>
                    <a:pt x="996" y="4246"/>
                  </a:lnTo>
                  <a:cubicBezTo>
                    <a:pt x="1186" y="3155"/>
                    <a:pt x="1495" y="1779"/>
                    <a:pt x="1589" y="285"/>
                  </a:cubicBezTo>
                  <a:cubicBezTo>
                    <a:pt x="1495" y="285"/>
                    <a:pt x="1495" y="380"/>
                    <a:pt x="1376" y="380"/>
                  </a:cubicBezTo>
                  <a:cubicBezTo>
                    <a:pt x="1091" y="380"/>
                    <a:pt x="783" y="285"/>
                    <a:pt x="4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33"/>
            <p:cNvSpPr/>
            <p:nvPr/>
          </p:nvSpPr>
          <p:spPr>
            <a:xfrm flipH="1">
              <a:off x="4314866" y="850702"/>
              <a:ext cx="72595" cy="260100"/>
            </a:xfrm>
            <a:custGeom>
              <a:avLst/>
              <a:gdLst/>
              <a:ahLst/>
              <a:cxnLst/>
              <a:rect l="l" t="t" r="r" b="b"/>
              <a:pathLst>
                <a:path w="3251" h="11648" extrusionOk="0">
                  <a:moveTo>
                    <a:pt x="2467" y="0"/>
                  </a:moveTo>
                  <a:lnTo>
                    <a:pt x="2467" y="0"/>
                  </a:lnTo>
                  <a:cubicBezTo>
                    <a:pt x="2562" y="1969"/>
                    <a:pt x="2467" y="6619"/>
                    <a:pt x="0" y="11647"/>
                  </a:cubicBezTo>
                  <a:cubicBezTo>
                    <a:pt x="498" y="11458"/>
                    <a:pt x="878" y="11149"/>
                    <a:pt x="1281" y="10770"/>
                  </a:cubicBezTo>
                  <a:cubicBezTo>
                    <a:pt x="2965" y="6808"/>
                    <a:pt x="3250" y="3345"/>
                    <a:pt x="3250" y="1187"/>
                  </a:cubicBezTo>
                  <a:cubicBezTo>
                    <a:pt x="3060" y="688"/>
                    <a:pt x="2752" y="380"/>
                    <a:pt x="2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33"/>
            <p:cNvSpPr/>
            <p:nvPr/>
          </p:nvSpPr>
          <p:spPr>
            <a:xfrm flipH="1">
              <a:off x="4621545" y="1095406"/>
              <a:ext cx="384031" cy="363465"/>
            </a:xfrm>
            <a:custGeom>
              <a:avLst/>
              <a:gdLst/>
              <a:ahLst/>
              <a:cxnLst/>
              <a:rect l="l" t="t" r="r" b="b"/>
              <a:pathLst>
                <a:path w="17198" h="16277" extrusionOk="0">
                  <a:moveTo>
                    <a:pt x="2681" y="1"/>
                  </a:moveTo>
                  <a:lnTo>
                    <a:pt x="2681" y="1"/>
                  </a:lnTo>
                  <a:cubicBezTo>
                    <a:pt x="3274" y="3155"/>
                    <a:pt x="1281" y="7307"/>
                    <a:pt x="0" y="10485"/>
                  </a:cubicBezTo>
                  <a:cubicBezTo>
                    <a:pt x="5036" y="15029"/>
                    <a:pt x="8784" y="16277"/>
                    <a:pt x="11384" y="16277"/>
                  </a:cubicBezTo>
                  <a:cubicBezTo>
                    <a:pt x="14552" y="16277"/>
                    <a:pt x="16012" y="14423"/>
                    <a:pt x="16012" y="14423"/>
                  </a:cubicBezTo>
                  <a:lnTo>
                    <a:pt x="17198" y="6524"/>
                  </a:lnTo>
                  <a:cubicBezTo>
                    <a:pt x="13236" y="6239"/>
                    <a:pt x="8801" y="3962"/>
                    <a:pt x="5836" y="2183"/>
                  </a:cubicBezTo>
                  <a:cubicBezTo>
                    <a:pt x="5527" y="1969"/>
                    <a:pt x="5243" y="1780"/>
                    <a:pt x="4934" y="1590"/>
                  </a:cubicBezTo>
                  <a:cubicBezTo>
                    <a:pt x="3558" y="688"/>
                    <a:pt x="2681" y="1"/>
                    <a:pt x="2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33"/>
            <p:cNvSpPr/>
            <p:nvPr/>
          </p:nvSpPr>
          <p:spPr>
            <a:xfrm flipH="1">
              <a:off x="4621549" y="1130887"/>
              <a:ext cx="273855" cy="191770"/>
            </a:xfrm>
            <a:custGeom>
              <a:avLst/>
              <a:gdLst/>
              <a:ahLst/>
              <a:cxnLst/>
              <a:rect l="l" t="t" r="r" b="b"/>
              <a:pathLst>
                <a:path w="12264" h="8588" extrusionOk="0">
                  <a:moveTo>
                    <a:pt x="0" y="1"/>
                  </a:moveTo>
                  <a:cubicBezTo>
                    <a:pt x="2775" y="4650"/>
                    <a:pt x="8421" y="7307"/>
                    <a:pt x="11671" y="8588"/>
                  </a:cubicBezTo>
                  <a:lnTo>
                    <a:pt x="12264" y="4935"/>
                  </a:lnTo>
                  <a:cubicBezTo>
                    <a:pt x="8302" y="4650"/>
                    <a:pt x="3867" y="2373"/>
                    <a:pt x="902" y="594"/>
                  </a:cubicBezTo>
                  <a:cubicBezTo>
                    <a:pt x="593" y="380"/>
                    <a:pt x="309" y="19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33"/>
            <p:cNvSpPr/>
            <p:nvPr/>
          </p:nvSpPr>
          <p:spPr>
            <a:xfrm flipH="1">
              <a:off x="4352471" y="510207"/>
              <a:ext cx="598020" cy="735126"/>
            </a:xfrm>
            <a:custGeom>
              <a:avLst/>
              <a:gdLst/>
              <a:ahLst/>
              <a:cxnLst/>
              <a:rect l="l" t="t" r="r" b="b"/>
              <a:pathLst>
                <a:path w="26781" h="32921" extrusionOk="0">
                  <a:moveTo>
                    <a:pt x="12596" y="0"/>
                  </a:moveTo>
                  <a:cubicBezTo>
                    <a:pt x="11916" y="0"/>
                    <a:pt x="11211" y="64"/>
                    <a:pt x="10485" y="210"/>
                  </a:cubicBezTo>
                  <a:cubicBezTo>
                    <a:pt x="5741" y="1207"/>
                    <a:pt x="2277" y="5168"/>
                    <a:pt x="1779" y="10007"/>
                  </a:cubicBezTo>
                  <a:cubicBezTo>
                    <a:pt x="593" y="14443"/>
                    <a:pt x="0" y="19187"/>
                    <a:pt x="214" y="24429"/>
                  </a:cubicBezTo>
                  <a:cubicBezTo>
                    <a:pt x="214" y="25022"/>
                    <a:pt x="214" y="25615"/>
                    <a:pt x="309" y="26303"/>
                  </a:cubicBezTo>
                  <a:cubicBezTo>
                    <a:pt x="605" y="26544"/>
                    <a:pt x="8933" y="32921"/>
                    <a:pt x="16194" y="32921"/>
                  </a:cubicBezTo>
                  <a:cubicBezTo>
                    <a:pt x="18229" y="32921"/>
                    <a:pt x="20180" y="32420"/>
                    <a:pt x="21847" y="31142"/>
                  </a:cubicBezTo>
                  <a:cubicBezTo>
                    <a:pt x="23341" y="29956"/>
                    <a:pt x="24219" y="26991"/>
                    <a:pt x="25120" y="21559"/>
                  </a:cubicBezTo>
                  <a:cubicBezTo>
                    <a:pt x="25215" y="20871"/>
                    <a:pt x="25310" y="20089"/>
                    <a:pt x="25405" y="19282"/>
                  </a:cubicBezTo>
                  <a:cubicBezTo>
                    <a:pt x="25595" y="18499"/>
                    <a:pt x="25713" y="17716"/>
                    <a:pt x="25808" y="16910"/>
                  </a:cubicBezTo>
                  <a:cubicBezTo>
                    <a:pt x="26781" y="10007"/>
                    <a:pt x="25215" y="4765"/>
                    <a:pt x="21562" y="2986"/>
                  </a:cubicBezTo>
                  <a:cubicBezTo>
                    <a:pt x="19546" y="2058"/>
                    <a:pt x="16451" y="0"/>
                    <a:pt x="12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33"/>
            <p:cNvSpPr/>
            <p:nvPr/>
          </p:nvSpPr>
          <p:spPr>
            <a:xfrm flipH="1">
              <a:off x="4495483" y="977531"/>
              <a:ext cx="174822" cy="104661"/>
            </a:xfrm>
            <a:custGeom>
              <a:avLst/>
              <a:gdLst/>
              <a:ahLst/>
              <a:cxnLst/>
              <a:rect l="l" t="t" r="r" b="b"/>
              <a:pathLst>
                <a:path w="7829" h="4687" extrusionOk="0">
                  <a:moveTo>
                    <a:pt x="461" y="0"/>
                  </a:moveTo>
                  <a:cubicBezTo>
                    <a:pt x="410" y="0"/>
                    <a:pt x="359" y="12"/>
                    <a:pt x="309" y="37"/>
                  </a:cubicBezTo>
                  <a:cubicBezTo>
                    <a:pt x="119" y="132"/>
                    <a:pt x="0" y="346"/>
                    <a:pt x="0" y="535"/>
                  </a:cubicBezTo>
                  <a:cubicBezTo>
                    <a:pt x="119" y="630"/>
                    <a:pt x="1780" y="4686"/>
                    <a:pt x="6049" y="4686"/>
                  </a:cubicBezTo>
                  <a:cubicBezTo>
                    <a:pt x="6524" y="4686"/>
                    <a:pt x="6927" y="4686"/>
                    <a:pt x="7425" y="4592"/>
                  </a:cubicBezTo>
                  <a:cubicBezTo>
                    <a:pt x="7710" y="4497"/>
                    <a:pt x="7828" y="4283"/>
                    <a:pt x="7828" y="4093"/>
                  </a:cubicBezTo>
                  <a:cubicBezTo>
                    <a:pt x="7710" y="3904"/>
                    <a:pt x="7520" y="3809"/>
                    <a:pt x="7330" y="3809"/>
                  </a:cubicBezTo>
                  <a:cubicBezTo>
                    <a:pt x="6896" y="3891"/>
                    <a:pt x="6485" y="3928"/>
                    <a:pt x="6098" y="3928"/>
                  </a:cubicBezTo>
                  <a:cubicBezTo>
                    <a:pt x="2347" y="3928"/>
                    <a:pt x="807" y="423"/>
                    <a:pt x="807" y="251"/>
                  </a:cubicBezTo>
                  <a:cubicBezTo>
                    <a:pt x="737" y="93"/>
                    <a:pt x="603" y="0"/>
                    <a:pt x="4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33"/>
            <p:cNvSpPr/>
            <p:nvPr/>
          </p:nvSpPr>
          <p:spPr>
            <a:xfrm flipH="1">
              <a:off x="4583952" y="704291"/>
              <a:ext cx="156600" cy="68240"/>
            </a:xfrm>
            <a:custGeom>
              <a:avLst/>
              <a:gdLst/>
              <a:ahLst/>
              <a:cxnLst/>
              <a:rect l="l" t="t" r="r" b="b"/>
              <a:pathLst>
                <a:path w="7013" h="3056" extrusionOk="0">
                  <a:moveTo>
                    <a:pt x="4517" y="0"/>
                  </a:moveTo>
                  <a:cubicBezTo>
                    <a:pt x="2636" y="0"/>
                    <a:pt x="436" y="306"/>
                    <a:pt x="181" y="1600"/>
                  </a:cubicBezTo>
                  <a:cubicBezTo>
                    <a:pt x="0" y="2687"/>
                    <a:pt x="760" y="3055"/>
                    <a:pt x="1851" y="3055"/>
                  </a:cubicBezTo>
                  <a:cubicBezTo>
                    <a:pt x="3045" y="3055"/>
                    <a:pt x="4637" y="2614"/>
                    <a:pt x="5827" y="2193"/>
                  </a:cubicBezTo>
                  <a:lnTo>
                    <a:pt x="5922" y="2098"/>
                  </a:lnTo>
                  <a:cubicBezTo>
                    <a:pt x="7013" y="1813"/>
                    <a:pt x="6823" y="129"/>
                    <a:pt x="5637" y="34"/>
                  </a:cubicBezTo>
                  <a:cubicBezTo>
                    <a:pt x="5292" y="14"/>
                    <a:pt x="4911" y="0"/>
                    <a:pt x="45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33"/>
            <p:cNvSpPr/>
            <p:nvPr/>
          </p:nvSpPr>
          <p:spPr>
            <a:xfrm flipH="1">
              <a:off x="4347710" y="725302"/>
              <a:ext cx="148093" cy="104013"/>
            </a:xfrm>
            <a:custGeom>
              <a:avLst/>
              <a:gdLst/>
              <a:ahLst/>
              <a:cxnLst/>
              <a:rect l="l" t="t" r="r" b="b"/>
              <a:pathLst>
                <a:path w="6632" h="4658" extrusionOk="0">
                  <a:moveTo>
                    <a:pt x="1514" y="1"/>
                  </a:moveTo>
                  <a:cubicBezTo>
                    <a:pt x="609" y="1"/>
                    <a:pt x="0" y="1154"/>
                    <a:pt x="796" y="1845"/>
                  </a:cubicBezTo>
                  <a:lnTo>
                    <a:pt x="891" y="1940"/>
                  </a:lnTo>
                  <a:cubicBezTo>
                    <a:pt x="2146" y="3127"/>
                    <a:pt x="3990" y="4657"/>
                    <a:pt x="5177" y="4657"/>
                  </a:cubicBezTo>
                  <a:cubicBezTo>
                    <a:pt x="5672" y="4657"/>
                    <a:pt x="6053" y="4390"/>
                    <a:pt x="6228" y="3719"/>
                  </a:cubicBezTo>
                  <a:cubicBezTo>
                    <a:pt x="6631" y="2153"/>
                    <a:pt x="3761" y="754"/>
                    <a:pt x="1887" y="66"/>
                  </a:cubicBezTo>
                  <a:cubicBezTo>
                    <a:pt x="1759" y="21"/>
                    <a:pt x="1634" y="1"/>
                    <a:pt x="15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33"/>
            <p:cNvSpPr/>
            <p:nvPr/>
          </p:nvSpPr>
          <p:spPr>
            <a:xfrm flipH="1">
              <a:off x="4566471" y="1100297"/>
              <a:ext cx="68352" cy="26595"/>
            </a:xfrm>
            <a:custGeom>
              <a:avLst/>
              <a:gdLst/>
              <a:ahLst/>
              <a:cxnLst/>
              <a:rect l="l" t="t" r="r" b="b"/>
              <a:pathLst>
                <a:path w="3061" h="1191" extrusionOk="0">
                  <a:moveTo>
                    <a:pt x="250" y="1"/>
                  </a:moveTo>
                  <a:cubicBezTo>
                    <a:pt x="196" y="1"/>
                    <a:pt x="143" y="31"/>
                    <a:pt x="96" y="90"/>
                  </a:cubicBezTo>
                  <a:cubicBezTo>
                    <a:pt x="1" y="185"/>
                    <a:pt x="1" y="375"/>
                    <a:pt x="96" y="469"/>
                  </a:cubicBezTo>
                  <a:cubicBezTo>
                    <a:pt x="499" y="778"/>
                    <a:pt x="902" y="968"/>
                    <a:pt x="1282" y="1062"/>
                  </a:cubicBezTo>
                  <a:cubicBezTo>
                    <a:pt x="1664" y="1164"/>
                    <a:pt x="2019" y="1190"/>
                    <a:pt x="2287" y="1190"/>
                  </a:cubicBezTo>
                  <a:cubicBezTo>
                    <a:pt x="2586" y="1190"/>
                    <a:pt x="2776" y="1157"/>
                    <a:pt x="2776" y="1157"/>
                  </a:cubicBezTo>
                  <a:cubicBezTo>
                    <a:pt x="2966" y="1062"/>
                    <a:pt x="3061" y="968"/>
                    <a:pt x="2966" y="873"/>
                  </a:cubicBezTo>
                  <a:cubicBezTo>
                    <a:pt x="2966" y="735"/>
                    <a:pt x="2916" y="635"/>
                    <a:pt x="2817" y="635"/>
                  </a:cubicBezTo>
                  <a:cubicBezTo>
                    <a:pt x="2779" y="635"/>
                    <a:pt x="2734" y="650"/>
                    <a:pt x="2681" y="683"/>
                  </a:cubicBezTo>
                  <a:cubicBezTo>
                    <a:pt x="2681" y="683"/>
                    <a:pt x="2479" y="727"/>
                    <a:pt x="2175" y="727"/>
                  </a:cubicBezTo>
                  <a:cubicBezTo>
                    <a:pt x="1706" y="727"/>
                    <a:pt x="994" y="622"/>
                    <a:pt x="404" y="90"/>
                  </a:cubicBezTo>
                  <a:cubicBezTo>
                    <a:pt x="357" y="31"/>
                    <a:pt x="303" y="1"/>
                    <a:pt x="2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33"/>
            <p:cNvSpPr/>
            <p:nvPr/>
          </p:nvSpPr>
          <p:spPr>
            <a:xfrm flipH="1">
              <a:off x="4484903" y="876135"/>
              <a:ext cx="63574" cy="130854"/>
            </a:xfrm>
            <a:custGeom>
              <a:avLst/>
              <a:gdLst/>
              <a:ahLst/>
              <a:cxnLst/>
              <a:rect l="l" t="t" r="r" b="b"/>
              <a:pathLst>
                <a:path w="2847" h="5860" extrusionOk="0">
                  <a:moveTo>
                    <a:pt x="1376" y="0"/>
                  </a:moveTo>
                  <a:cubicBezTo>
                    <a:pt x="1286" y="0"/>
                    <a:pt x="1186" y="100"/>
                    <a:pt x="1186" y="237"/>
                  </a:cubicBezTo>
                  <a:lnTo>
                    <a:pt x="878" y="3297"/>
                  </a:lnTo>
                  <a:cubicBezTo>
                    <a:pt x="878" y="3392"/>
                    <a:pt x="878" y="3487"/>
                    <a:pt x="973" y="3606"/>
                  </a:cubicBezTo>
                  <a:lnTo>
                    <a:pt x="2064" y="4673"/>
                  </a:lnTo>
                  <a:lnTo>
                    <a:pt x="190" y="5266"/>
                  </a:lnTo>
                  <a:cubicBezTo>
                    <a:pt x="0" y="5385"/>
                    <a:pt x="0" y="5480"/>
                    <a:pt x="0" y="5669"/>
                  </a:cubicBezTo>
                  <a:cubicBezTo>
                    <a:pt x="0" y="5764"/>
                    <a:pt x="95" y="5764"/>
                    <a:pt x="95" y="5859"/>
                  </a:cubicBezTo>
                  <a:lnTo>
                    <a:pt x="380" y="5859"/>
                  </a:lnTo>
                  <a:lnTo>
                    <a:pt x="2657" y="5076"/>
                  </a:lnTo>
                  <a:cubicBezTo>
                    <a:pt x="2752" y="5076"/>
                    <a:pt x="2847" y="4981"/>
                    <a:pt x="2847" y="4887"/>
                  </a:cubicBezTo>
                  <a:cubicBezTo>
                    <a:pt x="2847" y="4792"/>
                    <a:pt x="2847" y="4673"/>
                    <a:pt x="2752" y="4578"/>
                  </a:cubicBezTo>
                  <a:lnTo>
                    <a:pt x="1471" y="3297"/>
                  </a:lnTo>
                  <a:lnTo>
                    <a:pt x="1779" y="332"/>
                  </a:lnTo>
                  <a:cubicBezTo>
                    <a:pt x="1779" y="142"/>
                    <a:pt x="1661" y="48"/>
                    <a:pt x="1471" y="48"/>
                  </a:cubicBezTo>
                  <a:cubicBezTo>
                    <a:pt x="1445" y="15"/>
                    <a:pt x="1411" y="0"/>
                    <a:pt x="13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33"/>
            <p:cNvSpPr/>
            <p:nvPr/>
          </p:nvSpPr>
          <p:spPr>
            <a:xfrm flipH="1">
              <a:off x="4652280" y="902171"/>
              <a:ext cx="134561" cy="55736"/>
            </a:xfrm>
            <a:custGeom>
              <a:avLst/>
              <a:gdLst/>
              <a:ahLst/>
              <a:cxnLst/>
              <a:rect l="l" t="t" r="r" b="b"/>
              <a:pathLst>
                <a:path w="6026" h="2496" extrusionOk="0">
                  <a:moveTo>
                    <a:pt x="2190" y="1"/>
                  </a:moveTo>
                  <a:cubicBezTo>
                    <a:pt x="1044" y="1"/>
                    <a:pt x="171" y="307"/>
                    <a:pt x="96" y="850"/>
                  </a:cubicBezTo>
                  <a:cubicBezTo>
                    <a:pt x="1" y="1443"/>
                    <a:pt x="1187" y="2131"/>
                    <a:pt x="2847" y="2440"/>
                  </a:cubicBezTo>
                  <a:cubicBezTo>
                    <a:pt x="3164" y="2477"/>
                    <a:pt x="3476" y="2495"/>
                    <a:pt x="3774" y="2495"/>
                  </a:cubicBezTo>
                  <a:cubicBezTo>
                    <a:pt x="4972" y="2495"/>
                    <a:pt x="5931" y="2203"/>
                    <a:pt x="5931" y="1728"/>
                  </a:cubicBezTo>
                  <a:cubicBezTo>
                    <a:pt x="6026" y="1040"/>
                    <a:pt x="4840" y="352"/>
                    <a:pt x="3156" y="68"/>
                  </a:cubicBezTo>
                  <a:cubicBezTo>
                    <a:pt x="2821" y="23"/>
                    <a:pt x="2496" y="1"/>
                    <a:pt x="2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33"/>
            <p:cNvSpPr/>
            <p:nvPr/>
          </p:nvSpPr>
          <p:spPr>
            <a:xfrm flipH="1">
              <a:off x="4383196" y="956631"/>
              <a:ext cx="9044" cy="52989"/>
            </a:xfrm>
            <a:custGeom>
              <a:avLst/>
              <a:gdLst/>
              <a:ahLst/>
              <a:cxnLst/>
              <a:rect l="l" t="t" r="r" b="b"/>
              <a:pathLst>
                <a:path w="405" h="2373" extrusionOk="0">
                  <a:moveTo>
                    <a:pt x="309" y="1"/>
                  </a:moveTo>
                  <a:cubicBezTo>
                    <a:pt x="214" y="594"/>
                    <a:pt x="214" y="1068"/>
                    <a:pt x="119" y="1566"/>
                  </a:cubicBezTo>
                  <a:cubicBezTo>
                    <a:pt x="1" y="1875"/>
                    <a:pt x="1" y="2064"/>
                    <a:pt x="1" y="2373"/>
                  </a:cubicBezTo>
                  <a:lnTo>
                    <a:pt x="119" y="2373"/>
                  </a:lnTo>
                  <a:cubicBezTo>
                    <a:pt x="214" y="1566"/>
                    <a:pt x="309" y="878"/>
                    <a:pt x="404" y="1"/>
                  </a:cubicBezTo>
                  <a:close/>
                </a:path>
              </a:pathLst>
            </a:custGeom>
            <a:solidFill>
              <a:srgbClr val="BF80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33"/>
            <p:cNvSpPr/>
            <p:nvPr/>
          </p:nvSpPr>
          <p:spPr>
            <a:xfrm flipH="1">
              <a:off x="4385315" y="956631"/>
              <a:ext cx="62010" cy="52989"/>
            </a:xfrm>
            <a:custGeom>
              <a:avLst/>
              <a:gdLst/>
              <a:ahLst/>
              <a:cxnLst/>
              <a:rect l="l" t="t" r="r" b="b"/>
              <a:pathLst>
                <a:path w="2777" h="2373" extrusionOk="0">
                  <a:moveTo>
                    <a:pt x="2183" y="1"/>
                  </a:moveTo>
                  <a:cubicBezTo>
                    <a:pt x="997" y="1"/>
                    <a:pt x="96" y="285"/>
                    <a:pt x="96" y="783"/>
                  </a:cubicBezTo>
                  <a:cubicBezTo>
                    <a:pt x="1" y="1376"/>
                    <a:pt x="997" y="2064"/>
                    <a:pt x="2468" y="2373"/>
                  </a:cubicBezTo>
                  <a:cubicBezTo>
                    <a:pt x="2468" y="2064"/>
                    <a:pt x="2468" y="1875"/>
                    <a:pt x="2586" y="1566"/>
                  </a:cubicBezTo>
                  <a:cubicBezTo>
                    <a:pt x="2681" y="1068"/>
                    <a:pt x="2681" y="594"/>
                    <a:pt x="2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33"/>
            <p:cNvSpPr/>
            <p:nvPr/>
          </p:nvSpPr>
          <p:spPr>
            <a:xfrm flipH="1">
              <a:off x="4614658" y="850412"/>
              <a:ext cx="46647" cy="70965"/>
            </a:xfrm>
            <a:custGeom>
              <a:avLst/>
              <a:gdLst/>
              <a:ahLst/>
              <a:cxnLst/>
              <a:rect l="l" t="t" r="r" b="b"/>
              <a:pathLst>
                <a:path w="2089" h="3178" extrusionOk="0">
                  <a:moveTo>
                    <a:pt x="1172" y="1"/>
                  </a:moveTo>
                  <a:cubicBezTo>
                    <a:pt x="715" y="1"/>
                    <a:pt x="293" y="671"/>
                    <a:pt x="96" y="1484"/>
                  </a:cubicBezTo>
                  <a:cubicBezTo>
                    <a:pt x="1" y="2386"/>
                    <a:pt x="309" y="3073"/>
                    <a:pt x="784" y="3168"/>
                  </a:cubicBezTo>
                  <a:cubicBezTo>
                    <a:pt x="814" y="3174"/>
                    <a:pt x="845" y="3177"/>
                    <a:pt x="876" y="3177"/>
                  </a:cubicBezTo>
                  <a:cubicBezTo>
                    <a:pt x="1342" y="3177"/>
                    <a:pt x="1792" y="2519"/>
                    <a:pt x="1970" y="1674"/>
                  </a:cubicBezTo>
                  <a:cubicBezTo>
                    <a:pt x="2088" y="796"/>
                    <a:pt x="1780" y="108"/>
                    <a:pt x="1282" y="13"/>
                  </a:cubicBezTo>
                  <a:cubicBezTo>
                    <a:pt x="1245" y="5"/>
                    <a:pt x="1208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33"/>
            <p:cNvSpPr/>
            <p:nvPr/>
          </p:nvSpPr>
          <p:spPr>
            <a:xfrm flipH="1">
              <a:off x="4420819" y="879105"/>
              <a:ext cx="46089" cy="70875"/>
            </a:xfrm>
            <a:custGeom>
              <a:avLst/>
              <a:gdLst/>
              <a:ahLst/>
              <a:cxnLst/>
              <a:rect l="l" t="t" r="r" b="b"/>
              <a:pathLst>
                <a:path w="2064" h="3174" extrusionOk="0">
                  <a:moveTo>
                    <a:pt x="1189" y="1"/>
                  </a:moveTo>
                  <a:cubicBezTo>
                    <a:pt x="723" y="1"/>
                    <a:pt x="279" y="657"/>
                    <a:pt x="190" y="1480"/>
                  </a:cubicBezTo>
                  <a:cubicBezTo>
                    <a:pt x="0" y="2381"/>
                    <a:pt x="285" y="3164"/>
                    <a:pt x="783" y="3164"/>
                  </a:cubicBezTo>
                  <a:cubicBezTo>
                    <a:pt x="814" y="3170"/>
                    <a:pt x="845" y="3173"/>
                    <a:pt x="877" y="3173"/>
                  </a:cubicBezTo>
                  <a:cubicBezTo>
                    <a:pt x="1353" y="3173"/>
                    <a:pt x="1880" y="2522"/>
                    <a:pt x="1969" y="1788"/>
                  </a:cubicBezTo>
                  <a:cubicBezTo>
                    <a:pt x="2064" y="887"/>
                    <a:pt x="1779" y="104"/>
                    <a:pt x="1281" y="9"/>
                  </a:cubicBezTo>
                  <a:cubicBezTo>
                    <a:pt x="1250" y="4"/>
                    <a:pt x="1219" y="1"/>
                    <a:pt x="1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33"/>
            <p:cNvSpPr/>
            <p:nvPr/>
          </p:nvSpPr>
          <p:spPr>
            <a:xfrm flipH="1">
              <a:off x="4868897" y="1027080"/>
              <a:ext cx="76838" cy="70473"/>
            </a:xfrm>
            <a:custGeom>
              <a:avLst/>
              <a:gdLst/>
              <a:ahLst/>
              <a:cxnLst/>
              <a:rect l="l" t="t" r="r" b="b"/>
              <a:pathLst>
                <a:path w="3441" h="3156" extrusionOk="0">
                  <a:moveTo>
                    <a:pt x="3440" y="1"/>
                  </a:moveTo>
                  <a:lnTo>
                    <a:pt x="3440" y="1"/>
                  </a:lnTo>
                  <a:cubicBezTo>
                    <a:pt x="1780" y="1187"/>
                    <a:pt x="1" y="1281"/>
                    <a:pt x="1" y="1281"/>
                  </a:cubicBezTo>
                  <a:cubicBezTo>
                    <a:pt x="1" y="1874"/>
                    <a:pt x="1" y="2467"/>
                    <a:pt x="96" y="3155"/>
                  </a:cubicBezTo>
                  <a:cubicBezTo>
                    <a:pt x="1875" y="2562"/>
                    <a:pt x="3345" y="95"/>
                    <a:pt x="3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33"/>
            <p:cNvSpPr/>
            <p:nvPr/>
          </p:nvSpPr>
          <p:spPr>
            <a:xfrm flipH="1">
              <a:off x="4884255" y="816807"/>
              <a:ext cx="184848" cy="238886"/>
            </a:xfrm>
            <a:custGeom>
              <a:avLst/>
              <a:gdLst/>
              <a:ahLst/>
              <a:cxnLst/>
              <a:rect l="l" t="t" r="r" b="b"/>
              <a:pathLst>
                <a:path w="8278" h="10698" extrusionOk="0">
                  <a:moveTo>
                    <a:pt x="4479" y="0"/>
                  </a:moveTo>
                  <a:cubicBezTo>
                    <a:pt x="3804" y="0"/>
                    <a:pt x="3081" y="307"/>
                    <a:pt x="2347" y="1115"/>
                  </a:cubicBezTo>
                  <a:cubicBezTo>
                    <a:pt x="1" y="3566"/>
                    <a:pt x="1965" y="10697"/>
                    <a:pt x="5724" y="10697"/>
                  </a:cubicBezTo>
                  <a:cubicBezTo>
                    <a:pt x="6221" y="10697"/>
                    <a:pt x="6750" y="10572"/>
                    <a:pt x="7305" y="10295"/>
                  </a:cubicBezTo>
                  <a:lnTo>
                    <a:pt x="8277" y="3084"/>
                  </a:lnTo>
                  <a:cubicBezTo>
                    <a:pt x="8277" y="3084"/>
                    <a:pt x="6619" y="0"/>
                    <a:pt x="4479" y="0"/>
                  </a:cubicBezTo>
                  <a:close/>
                </a:path>
              </a:pathLst>
            </a:custGeom>
            <a:solidFill>
              <a:srgbClr val="FF9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33"/>
            <p:cNvSpPr/>
            <p:nvPr/>
          </p:nvSpPr>
          <p:spPr>
            <a:xfrm flipH="1">
              <a:off x="4901742" y="869459"/>
              <a:ext cx="88471" cy="144408"/>
            </a:xfrm>
            <a:custGeom>
              <a:avLst/>
              <a:gdLst/>
              <a:ahLst/>
              <a:cxnLst/>
              <a:rect l="l" t="t" r="r" b="b"/>
              <a:pathLst>
                <a:path w="3962" h="6467" extrusionOk="0">
                  <a:moveTo>
                    <a:pt x="520" y="1"/>
                  </a:moveTo>
                  <a:cubicBezTo>
                    <a:pt x="358" y="1"/>
                    <a:pt x="182" y="89"/>
                    <a:pt x="95" y="228"/>
                  </a:cubicBezTo>
                  <a:cubicBezTo>
                    <a:pt x="0" y="347"/>
                    <a:pt x="95" y="631"/>
                    <a:pt x="308" y="726"/>
                  </a:cubicBezTo>
                  <a:cubicBezTo>
                    <a:pt x="403" y="726"/>
                    <a:pt x="3179" y="2505"/>
                    <a:pt x="3060" y="6063"/>
                  </a:cubicBezTo>
                  <a:cubicBezTo>
                    <a:pt x="3060" y="6277"/>
                    <a:pt x="3179" y="6467"/>
                    <a:pt x="3368" y="6467"/>
                  </a:cubicBezTo>
                  <a:lnTo>
                    <a:pt x="3463" y="6467"/>
                  </a:lnTo>
                  <a:cubicBezTo>
                    <a:pt x="3653" y="6467"/>
                    <a:pt x="3772" y="6372"/>
                    <a:pt x="3772" y="6158"/>
                  </a:cubicBezTo>
                  <a:cubicBezTo>
                    <a:pt x="3961" y="2007"/>
                    <a:pt x="807" y="133"/>
                    <a:pt x="688" y="38"/>
                  </a:cubicBezTo>
                  <a:cubicBezTo>
                    <a:pt x="637" y="13"/>
                    <a:pt x="580" y="1"/>
                    <a:pt x="520" y="1"/>
                  </a:cubicBezTo>
                  <a:close/>
                </a:path>
              </a:pathLst>
            </a:custGeom>
            <a:solidFill>
              <a:srgbClr val="3636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33"/>
            <p:cNvSpPr/>
            <p:nvPr/>
          </p:nvSpPr>
          <p:spPr>
            <a:xfrm flipH="1">
              <a:off x="4919227" y="925192"/>
              <a:ext cx="70987" cy="28828"/>
            </a:xfrm>
            <a:custGeom>
              <a:avLst/>
              <a:gdLst/>
              <a:ahLst/>
              <a:cxnLst/>
              <a:rect l="l" t="t" r="r" b="b"/>
              <a:pathLst>
                <a:path w="3179" h="1291" extrusionOk="0">
                  <a:moveTo>
                    <a:pt x="2218" y="1"/>
                  </a:moveTo>
                  <a:cubicBezTo>
                    <a:pt x="1293" y="1"/>
                    <a:pt x="367" y="526"/>
                    <a:pt x="214" y="602"/>
                  </a:cubicBezTo>
                  <a:cubicBezTo>
                    <a:pt x="0" y="697"/>
                    <a:pt x="0" y="911"/>
                    <a:pt x="95" y="1100"/>
                  </a:cubicBezTo>
                  <a:cubicBezTo>
                    <a:pt x="95" y="1195"/>
                    <a:pt x="214" y="1290"/>
                    <a:pt x="308" y="1290"/>
                  </a:cubicBezTo>
                  <a:cubicBezTo>
                    <a:pt x="403" y="1290"/>
                    <a:pt x="498" y="1290"/>
                    <a:pt x="593" y="1195"/>
                  </a:cubicBezTo>
                  <a:cubicBezTo>
                    <a:pt x="832" y="1048"/>
                    <a:pt x="1538" y="717"/>
                    <a:pt x="2120" y="717"/>
                  </a:cubicBezTo>
                  <a:cubicBezTo>
                    <a:pt x="2291" y="717"/>
                    <a:pt x="2451" y="746"/>
                    <a:pt x="2586" y="816"/>
                  </a:cubicBezTo>
                  <a:cubicBezTo>
                    <a:pt x="2636" y="841"/>
                    <a:pt x="2685" y="852"/>
                    <a:pt x="2734" y="852"/>
                  </a:cubicBezTo>
                  <a:cubicBezTo>
                    <a:pt x="2869" y="852"/>
                    <a:pt x="2990" y="759"/>
                    <a:pt x="3060" y="602"/>
                  </a:cubicBezTo>
                  <a:cubicBezTo>
                    <a:pt x="3179" y="412"/>
                    <a:pt x="3060" y="223"/>
                    <a:pt x="2870" y="104"/>
                  </a:cubicBezTo>
                  <a:cubicBezTo>
                    <a:pt x="2660" y="31"/>
                    <a:pt x="2439" y="1"/>
                    <a:pt x="2218" y="1"/>
                  </a:cubicBezTo>
                  <a:close/>
                </a:path>
              </a:pathLst>
            </a:custGeom>
            <a:solidFill>
              <a:srgbClr val="3636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33"/>
            <p:cNvSpPr/>
            <p:nvPr/>
          </p:nvSpPr>
          <p:spPr>
            <a:xfrm flipH="1">
              <a:off x="4511377" y="760538"/>
              <a:ext cx="271220" cy="239445"/>
            </a:xfrm>
            <a:custGeom>
              <a:avLst/>
              <a:gdLst/>
              <a:ahLst/>
              <a:cxnLst/>
              <a:rect l="l" t="t" r="r" b="b"/>
              <a:pathLst>
                <a:path w="12146" h="10723" extrusionOk="0">
                  <a:moveTo>
                    <a:pt x="6085" y="772"/>
                  </a:moveTo>
                  <a:cubicBezTo>
                    <a:pt x="6623" y="772"/>
                    <a:pt x="7171" y="869"/>
                    <a:pt x="7710" y="1073"/>
                  </a:cubicBezTo>
                  <a:cubicBezTo>
                    <a:pt x="10082" y="1951"/>
                    <a:pt x="11268" y="4632"/>
                    <a:pt x="10367" y="7004"/>
                  </a:cubicBezTo>
                  <a:cubicBezTo>
                    <a:pt x="9688" y="8837"/>
                    <a:pt x="7933" y="9962"/>
                    <a:pt x="6075" y="9962"/>
                  </a:cubicBezTo>
                  <a:cubicBezTo>
                    <a:pt x="5529" y="9962"/>
                    <a:pt x="4975" y="9865"/>
                    <a:pt x="4436" y="9660"/>
                  </a:cubicBezTo>
                  <a:cubicBezTo>
                    <a:pt x="2064" y="8783"/>
                    <a:pt x="878" y="6102"/>
                    <a:pt x="1780" y="3730"/>
                  </a:cubicBezTo>
                  <a:cubicBezTo>
                    <a:pt x="2550" y="1897"/>
                    <a:pt x="4255" y="772"/>
                    <a:pt x="6085" y="772"/>
                  </a:cubicBezTo>
                  <a:close/>
                  <a:moveTo>
                    <a:pt x="6077" y="0"/>
                  </a:moveTo>
                  <a:cubicBezTo>
                    <a:pt x="3941" y="0"/>
                    <a:pt x="1932" y="1308"/>
                    <a:pt x="1092" y="3445"/>
                  </a:cubicBezTo>
                  <a:cubicBezTo>
                    <a:pt x="1" y="6197"/>
                    <a:pt x="1376" y="9376"/>
                    <a:pt x="4152" y="10348"/>
                  </a:cubicBezTo>
                  <a:cubicBezTo>
                    <a:pt x="4798" y="10602"/>
                    <a:pt x="5465" y="10723"/>
                    <a:pt x="6121" y="10723"/>
                  </a:cubicBezTo>
                  <a:cubicBezTo>
                    <a:pt x="8280" y="10723"/>
                    <a:pt x="10314" y="9417"/>
                    <a:pt x="11078" y="7288"/>
                  </a:cubicBezTo>
                  <a:cubicBezTo>
                    <a:pt x="12146" y="4513"/>
                    <a:pt x="10770" y="1453"/>
                    <a:pt x="7995" y="362"/>
                  </a:cubicBezTo>
                  <a:cubicBezTo>
                    <a:pt x="7362" y="117"/>
                    <a:pt x="6714" y="0"/>
                    <a:pt x="60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33"/>
            <p:cNvSpPr/>
            <p:nvPr/>
          </p:nvSpPr>
          <p:spPr>
            <a:xfrm flipH="1">
              <a:off x="4742846" y="820000"/>
              <a:ext cx="154680" cy="33674"/>
            </a:xfrm>
            <a:custGeom>
              <a:avLst/>
              <a:gdLst/>
              <a:ahLst/>
              <a:cxnLst/>
              <a:rect l="l" t="t" r="r" b="b"/>
              <a:pathLst>
                <a:path w="6927" h="1508" extrusionOk="0">
                  <a:moveTo>
                    <a:pt x="3051" y="1"/>
                  </a:moveTo>
                  <a:cubicBezTo>
                    <a:pt x="1503" y="1"/>
                    <a:pt x="423" y="417"/>
                    <a:pt x="309" y="474"/>
                  </a:cubicBezTo>
                  <a:cubicBezTo>
                    <a:pt x="95" y="474"/>
                    <a:pt x="0" y="782"/>
                    <a:pt x="95" y="972"/>
                  </a:cubicBezTo>
                  <a:cubicBezTo>
                    <a:pt x="182" y="1111"/>
                    <a:pt x="307" y="1199"/>
                    <a:pt x="442" y="1199"/>
                  </a:cubicBezTo>
                  <a:cubicBezTo>
                    <a:pt x="492" y="1199"/>
                    <a:pt x="542" y="1187"/>
                    <a:pt x="593" y="1162"/>
                  </a:cubicBezTo>
                  <a:cubicBezTo>
                    <a:pt x="593" y="1162"/>
                    <a:pt x="1602" y="808"/>
                    <a:pt x="3033" y="808"/>
                  </a:cubicBezTo>
                  <a:cubicBezTo>
                    <a:pt x="3974" y="808"/>
                    <a:pt x="5099" y="962"/>
                    <a:pt x="6239" y="1470"/>
                  </a:cubicBezTo>
                  <a:lnTo>
                    <a:pt x="6429" y="1470"/>
                  </a:lnTo>
                  <a:cubicBezTo>
                    <a:pt x="6454" y="1495"/>
                    <a:pt x="6487" y="1507"/>
                    <a:pt x="6524" y="1507"/>
                  </a:cubicBezTo>
                  <a:cubicBezTo>
                    <a:pt x="6628" y="1507"/>
                    <a:pt x="6762" y="1414"/>
                    <a:pt x="6832" y="1257"/>
                  </a:cubicBezTo>
                  <a:cubicBezTo>
                    <a:pt x="6927" y="1067"/>
                    <a:pt x="6832" y="877"/>
                    <a:pt x="6618" y="782"/>
                  </a:cubicBezTo>
                  <a:cubicBezTo>
                    <a:pt x="5320" y="185"/>
                    <a:pt x="4082" y="1"/>
                    <a:pt x="30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33"/>
            <p:cNvSpPr/>
            <p:nvPr/>
          </p:nvSpPr>
          <p:spPr>
            <a:xfrm flipH="1">
              <a:off x="4246532" y="790503"/>
              <a:ext cx="271220" cy="239311"/>
            </a:xfrm>
            <a:custGeom>
              <a:avLst/>
              <a:gdLst/>
              <a:ahLst/>
              <a:cxnLst/>
              <a:rect l="l" t="t" r="r" b="b"/>
              <a:pathLst>
                <a:path w="12146" h="10717" extrusionOk="0">
                  <a:moveTo>
                    <a:pt x="6086" y="805"/>
                  </a:moveTo>
                  <a:cubicBezTo>
                    <a:pt x="6622" y="805"/>
                    <a:pt x="7171" y="903"/>
                    <a:pt x="7709" y="1107"/>
                  </a:cubicBezTo>
                  <a:cubicBezTo>
                    <a:pt x="10081" y="1985"/>
                    <a:pt x="11267" y="4665"/>
                    <a:pt x="10366" y="7037"/>
                  </a:cubicBezTo>
                  <a:cubicBezTo>
                    <a:pt x="9700" y="8836"/>
                    <a:pt x="7998" y="9953"/>
                    <a:pt x="6179" y="9953"/>
                  </a:cubicBezTo>
                  <a:cubicBezTo>
                    <a:pt x="5600" y="9953"/>
                    <a:pt x="5009" y="9840"/>
                    <a:pt x="4436" y="9599"/>
                  </a:cubicBezTo>
                  <a:cubicBezTo>
                    <a:pt x="2064" y="8722"/>
                    <a:pt x="878" y="6041"/>
                    <a:pt x="1874" y="3764"/>
                  </a:cubicBezTo>
                  <a:cubicBezTo>
                    <a:pt x="2571" y="1930"/>
                    <a:pt x="4260" y="805"/>
                    <a:pt x="6086" y="805"/>
                  </a:cubicBezTo>
                  <a:close/>
                  <a:moveTo>
                    <a:pt x="6158" y="1"/>
                  </a:moveTo>
                  <a:cubicBezTo>
                    <a:pt x="3992" y="1"/>
                    <a:pt x="1942" y="1314"/>
                    <a:pt x="1091" y="3479"/>
                  </a:cubicBezTo>
                  <a:cubicBezTo>
                    <a:pt x="0" y="6255"/>
                    <a:pt x="1471" y="9315"/>
                    <a:pt x="4151" y="10406"/>
                  </a:cubicBezTo>
                  <a:cubicBezTo>
                    <a:pt x="4752" y="10616"/>
                    <a:pt x="5371" y="10717"/>
                    <a:pt x="5983" y="10717"/>
                  </a:cubicBezTo>
                  <a:cubicBezTo>
                    <a:pt x="8196" y="10717"/>
                    <a:pt x="10318" y="9402"/>
                    <a:pt x="11173" y="7227"/>
                  </a:cubicBezTo>
                  <a:cubicBezTo>
                    <a:pt x="12145" y="4570"/>
                    <a:pt x="10769" y="1392"/>
                    <a:pt x="7994" y="324"/>
                  </a:cubicBezTo>
                  <a:cubicBezTo>
                    <a:pt x="7389" y="105"/>
                    <a:pt x="6769" y="1"/>
                    <a:pt x="61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33"/>
            <p:cNvSpPr/>
            <p:nvPr/>
          </p:nvSpPr>
          <p:spPr>
            <a:xfrm flipH="1">
              <a:off x="4475904" y="850412"/>
              <a:ext cx="70451" cy="26975"/>
            </a:xfrm>
            <a:custGeom>
              <a:avLst/>
              <a:gdLst/>
              <a:ahLst/>
              <a:cxnLst/>
              <a:rect l="l" t="t" r="r" b="b"/>
              <a:pathLst>
                <a:path w="3155" h="1208" extrusionOk="0">
                  <a:moveTo>
                    <a:pt x="1474" y="0"/>
                  </a:moveTo>
                  <a:cubicBezTo>
                    <a:pt x="772" y="0"/>
                    <a:pt x="285" y="298"/>
                    <a:pt x="285" y="298"/>
                  </a:cubicBezTo>
                  <a:cubicBezTo>
                    <a:pt x="95" y="393"/>
                    <a:pt x="0" y="701"/>
                    <a:pt x="95" y="891"/>
                  </a:cubicBezTo>
                  <a:cubicBezTo>
                    <a:pt x="190" y="891"/>
                    <a:pt x="190" y="986"/>
                    <a:pt x="285" y="986"/>
                  </a:cubicBezTo>
                  <a:cubicBezTo>
                    <a:pt x="332" y="1033"/>
                    <a:pt x="409" y="1057"/>
                    <a:pt x="486" y="1057"/>
                  </a:cubicBezTo>
                  <a:cubicBezTo>
                    <a:pt x="563" y="1057"/>
                    <a:pt x="641" y="1033"/>
                    <a:pt x="688" y="986"/>
                  </a:cubicBezTo>
                  <a:cubicBezTo>
                    <a:pt x="688" y="986"/>
                    <a:pt x="1040" y="748"/>
                    <a:pt x="1526" y="748"/>
                  </a:cubicBezTo>
                  <a:cubicBezTo>
                    <a:pt x="1809" y="748"/>
                    <a:pt x="2136" y="828"/>
                    <a:pt x="2467" y="1081"/>
                  </a:cubicBezTo>
                  <a:cubicBezTo>
                    <a:pt x="2549" y="1173"/>
                    <a:pt x="2653" y="1208"/>
                    <a:pt x="2753" y="1208"/>
                  </a:cubicBezTo>
                  <a:cubicBezTo>
                    <a:pt x="2884" y="1208"/>
                    <a:pt x="3006" y="1148"/>
                    <a:pt x="3060" y="1081"/>
                  </a:cubicBezTo>
                  <a:cubicBezTo>
                    <a:pt x="3155" y="891"/>
                    <a:pt x="3155" y="701"/>
                    <a:pt x="2965" y="488"/>
                  </a:cubicBezTo>
                  <a:cubicBezTo>
                    <a:pt x="2429" y="115"/>
                    <a:pt x="1910" y="0"/>
                    <a:pt x="14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33"/>
            <p:cNvSpPr/>
            <p:nvPr/>
          </p:nvSpPr>
          <p:spPr>
            <a:xfrm flipH="1">
              <a:off x="4292246" y="432993"/>
              <a:ext cx="664608" cy="307931"/>
            </a:xfrm>
            <a:custGeom>
              <a:avLst/>
              <a:gdLst/>
              <a:ahLst/>
              <a:cxnLst/>
              <a:rect l="l" t="t" r="r" b="b"/>
              <a:pathLst>
                <a:path w="29763" h="13790" extrusionOk="0">
                  <a:moveTo>
                    <a:pt x="13573" y="1"/>
                  </a:moveTo>
                  <a:cubicBezTo>
                    <a:pt x="9340" y="1"/>
                    <a:pt x="5699" y="1330"/>
                    <a:pt x="3843" y="2696"/>
                  </a:cubicBezTo>
                  <a:cubicBezTo>
                    <a:pt x="190" y="5448"/>
                    <a:pt x="1" y="10192"/>
                    <a:pt x="6429" y="11188"/>
                  </a:cubicBezTo>
                  <a:cubicBezTo>
                    <a:pt x="6806" y="11248"/>
                    <a:pt x="7167" y="11276"/>
                    <a:pt x="7511" y="11276"/>
                  </a:cubicBezTo>
                  <a:cubicBezTo>
                    <a:pt x="12923" y="11276"/>
                    <a:pt x="14328" y="4356"/>
                    <a:pt x="14328" y="4356"/>
                  </a:cubicBezTo>
                  <a:cubicBezTo>
                    <a:pt x="14328" y="4356"/>
                    <a:pt x="18669" y="12777"/>
                    <a:pt x="26781" y="13750"/>
                  </a:cubicBezTo>
                  <a:cubicBezTo>
                    <a:pt x="26983" y="13776"/>
                    <a:pt x="27169" y="13789"/>
                    <a:pt x="27341" y="13789"/>
                  </a:cubicBezTo>
                  <a:cubicBezTo>
                    <a:pt x="29762" y="13789"/>
                    <a:pt x="29197" y="11235"/>
                    <a:pt x="28465" y="9219"/>
                  </a:cubicBezTo>
                  <a:cubicBezTo>
                    <a:pt x="27374" y="5851"/>
                    <a:pt x="24812" y="3170"/>
                    <a:pt x="21539" y="1700"/>
                  </a:cubicBezTo>
                  <a:cubicBezTo>
                    <a:pt x="18842" y="475"/>
                    <a:pt x="16102" y="1"/>
                    <a:pt x="135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33"/>
            <p:cNvSpPr/>
            <p:nvPr/>
          </p:nvSpPr>
          <p:spPr>
            <a:xfrm flipH="1">
              <a:off x="4809052" y="642283"/>
              <a:ext cx="152559" cy="420318"/>
            </a:xfrm>
            <a:custGeom>
              <a:avLst/>
              <a:gdLst/>
              <a:ahLst/>
              <a:cxnLst/>
              <a:rect l="l" t="t" r="r" b="b"/>
              <a:pathLst>
                <a:path w="6832" h="18823" extrusionOk="0">
                  <a:moveTo>
                    <a:pt x="4079" y="0"/>
                  </a:moveTo>
                  <a:cubicBezTo>
                    <a:pt x="2317" y="0"/>
                    <a:pt x="1412" y="1471"/>
                    <a:pt x="996" y="3001"/>
                  </a:cubicBezTo>
                  <a:cubicBezTo>
                    <a:pt x="0" y="6251"/>
                    <a:pt x="1186" y="8338"/>
                    <a:pt x="2586" y="11114"/>
                  </a:cubicBezTo>
                  <a:cubicBezTo>
                    <a:pt x="4151" y="14458"/>
                    <a:pt x="4554" y="18823"/>
                    <a:pt x="4554" y="18823"/>
                  </a:cubicBezTo>
                  <a:cubicBezTo>
                    <a:pt x="5930" y="16546"/>
                    <a:pt x="5835" y="13177"/>
                    <a:pt x="4554" y="9026"/>
                  </a:cubicBezTo>
                  <a:cubicBezTo>
                    <a:pt x="3179" y="4780"/>
                    <a:pt x="6832" y="914"/>
                    <a:pt x="6832" y="914"/>
                  </a:cubicBezTo>
                  <a:cubicBezTo>
                    <a:pt x="5739" y="268"/>
                    <a:pt x="4831" y="0"/>
                    <a:pt x="40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33"/>
            <p:cNvSpPr/>
            <p:nvPr/>
          </p:nvSpPr>
          <p:spPr>
            <a:xfrm flipH="1">
              <a:off x="4815921" y="738678"/>
              <a:ext cx="370812" cy="356588"/>
            </a:xfrm>
            <a:custGeom>
              <a:avLst/>
              <a:gdLst/>
              <a:ahLst/>
              <a:cxnLst/>
              <a:rect l="l" t="t" r="r" b="b"/>
              <a:pathLst>
                <a:path w="16606" h="15969" extrusionOk="0">
                  <a:moveTo>
                    <a:pt x="7708" y="1"/>
                  </a:moveTo>
                  <a:cubicBezTo>
                    <a:pt x="6937" y="1"/>
                    <a:pt x="6132" y="103"/>
                    <a:pt x="5338" y="368"/>
                  </a:cubicBezTo>
                  <a:cubicBezTo>
                    <a:pt x="5148" y="463"/>
                    <a:pt x="4863" y="558"/>
                    <a:pt x="4555" y="653"/>
                  </a:cubicBezTo>
                  <a:cubicBezTo>
                    <a:pt x="3677" y="1056"/>
                    <a:pt x="2871" y="1744"/>
                    <a:pt x="2088" y="2835"/>
                  </a:cubicBezTo>
                  <a:cubicBezTo>
                    <a:pt x="1" y="5705"/>
                    <a:pt x="309" y="11541"/>
                    <a:pt x="3677" y="14387"/>
                  </a:cubicBezTo>
                  <a:cubicBezTo>
                    <a:pt x="3867" y="14601"/>
                    <a:pt x="4152" y="14790"/>
                    <a:pt x="4365" y="14885"/>
                  </a:cubicBezTo>
                  <a:cubicBezTo>
                    <a:pt x="5514" y="15565"/>
                    <a:pt x="6883" y="15968"/>
                    <a:pt x="8518" y="15968"/>
                  </a:cubicBezTo>
                  <a:cubicBezTo>
                    <a:pt x="9280" y="15968"/>
                    <a:pt x="10101" y="15881"/>
                    <a:pt x="10983" y="15692"/>
                  </a:cubicBezTo>
                  <a:cubicBezTo>
                    <a:pt x="10983" y="15692"/>
                    <a:pt x="16605" y="12229"/>
                    <a:pt x="12668" y="1246"/>
                  </a:cubicBezTo>
                  <a:cubicBezTo>
                    <a:pt x="12668" y="1246"/>
                    <a:pt x="10392" y="1"/>
                    <a:pt x="77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33"/>
            <p:cNvSpPr/>
            <p:nvPr/>
          </p:nvSpPr>
          <p:spPr>
            <a:xfrm flipH="1">
              <a:off x="4636909" y="1001892"/>
              <a:ext cx="351184" cy="201595"/>
            </a:xfrm>
            <a:custGeom>
              <a:avLst/>
              <a:gdLst/>
              <a:ahLst/>
              <a:cxnLst/>
              <a:rect l="l" t="t" r="r" b="b"/>
              <a:pathLst>
                <a:path w="15727" h="9028" extrusionOk="0">
                  <a:moveTo>
                    <a:pt x="482" y="0"/>
                  </a:moveTo>
                  <a:cubicBezTo>
                    <a:pt x="419" y="0"/>
                    <a:pt x="359" y="12"/>
                    <a:pt x="308" y="37"/>
                  </a:cubicBezTo>
                  <a:cubicBezTo>
                    <a:pt x="119" y="227"/>
                    <a:pt x="0" y="536"/>
                    <a:pt x="119" y="725"/>
                  </a:cubicBezTo>
                  <a:cubicBezTo>
                    <a:pt x="308" y="1034"/>
                    <a:pt x="3772" y="6964"/>
                    <a:pt x="12074" y="8648"/>
                  </a:cubicBezTo>
                  <a:cubicBezTo>
                    <a:pt x="13046" y="8838"/>
                    <a:pt x="14043" y="8933"/>
                    <a:pt x="15229" y="9028"/>
                  </a:cubicBezTo>
                  <a:cubicBezTo>
                    <a:pt x="15537" y="9028"/>
                    <a:pt x="15727" y="8838"/>
                    <a:pt x="15727" y="8529"/>
                  </a:cubicBezTo>
                  <a:cubicBezTo>
                    <a:pt x="15727" y="8340"/>
                    <a:pt x="15537" y="8150"/>
                    <a:pt x="15229" y="8055"/>
                  </a:cubicBezTo>
                  <a:cubicBezTo>
                    <a:pt x="5242" y="7557"/>
                    <a:pt x="996" y="346"/>
                    <a:pt x="996" y="227"/>
                  </a:cubicBezTo>
                  <a:cubicBezTo>
                    <a:pt x="857" y="88"/>
                    <a:pt x="655" y="0"/>
                    <a:pt x="4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33"/>
            <p:cNvSpPr/>
            <p:nvPr/>
          </p:nvSpPr>
          <p:spPr>
            <a:xfrm flipH="1">
              <a:off x="4583955" y="1160719"/>
              <a:ext cx="75230" cy="67392"/>
            </a:xfrm>
            <a:custGeom>
              <a:avLst/>
              <a:gdLst/>
              <a:ahLst/>
              <a:cxnLst/>
              <a:rect l="l" t="t" r="r" b="b"/>
              <a:pathLst>
                <a:path w="3369" h="3018" extrusionOk="0">
                  <a:moveTo>
                    <a:pt x="1647" y="1"/>
                  </a:moveTo>
                  <a:cubicBezTo>
                    <a:pt x="952" y="1"/>
                    <a:pt x="295" y="474"/>
                    <a:pt x="214" y="1227"/>
                  </a:cubicBezTo>
                  <a:cubicBezTo>
                    <a:pt x="1" y="2009"/>
                    <a:pt x="499" y="2816"/>
                    <a:pt x="1400" y="3006"/>
                  </a:cubicBezTo>
                  <a:cubicBezTo>
                    <a:pt x="1464" y="3013"/>
                    <a:pt x="1528" y="3017"/>
                    <a:pt x="1592" y="3017"/>
                  </a:cubicBezTo>
                  <a:cubicBezTo>
                    <a:pt x="2307" y="3017"/>
                    <a:pt x="2983" y="2538"/>
                    <a:pt x="3179" y="1820"/>
                  </a:cubicBezTo>
                  <a:cubicBezTo>
                    <a:pt x="3369" y="942"/>
                    <a:pt x="2776" y="136"/>
                    <a:pt x="1993" y="41"/>
                  </a:cubicBezTo>
                  <a:cubicBezTo>
                    <a:pt x="1878" y="14"/>
                    <a:pt x="1762" y="1"/>
                    <a:pt x="16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33"/>
            <p:cNvSpPr/>
            <p:nvPr/>
          </p:nvSpPr>
          <p:spPr>
            <a:xfrm flipH="1">
              <a:off x="5025156" y="746895"/>
              <a:ext cx="79472" cy="324187"/>
            </a:xfrm>
            <a:custGeom>
              <a:avLst/>
              <a:gdLst/>
              <a:ahLst/>
              <a:cxnLst/>
              <a:rect l="l" t="t" r="r" b="b"/>
              <a:pathLst>
                <a:path w="3559" h="14518" extrusionOk="0">
                  <a:moveTo>
                    <a:pt x="1661" y="0"/>
                  </a:moveTo>
                  <a:lnTo>
                    <a:pt x="1661" y="0"/>
                  </a:lnTo>
                  <a:cubicBezTo>
                    <a:pt x="1471" y="95"/>
                    <a:pt x="1186" y="190"/>
                    <a:pt x="878" y="285"/>
                  </a:cubicBezTo>
                  <a:cubicBezTo>
                    <a:pt x="1779" y="2965"/>
                    <a:pt x="2562" y="8089"/>
                    <a:pt x="0" y="14019"/>
                  </a:cubicBezTo>
                  <a:cubicBezTo>
                    <a:pt x="190" y="14233"/>
                    <a:pt x="475" y="14422"/>
                    <a:pt x="688" y="14517"/>
                  </a:cubicBezTo>
                  <a:cubicBezTo>
                    <a:pt x="3559" y="8302"/>
                    <a:pt x="2562" y="2752"/>
                    <a:pt x="16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33"/>
            <p:cNvSpPr/>
            <p:nvPr/>
          </p:nvSpPr>
          <p:spPr>
            <a:xfrm flipH="1">
              <a:off x="4341326" y="333428"/>
              <a:ext cx="670615" cy="421970"/>
            </a:xfrm>
            <a:custGeom>
              <a:avLst/>
              <a:gdLst/>
              <a:ahLst/>
              <a:cxnLst/>
              <a:rect l="l" t="t" r="r" b="b"/>
              <a:pathLst>
                <a:path w="30032" h="18897" extrusionOk="0">
                  <a:moveTo>
                    <a:pt x="16331" y="1"/>
                  </a:moveTo>
                  <a:cubicBezTo>
                    <a:pt x="13195" y="1"/>
                    <a:pt x="10379" y="942"/>
                    <a:pt x="7994" y="2790"/>
                  </a:cubicBezTo>
                  <a:cubicBezTo>
                    <a:pt x="1281" y="7938"/>
                    <a:pt x="95" y="18422"/>
                    <a:pt x="1" y="18802"/>
                  </a:cubicBezTo>
                  <a:lnTo>
                    <a:pt x="1068" y="18897"/>
                  </a:lnTo>
                  <a:cubicBezTo>
                    <a:pt x="1068" y="18897"/>
                    <a:pt x="1661" y="14271"/>
                    <a:pt x="3938" y="9717"/>
                  </a:cubicBezTo>
                  <a:cubicBezTo>
                    <a:pt x="4531" y="8436"/>
                    <a:pt x="5433" y="7036"/>
                    <a:pt x="6310" y="5969"/>
                  </a:cubicBezTo>
                  <a:cubicBezTo>
                    <a:pt x="6998" y="5067"/>
                    <a:pt x="7805" y="4285"/>
                    <a:pt x="8682" y="3692"/>
                  </a:cubicBezTo>
                  <a:cubicBezTo>
                    <a:pt x="10861" y="1979"/>
                    <a:pt x="13463" y="1128"/>
                    <a:pt x="16385" y="1128"/>
                  </a:cubicBezTo>
                  <a:cubicBezTo>
                    <a:pt x="17186" y="1128"/>
                    <a:pt x="18012" y="1192"/>
                    <a:pt x="18859" y="1320"/>
                  </a:cubicBezTo>
                  <a:cubicBezTo>
                    <a:pt x="22535" y="1913"/>
                    <a:pt x="25287" y="3597"/>
                    <a:pt x="26971" y="6254"/>
                  </a:cubicBezTo>
                  <a:cubicBezTo>
                    <a:pt x="27469" y="7155"/>
                    <a:pt x="27872" y="7938"/>
                    <a:pt x="28157" y="8934"/>
                  </a:cubicBezTo>
                  <a:cubicBezTo>
                    <a:pt x="28560" y="9314"/>
                    <a:pt x="29343" y="10215"/>
                    <a:pt x="30031" y="11496"/>
                  </a:cubicBezTo>
                  <a:cubicBezTo>
                    <a:pt x="29652" y="9408"/>
                    <a:pt x="29059" y="7440"/>
                    <a:pt x="27872" y="5755"/>
                  </a:cubicBezTo>
                  <a:cubicBezTo>
                    <a:pt x="25975" y="2695"/>
                    <a:pt x="23010" y="821"/>
                    <a:pt x="19072" y="228"/>
                  </a:cubicBezTo>
                  <a:cubicBezTo>
                    <a:pt x="18135" y="77"/>
                    <a:pt x="17220" y="1"/>
                    <a:pt x="163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33"/>
            <p:cNvSpPr/>
            <p:nvPr/>
          </p:nvSpPr>
          <p:spPr>
            <a:xfrm flipH="1">
              <a:off x="3838133" y="2900509"/>
              <a:ext cx="1390444" cy="247372"/>
            </a:xfrm>
            <a:custGeom>
              <a:avLst/>
              <a:gdLst/>
              <a:ahLst/>
              <a:cxnLst/>
              <a:rect l="l" t="t" r="r" b="b"/>
              <a:pathLst>
                <a:path w="62268" h="11078" extrusionOk="0">
                  <a:moveTo>
                    <a:pt x="3274" y="0"/>
                  </a:moveTo>
                  <a:cubicBezTo>
                    <a:pt x="1282" y="0"/>
                    <a:pt x="1" y="2182"/>
                    <a:pt x="902" y="3962"/>
                  </a:cubicBezTo>
                  <a:lnTo>
                    <a:pt x="4650" y="11078"/>
                  </a:lnTo>
                  <a:lnTo>
                    <a:pt x="60584" y="9797"/>
                  </a:lnTo>
                  <a:lnTo>
                    <a:pt x="62268" y="712"/>
                  </a:lnTo>
                  <a:lnTo>
                    <a:pt x="32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33"/>
            <p:cNvSpPr/>
            <p:nvPr/>
          </p:nvSpPr>
          <p:spPr>
            <a:xfrm flipH="1">
              <a:off x="3758687" y="2271790"/>
              <a:ext cx="1368181" cy="830051"/>
            </a:xfrm>
            <a:custGeom>
              <a:avLst/>
              <a:gdLst/>
              <a:ahLst/>
              <a:cxnLst/>
              <a:rect l="l" t="t" r="r" b="b"/>
              <a:pathLst>
                <a:path w="61271" h="37172" extrusionOk="0">
                  <a:moveTo>
                    <a:pt x="6334" y="1"/>
                  </a:moveTo>
                  <a:cubicBezTo>
                    <a:pt x="5029" y="1"/>
                    <a:pt x="3843" y="997"/>
                    <a:pt x="3748" y="2278"/>
                  </a:cubicBezTo>
                  <a:lnTo>
                    <a:pt x="95" y="34894"/>
                  </a:lnTo>
                  <a:cubicBezTo>
                    <a:pt x="0" y="36175"/>
                    <a:pt x="878" y="37171"/>
                    <a:pt x="2182" y="37171"/>
                  </a:cubicBezTo>
                  <a:lnTo>
                    <a:pt x="54961" y="37171"/>
                  </a:lnTo>
                  <a:cubicBezTo>
                    <a:pt x="56242" y="37171"/>
                    <a:pt x="57428" y="36175"/>
                    <a:pt x="57523" y="34894"/>
                  </a:cubicBezTo>
                  <a:lnTo>
                    <a:pt x="61176" y="2278"/>
                  </a:lnTo>
                  <a:cubicBezTo>
                    <a:pt x="61271" y="997"/>
                    <a:pt x="60393" y="1"/>
                    <a:pt x="591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33"/>
            <p:cNvSpPr/>
            <p:nvPr/>
          </p:nvSpPr>
          <p:spPr>
            <a:xfrm flipH="1">
              <a:off x="4988088" y="2333753"/>
              <a:ext cx="119198" cy="800910"/>
            </a:xfrm>
            <a:custGeom>
              <a:avLst/>
              <a:gdLst/>
              <a:ahLst/>
              <a:cxnLst/>
              <a:rect l="l" t="t" r="r" b="b"/>
              <a:pathLst>
                <a:path w="5338" h="35867" extrusionOk="0">
                  <a:moveTo>
                    <a:pt x="4958" y="1"/>
                  </a:moveTo>
                  <a:cubicBezTo>
                    <a:pt x="4745" y="1"/>
                    <a:pt x="4460" y="191"/>
                    <a:pt x="4460" y="380"/>
                  </a:cubicBezTo>
                  <a:lnTo>
                    <a:pt x="119" y="35369"/>
                  </a:lnTo>
                  <a:cubicBezTo>
                    <a:pt x="1" y="35582"/>
                    <a:pt x="214" y="35772"/>
                    <a:pt x="499" y="35867"/>
                  </a:cubicBezTo>
                  <a:cubicBezTo>
                    <a:pt x="712" y="35867"/>
                    <a:pt x="902" y="35677"/>
                    <a:pt x="997" y="35464"/>
                  </a:cubicBezTo>
                  <a:lnTo>
                    <a:pt x="5338" y="475"/>
                  </a:lnTo>
                  <a:cubicBezTo>
                    <a:pt x="5338" y="286"/>
                    <a:pt x="5243" y="96"/>
                    <a:pt x="49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33"/>
            <p:cNvSpPr/>
            <p:nvPr/>
          </p:nvSpPr>
          <p:spPr>
            <a:xfrm flipH="1">
              <a:off x="4307983" y="2600362"/>
              <a:ext cx="218789" cy="212537"/>
            </a:xfrm>
            <a:custGeom>
              <a:avLst/>
              <a:gdLst/>
              <a:ahLst/>
              <a:cxnLst/>
              <a:rect l="l" t="t" r="r" b="b"/>
              <a:pathLst>
                <a:path w="9798" h="9518" extrusionOk="0">
                  <a:moveTo>
                    <a:pt x="4867" y="0"/>
                  </a:moveTo>
                  <a:cubicBezTo>
                    <a:pt x="2462" y="0"/>
                    <a:pt x="395" y="1926"/>
                    <a:pt x="214" y="4452"/>
                  </a:cubicBezTo>
                  <a:cubicBezTo>
                    <a:pt x="1" y="7132"/>
                    <a:pt x="1993" y="9291"/>
                    <a:pt x="4555" y="9505"/>
                  </a:cubicBezTo>
                  <a:cubicBezTo>
                    <a:pt x="4669" y="9513"/>
                    <a:pt x="4783" y="9517"/>
                    <a:pt x="4896" y="9517"/>
                  </a:cubicBezTo>
                  <a:cubicBezTo>
                    <a:pt x="7316" y="9517"/>
                    <a:pt x="9403" y="7606"/>
                    <a:pt x="9584" y="5045"/>
                  </a:cubicBezTo>
                  <a:cubicBezTo>
                    <a:pt x="9797" y="2483"/>
                    <a:pt x="7805" y="206"/>
                    <a:pt x="5243" y="16"/>
                  </a:cubicBezTo>
                  <a:cubicBezTo>
                    <a:pt x="5117" y="6"/>
                    <a:pt x="4992" y="0"/>
                    <a:pt x="48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2" name="Google Shape;292;p33"/>
            <p:cNvSpPr/>
            <p:nvPr/>
          </p:nvSpPr>
          <p:spPr>
            <a:xfrm flipH="1">
              <a:off x="3838137" y="3032920"/>
              <a:ext cx="1297753" cy="132439"/>
            </a:xfrm>
            <a:custGeom>
              <a:avLst/>
              <a:gdLst/>
              <a:ahLst/>
              <a:cxnLst/>
              <a:rect l="l" t="t" r="r" b="b"/>
              <a:pathLst>
                <a:path w="58117" h="5931" extrusionOk="0">
                  <a:moveTo>
                    <a:pt x="689" y="0"/>
                  </a:moveTo>
                  <a:lnTo>
                    <a:pt x="214" y="3772"/>
                  </a:lnTo>
                  <a:cubicBezTo>
                    <a:pt x="1" y="4958"/>
                    <a:pt x="902" y="5931"/>
                    <a:pt x="2088" y="5931"/>
                  </a:cubicBezTo>
                  <a:lnTo>
                    <a:pt x="55650" y="5931"/>
                  </a:lnTo>
                  <a:cubicBezTo>
                    <a:pt x="56646" y="5931"/>
                    <a:pt x="57429" y="5243"/>
                    <a:pt x="57524" y="4270"/>
                  </a:cubicBezTo>
                  <a:lnTo>
                    <a:pt x="581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33"/>
            <p:cNvSpPr/>
            <p:nvPr/>
          </p:nvSpPr>
          <p:spPr>
            <a:xfrm flipH="1">
              <a:off x="4709996" y="2836938"/>
              <a:ext cx="244737" cy="229374"/>
            </a:xfrm>
            <a:custGeom>
              <a:avLst/>
              <a:gdLst/>
              <a:ahLst/>
              <a:cxnLst/>
              <a:rect l="l" t="t" r="r" b="b"/>
              <a:pathLst>
                <a:path w="10960" h="10272" extrusionOk="0">
                  <a:moveTo>
                    <a:pt x="6429" y="4247"/>
                  </a:moveTo>
                  <a:lnTo>
                    <a:pt x="6025" y="6026"/>
                  </a:lnTo>
                  <a:lnTo>
                    <a:pt x="4555" y="6026"/>
                  </a:lnTo>
                  <a:lnTo>
                    <a:pt x="4934" y="4247"/>
                  </a:lnTo>
                  <a:close/>
                  <a:moveTo>
                    <a:pt x="3559" y="1"/>
                  </a:moveTo>
                  <a:lnTo>
                    <a:pt x="3060" y="1970"/>
                  </a:lnTo>
                  <a:lnTo>
                    <a:pt x="1092" y="1970"/>
                  </a:lnTo>
                  <a:lnTo>
                    <a:pt x="878" y="4247"/>
                  </a:lnTo>
                  <a:lnTo>
                    <a:pt x="2657" y="4247"/>
                  </a:lnTo>
                  <a:lnTo>
                    <a:pt x="2278" y="6026"/>
                  </a:lnTo>
                  <a:lnTo>
                    <a:pt x="190" y="6026"/>
                  </a:lnTo>
                  <a:lnTo>
                    <a:pt x="0" y="8303"/>
                  </a:lnTo>
                  <a:lnTo>
                    <a:pt x="1779" y="8303"/>
                  </a:lnTo>
                  <a:lnTo>
                    <a:pt x="1376" y="10272"/>
                  </a:lnTo>
                  <a:lnTo>
                    <a:pt x="3653" y="10272"/>
                  </a:lnTo>
                  <a:lnTo>
                    <a:pt x="4152" y="8303"/>
                  </a:lnTo>
                  <a:lnTo>
                    <a:pt x="5527" y="8303"/>
                  </a:lnTo>
                  <a:lnTo>
                    <a:pt x="5148" y="10272"/>
                  </a:lnTo>
                  <a:lnTo>
                    <a:pt x="7401" y="10272"/>
                  </a:lnTo>
                  <a:lnTo>
                    <a:pt x="7899" y="8303"/>
                  </a:lnTo>
                  <a:lnTo>
                    <a:pt x="9892" y="8303"/>
                  </a:lnTo>
                  <a:lnTo>
                    <a:pt x="10082" y="6121"/>
                  </a:lnTo>
                  <a:lnTo>
                    <a:pt x="8398" y="6121"/>
                  </a:lnTo>
                  <a:lnTo>
                    <a:pt x="8706" y="4247"/>
                  </a:lnTo>
                  <a:lnTo>
                    <a:pt x="10770" y="4247"/>
                  </a:lnTo>
                  <a:lnTo>
                    <a:pt x="10959" y="1970"/>
                  </a:lnTo>
                  <a:lnTo>
                    <a:pt x="9180" y="1970"/>
                  </a:lnTo>
                  <a:lnTo>
                    <a:pt x="9678" y="1"/>
                  </a:lnTo>
                  <a:lnTo>
                    <a:pt x="7306" y="1"/>
                  </a:lnTo>
                  <a:lnTo>
                    <a:pt x="6927" y="1970"/>
                  </a:lnTo>
                  <a:lnTo>
                    <a:pt x="5432" y="1970"/>
                  </a:lnTo>
                  <a:lnTo>
                    <a:pt x="58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94" name="Google Shape;294;p33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33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668111" y="4444820"/>
            <a:ext cx="4651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solidFill>
                  <a:schemeClr val="accent4"/>
                </a:solidFill>
              </a:rPr>
              <a:t>Informatica </a:t>
            </a:r>
            <a:r>
              <a:rPr lang="ro-RO" dirty="0">
                <a:solidFill>
                  <a:schemeClr val="accent4"/>
                </a:solidFill>
              </a:rPr>
              <a:t>și </a:t>
            </a:r>
            <a:r>
              <a:rPr lang="ro-RO" dirty="0" smtClean="0">
                <a:solidFill>
                  <a:schemeClr val="accent4"/>
                </a:solidFill>
              </a:rPr>
              <a:t>TIC Clasa </a:t>
            </a:r>
            <a:r>
              <a:rPr lang="ro-RO" dirty="0">
                <a:solidFill>
                  <a:schemeClr val="accent4"/>
                </a:solidFill>
              </a:rPr>
              <a:t>a </a:t>
            </a:r>
            <a:r>
              <a:rPr lang="ro-RO" dirty="0" smtClean="0">
                <a:solidFill>
                  <a:schemeClr val="accent4"/>
                </a:solidFill>
              </a:rPr>
              <a:t>VI-a</a:t>
            </a:r>
            <a:endParaRPr lang="ro-RO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>
            <a:spLocks noGrp="1"/>
          </p:cNvSpPr>
          <p:nvPr>
            <p:ph type="subTitle" idx="8"/>
          </p:nvPr>
        </p:nvSpPr>
        <p:spPr>
          <a:xfrm>
            <a:off x="1137094" y="766942"/>
            <a:ext cx="2950001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Comunicarea online</a:t>
            </a:r>
            <a:endParaRPr dirty="0"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9"/>
          </p:nvPr>
        </p:nvSpPr>
        <p:spPr>
          <a:xfrm>
            <a:off x="1137094" y="1340213"/>
            <a:ext cx="25134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Emailul</a:t>
            </a:r>
            <a:endParaRPr dirty="0"/>
          </a:p>
        </p:txBody>
      </p:sp>
      <p:sp>
        <p:nvSpPr>
          <p:cNvPr id="311" name="Google Shape;311;p35"/>
          <p:cNvSpPr txBox="1">
            <a:spLocks noGrp="1"/>
          </p:cNvSpPr>
          <p:nvPr>
            <p:ph type="subTitle" idx="13"/>
          </p:nvPr>
        </p:nvSpPr>
        <p:spPr>
          <a:xfrm>
            <a:off x="1137095" y="1929802"/>
            <a:ext cx="29500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Structura emailului</a:t>
            </a:r>
            <a:endParaRPr dirty="0"/>
          </a:p>
        </p:txBody>
      </p: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344482" y="766942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1</a:t>
            </a:r>
            <a:endParaRPr dirty="0"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2"/>
          </p:nvPr>
        </p:nvSpPr>
        <p:spPr>
          <a:xfrm>
            <a:off x="344482" y="1339642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</a:t>
            </a:r>
            <a:endParaRPr dirty="0"/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3"/>
          </p:nvPr>
        </p:nvSpPr>
        <p:spPr>
          <a:xfrm>
            <a:off x="4239507" y="1339642"/>
            <a:ext cx="455295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Ce este un email și când îl folosim</a:t>
            </a:r>
            <a:endParaRPr dirty="0"/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 idx="4"/>
          </p:nvPr>
        </p:nvSpPr>
        <p:spPr>
          <a:xfrm>
            <a:off x="344482" y="1927191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</a:t>
            </a:r>
            <a:endParaRPr dirty="0"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5"/>
          </p:nvPr>
        </p:nvSpPr>
        <p:spPr>
          <a:xfrm>
            <a:off x="4239507" y="1917845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Cum să scrii un email eficient și de ce</a:t>
            </a:r>
            <a:endParaRPr dirty="0"/>
          </a:p>
        </p:txBody>
      </p:sp>
      <p:sp>
        <p:nvSpPr>
          <p:cNvPr id="317" name="Google Shape;317;p35"/>
          <p:cNvSpPr txBox="1">
            <a:spLocks noGrp="1"/>
          </p:cNvSpPr>
          <p:nvPr>
            <p:ph type="title" idx="6"/>
          </p:nvPr>
        </p:nvSpPr>
        <p:spPr>
          <a:xfrm>
            <a:off x="344482" y="2514740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4</a:t>
            </a:r>
            <a:endParaRPr dirty="0"/>
          </a:p>
        </p:txBody>
      </p:sp>
      <p:sp>
        <p:nvSpPr>
          <p:cNvPr id="318" name="Google Shape;318;p35"/>
          <p:cNvSpPr txBox="1">
            <a:spLocks noGrp="1"/>
          </p:cNvSpPr>
          <p:nvPr>
            <p:ph type="subTitle" idx="7"/>
          </p:nvPr>
        </p:nvSpPr>
        <p:spPr>
          <a:xfrm>
            <a:off x="4239507" y="2523482"/>
            <a:ext cx="39665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Ce reguli de conduită folosim și de ce</a:t>
            </a:r>
            <a:endParaRPr dirty="0"/>
          </a:p>
        </p:txBody>
      </p:sp>
      <p:sp>
        <p:nvSpPr>
          <p:cNvPr id="319" name="Google Shape;319;p35"/>
          <p:cNvSpPr txBox="1">
            <a:spLocks noGrp="1"/>
          </p:cNvSpPr>
          <p:nvPr>
            <p:ph type="subTitle" idx="17"/>
          </p:nvPr>
        </p:nvSpPr>
        <p:spPr>
          <a:xfrm>
            <a:off x="1139236" y="3719449"/>
            <a:ext cx="25134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Securitatea</a:t>
            </a:r>
            <a:endParaRPr dirty="0"/>
          </a:p>
        </p:txBody>
      </p:sp>
      <p:sp>
        <p:nvSpPr>
          <p:cNvPr id="320" name="Google Shape;320;p35"/>
          <p:cNvSpPr txBox="1">
            <a:spLocks noGrp="1"/>
          </p:cNvSpPr>
          <p:nvPr>
            <p:ph type="title" idx="18"/>
          </p:nvPr>
        </p:nvSpPr>
        <p:spPr>
          <a:xfrm>
            <a:off x="747709" y="13460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>
                <a:highlight>
                  <a:schemeClr val="accent1"/>
                </a:highlight>
              </a:rPr>
              <a:t>Agenda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321" name="Google Shape;321;p35"/>
          <p:cNvSpPr txBox="1">
            <a:spLocks noGrp="1"/>
          </p:cNvSpPr>
          <p:nvPr>
            <p:ph type="subTitle" idx="1"/>
          </p:nvPr>
        </p:nvSpPr>
        <p:spPr>
          <a:xfrm>
            <a:off x="4239507" y="4308875"/>
            <a:ext cx="4029076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Evoluția mijloacelor de comunicare online</a:t>
            </a:r>
            <a:endParaRPr dirty="0"/>
          </a:p>
        </p:txBody>
      </p:sp>
      <p:sp>
        <p:nvSpPr>
          <p:cNvPr id="322" name="Google Shape;322;p35"/>
          <p:cNvSpPr txBox="1">
            <a:spLocks noGrp="1"/>
          </p:cNvSpPr>
          <p:nvPr>
            <p:ph type="title" idx="15"/>
          </p:nvPr>
        </p:nvSpPr>
        <p:spPr>
          <a:xfrm>
            <a:off x="344482" y="3139930"/>
            <a:ext cx="640200" cy="4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5</a:t>
            </a:r>
            <a:endParaRPr dirty="0"/>
          </a:p>
        </p:txBody>
      </p:sp>
      <p:sp>
        <p:nvSpPr>
          <p:cNvPr id="323" name="Google Shape;323;p35"/>
          <p:cNvSpPr txBox="1">
            <a:spLocks noGrp="1"/>
          </p:cNvSpPr>
          <p:nvPr>
            <p:ph type="subTitle" idx="16"/>
          </p:nvPr>
        </p:nvSpPr>
        <p:spPr>
          <a:xfrm>
            <a:off x="4239507" y="3744034"/>
            <a:ext cx="4619571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Ce riscuri există când folosești emailul si ce să faci</a:t>
            </a:r>
            <a:endParaRPr dirty="0"/>
          </a:p>
        </p:txBody>
      </p:sp>
      <p:sp>
        <p:nvSpPr>
          <p:cNvPr id="324" name="Google Shape;324;p35"/>
          <p:cNvSpPr txBox="1">
            <a:spLocks noGrp="1"/>
          </p:cNvSpPr>
          <p:nvPr>
            <p:ph type="subTitle" idx="14"/>
          </p:nvPr>
        </p:nvSpPr>
        <p:spPr>
          <a:xfrm>
            <a:off x="1137094" y="2516427"/>
            <a:ext cx="25134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Neteticheta</a:t>
            </a:r>
            <a:endParaRPr dirty="0"/>
          </a:p>
        </p:txBody>
      </p:sp>
      <p:sp>
        <p:nvSpPr>
          <p:cNvPr id="18" name="Google Shape;319;p35"/>
          <p:cNvSpPr txBox="1">
            <a:spLocks/>
          </p:cNvSpPr>
          <p:nvPr/>
        </p:nvSpPr>
        <p:spPr>
          <a:xfrm>
            <a:off x="1137094" y="4308875"/>
            <a:ext cx="2513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ro-RO" dirty="0" smtClean="0"/>
              <a:t>Scurt istoric</a:t>
            </a:r>
            <a:endParaRPr lang="ro-RO" dirty="0"/>
          </a:p>
        </p:txBody>
      </p:sp>
      <p:sp>
        <p:nvSpPr>
          <p:cNvPr id="19" name="Google Shape;322;p35"/>
          <p:cNvSpPr txBox="1">
            <a:spLocks/>
          </p:cNvSpPr>
          <p:nvPr/>
        </p:nvSpPr>
        <p:spPr>
          <a:xfrm>
            <a:off x="342340" y="3729356"/>
            <a:ext cx="640200" cy="48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2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dirty="0" smtClean="0"/>
              <a:t>6</a:t>
            </a:r>
            <a:endParaRPr lang="en" dirty="0"/>
          </a:p>
        </p:txBody>
      </p:sp>
      <p:sp>
        <p:nvSpPr>
          <p:cNvPr id="20" name="Google Shape;314;p35"/>
          <p:cNvSpPr txBox="1">
            <a:spLocks/>
          </p:cNvSpPr>
          <p:nvPr/>
        </p:nvSpPr>
        <p:spPr>
          <a:xfrm>
            <a:off x="4239507" y="771884"/>
            <a:ext cx="455295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ro-RO" dirty="0" smtClean="0"/>
              <a:t>Definiția. Importanța.</a:t>
            </a:r>
            <a:endParaRPr lang="fr-FR" dirty="0"/>
          </a:p>
        </p:txBody>
      </p:sp>
      <p:sp>
        <p:nvSpPr>
          <p:cNvPr id="21" name="Google Shape;322;p35"/>
          <p:cNvSpPr txBox="1">
            <a:spLocks/>
          </p:cNvSpPr>
          <p:nvPr/>
        </p:nvSpPr>
        <p:spPr>
          <a:xfrm>
            <a:off x="342340" y="4316905"/>
            <a:ext cx="640200" cy="48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2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dirty="0"/>
              <a:t>7</a:t>
            </a:r>
            <a:endParaRPr lang="en" dirty="0"/>
          </a:p>
        </p:txBody>
      </p:sp>
      <p:sp>
        <p:nvSpPr>
          <p:cNvPr id="22" name="Google Shape;309;p35"/>
          <p:cNvSpPr txBox="1">
            <a:spLocks/>
          </p:cNvSpPr>
          <p:nvPr/>
        </p:nvSpPr>
        <p:spPr>
          <a:xfrm>
            <a:off x="1137094" y="3129119"/>
            <a:ext cx="2950001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ro-RO" dirty="0" smtClean="0"/>
              <a:t>Tehnoredactarea</a:t>
            </a:r>
            <a:endParaRPr lang="ro-RO" dirty="0"/>
          </a:p>
        </p:txBody>
      </p:sp>
      <p:sp>
        <p:nvSpPr>
          <p:cNvPr id="23" name="Google Shape;314;p35"/>
          <p:cNvSpPr txBox="1">
            <a:spLocks/>
          </p:cNvSpPr>
          <p:nvPr/>
        </p:nvSpPr>
        <p:spPr>
          <a:xfrm>
            <a:off x="4239507" y="3148704"/>
            <a:ext cx="455295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ro-RO" dirty="0" smtClean="0"/>
              <a:t>Cum să </a:t>
            </a:r>
            <a:r>
              <a:rPr lang="ro-RO" dirty="0" err="1" smtClean="0"/>
              <a:t>formatezi</a:t>
            </a:r>
            <a:r>
              <a:rPr lang="ro-RO" dirty="0" smtClean="0"/>
              <a:t> textul emailului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333231" y="1689265"/>
            <a:ext cx="706518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 smtClean="0"/>
              <a:t>Comunicarea</a:t>
            </a:r>
            <a:r>
              <a:rPr lang="en-US" dirty="0" smtClean="0"/>
              <a:t> </a:t>
            </a:r>
            <a:r>
              <a:rPr lang="ro-RO" dirty="0" smtClean="0"/>
              <a:t>online</a:t>
            </a:r>
            <a:endParaRPr dirty="0"/>
          </a:p>
        </p:txBody>
      </p:sp>
      <p:sp>
        <p:nvSpPr>
          <p:cNvPr id="330" name="Google Shape;330;p36"/>
          <p:cNvSpPr txBox="1">
            <a:spLocks noGrp="1"/>
          </p:cNvSpPr>
          <p:nvPr>
            <p:ph type="title" idx="2"/>
          </p:nvPr>
        </p:nvSpPr>
        <p:spPr>
          <a:xfrm>
            <a:off x="388991" y="575217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1</a:t>
            </a:r>
            <a:endParaRPr dirty="0"/>
          </a:p>
        </p:txBody>
      </p:sp>
      <p:sp>
        <p:nvSpPr>
          <p:cNvPr id="331" name="Google Shape;331;p3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Definiția. Importanța.</a:t>
            </a:r>
            <a:endParaRPr dirty="0"/>
          </a:p>
        </p:txBody>
      </p:sp>
      <p:grpSp>
        <p:nvGrpSpPr>
          <p:cNvPr id="332" name="Google Shape;332;p36"/>
          <p:cNvGrpSpPr/>
          <p:nvPr/>
        </p:nvGrpSpPr>
        <p:grpSpPr>
          <a:xfrm>
            <a:off x="5290258" y="1736100"/>
            <a:ext cx="3679630" cy="3553272"/>
            <a:chOff x="625675" y="394500"/>
            <a:chExt cx="4509350" cy="4354500"/>
          </a:xfrm>
        </p:grpSpPr>
        <p:sp>
          <p:nvSpPr>
            <p:cNvPr id="333" name="Google Shape;333;p36"/>
            <p:cNvSpPr/>
            <p:nvPr/>
          </p:nvSpPr>
          <p:spPr>
            <a:xfrm>
              <a:off x="1645700" y="2340875"/>
              <a:ext cx="1702600" cy="1606175"/>
            </a:xfrm>
            <a:custGeom>
              <a:avLst/>
              <a:gdLst/>
              <a:ahLst/>
              <a:cxnLst/>
              <a:rect l="l" t="t" r="r" b="b"/>
              <a:pathLst>
                <a:path w="68104" h="64247" extrusionOk="0">
                  <a:moveTo>
                    <a:pt x="35273" y="45788"/>
                  </a:moveTo>
                  <a:cubicBezTo>
                    <a:pt x="35315" y="45803"/>
                    <a:pt x="35348" y="45811"/>
                    <a:pt x="35371" y="45811"/>
                  </a:cubicBezTo>
                  <a:cubicBezTo>
                    <a:pt x="35448" y="45887"/>
                    <a:pt x="35448" y="45887"/>
                    <a:pt x="35371" y="45887"/>
                  </a:cubicBezTo>
                  <a:cubicBezTo>
                    <a:pt x="35371" y="45887"/>
                    <a:pt x="35327" y="45843"/>
                    <a:pt x="35273" y="45788"/>
                  </a:cubicBezTo>
                  <a:close/>
                  <a:moveTo>
                    <a:pt x="51068" y="0"/>
                  </a:moveTo>
                  <a:lnTo>
                    <a:pt x="50342" y="3021"/>
                  </a:lnTo>
                  <a:lnTo>
                    <a:pt x="49558" y="6138"/>
                  </a:lnTo>
                  <a:cubicBezTo>
                    <a:pt x="49080" y="8202"/>
                    <a:pt x="48506" y="10191"/>
                    <a:pt x="47952" y="12275"/>
                  </a:cubicBezTo>
                  <a:cubicBezTo>
                    <a:pt x="46843" y="16405"/>
                    <a:pt x="45639" y="20477"/>
                    <a:pt x="44300" y="24378"/>
                  </a:cubicBezTo>
                  <a:cubicBezTo>
                    <a:pt x="43975" y="25334"/>
                    <a:pt x="43650" y="26290"/>
                    <a:pt x="43344" y="27246"/>
                  </a:cubicBezTo>
                  <a:cubicBezTo>
                    <a:pt x="42943" y="28278"/>
                    <a:pt x="42618" y="29234"/>
                    <a:pt x="42216" y="30113"/>
                  </a:cubicBezTo>
                  <a:cubicBezTo>
                    <a:pt x="41509" y="32025"/>
                    <a:pt x="40706" y="33861"/>
                    <a:pt x="39903" y="35524"/>
                  </a:cubicBezTo>
                  <a:cubicBezTo>
                    <a:pt x="39042" y="37283"/>
                    <a:pt x="38163" y="38870"/>
                    <a:pt x="37283" y="40304"/>
                  </a:cubicBezTo>
                  <a:cubicBezTo>
                    <a:pt x="36327" y="41738"/>
                    <a:pt x="35371" y="43019"/>
                    <a:pt x="34568" y="43822"/>
                  </a:cubicBezTo>
                  <a:cubicBezTo>
                    <a:pt x="34280" y="44166"/>
                    <a:pt x="34001" y="44381"/>
                    <a:pt x="33746" y="44567"/>
                  </a:cubicBezTo>
                  <a:lnTo>
                    <a:pt x="33746" y="44567"/>
                  </a:lnTo>
                  <a:cubicBezTo>
                    <a:pt x="33702" y="44530"/>
                    <a:pt x="33657" y="44492"/>
                    <a:pt x="33612" y="44453"/>
                  </a:cubicBezTo>
                  <a:cubicBezTo>
                    <a:pt x="32981" y="43822"/>
                    <a:pt x="32351" y="43172"/>
                    <a:pt x="31700" y="42465"/>
                  </a:cubicBezTo>
                  <a:cubicBezTo>
                    <a:pt x="30343" y="41031"/>
                    <a:pt x="29081" y="39520"/>
                    <a:pt x="27724" y="37914"/>
                  </a:cubicBezTo>
                  <a:cubicBezTo>
                    <a:pt x="22389" y="31471"/>
                    <a:pt x="17055" y="24301"/>
                    <a:pt x="11549" y="17533"/>
                  </a:cubicBezTo>
                  <a:lnTo>
                    <a:pt x="0" y="24378"/>
                  </a:lnTo>
                  <a:cubicBezTo>
                    <a:pt x="230" y="24932"/>
                    <a:pt x="478" y="25410"/>
                    <a:pt x="708" y="25965"/>
                  </a:cubicBezTo>
                  <a:cubicBezTo>
                    <a:pt x="956" y="26538"/>
                    <a:pt x="1186" y="27016"/>
                    <a:pt x="1434" y="27571"/>
                  </a:cubicBezTo>
                  <a:cubicBezTo>
                    <a:pt x="1912" y="28603"/>
                    <a:pt x="2390" y="29635"/>
                    <a:pt x="2945" y="30668"/>
                  </a:cubicBezTo>
                  <a:cubicBezTo>
                    <a:pt x="3901" y="32656"/>
                    <a:pt x="5010" y="34740"/>
                    <a:pt x="6138" y="36729"/>
                  </a:cubicBezTo>
                  <a:cubicBezTo>
                    <a:pt x="8279" y="40782"/>
                    <a:pt x="10669" y="44702"/>
                    <a:pt x="13308" y="48679"/>
                  </a:cubicBezTo>
                  <a:cubicBezTo>
                    <a:pt x="14665" y="50590"/>
                    <a:pt x="16099" y="52579"/>
                    <a:pt x="17609" y="54567"/>
                  </a:cubicBezTo>
                  <a:cubicBezTo>
                    <a:pt x="18393" y="55523"/>
                    <a:pt x="19273" y="56479"/>
                    <a:pt x="20229" y="57512"/>
                  </a:cubicBezTo>
                  <a:cubicBezTo>
                    <a:pt x="21185" y="58563"/>
                    <a:pt x="22141" y="59596"/>
                    <a:pt x="23575" y="60705"/>
                  </a:cubicBezTo>
                  <a:cubicBezTo>
                    <a:pt x="23900" y="60953"/>
                    <a:pt x="24301" y="61259"/>
                    <a:pt x="24779" y="61584"/>
                  </a:cubicBezTo>
                  <a:cubicBezTo>
                    <a:pt x="25181" y="61814"/>
                    <a:pt x="25659" y="62139"/>
                    <a:pt x="26213" y="62464"/>
                  </a:cubicBezTo>
                  <a:cubicBezTo>
                    <a:pt x="26768" y="62770"/>
                    <a:pt x="27399" y="63095"/>
                    <a:pt x="28278" y="63420"/>
                  </a:cubicBezTo>
                  <a:cubicBezTo>
                    <a:pt x="28527" y="63496"/>
                    <a:pt x="28756" y="63573"/>
                    <a:pt x="28909" y="63649"/>
                  </a:cubicBezTo>
                  <a:cubicBezTo>
                    <a:pt x="29234" y="63726"/>
                    <a:pt x="29483" y="63821"/>
                    <a:pt x="29712" y="63898"/>
                  </a:cubicBezTo>
                  <a:cubicBezTo>
                    <a:pt x="30266" y="64051"/>
                    <a:pt x="30917" y="64127"/>
                    <a:pt x="31624" y="64204"/>
                  </a:cubicBezTo>
                  <a:lnTo>
                    <a:pt x="32656" y="64204"/>
                  </a:lnTo>
                  <a:cubicBezTo>
                    <a:pt x="32765" y="64235"/>
                    <a:pt x="32862" y="64246"/>
                    <a:pt x="32957" y="64246"/>
                  </a:cubicBezTo>
                  <a:cubicBezTo>
                    <a:pt x="33145" y="64246"/>
                    <a:pt x="33319" y="64204"/>
                    <a:pt x="33536" y="64204"/>
                  </a:cubicBezTo>
                  <a:cubicBezTo>
                    <a:pt x="34090" y="64204"/>
                    <a:pt x="34568" y="64204"/>
                    <a:pt x="35123" y="64127"/>
                  </a:cubicBezTo>
                  <a:cubicBezTo>
                    <a:pt x="36251" y="63974"/>
                    <a:pt x="37283" y="63821"/>
                    <a:pt x="38316" y="63496"/>
                  </a:cubicBezTo>
                  <a:cubicBezTo>
                    <a:pt x="40381" y="62942"/>
                    <a:pt x="42293" y="61986"/>
                    <a:pt x="43899" y="61030"/>
                  </a:cubicBezTo>
                  <a:cubicBezTo>
                    <a:pt x="45486" y="59997"/>
                    <a:pt x="46767" y="58869"/>
                    <a:pt x="47952" y="57760"/>
                  </a:cubicBezTo>
                  <a:cubicBezTo>
                    <a:pt x="50342" y="55523"/>
                    <a:pt x="52101" y="53210"/>
                    <a:pt x="53611" y="50820"/>
                  </a:cubicBezTo>
                  <a:cubicBezTo>
                    <a:pt x="55122" y="48526"/>
                    <a:pt x="56326" y="46289"/>
                    <a:pt x="57435" y="43975"/>
                  </a:cubicBezTo>
                  <a:cubicBezTo>
                    <a:pt x="58544" y="41662"/>
                    <a:pt x="59500" y="39348"/>
                    <a:pt x="60303" y="37054"/>
                  </a:cubicBezTo>
                  <a:cubicBezTo>
                    <a:pt x="61183" y="34817"/>
                    <a:pt x="61986" y="32503"/>
                    <a:pt x="62617" y="30190"/>
                  </a:cubicBezTo>
                  <a:cubicBezTo>
                    <a:pt x="64051" y="25659"/>
                    <a:pt x="65159" y="21032"/>
                    <a:pt x="66039" y="16500"/>
                  </a:cubicBezTo>
                  <a:cubicBezTo>
                    <a:pt x="66517" y="14187"/>
                    <a:pt x="66918" y="11873"/>
                    <a:pt x="67244" y="9636"/>
                  </a:cubicBezTo>
                  <a:cubicBezTo>
                    <a:pt x="67396" y="8451"/>
                    <a:pt x="67549" y="7323"/>
                    <a:pt x="67721" y="6138"/>
                  </a:cubicBezTo>
                  <a:lnTo>
                    <a:pt x="67951" y="4379"/>
                  </a:lnTo>
                  <a:lnTo>
                    <a:pt x="68027" y="3499"/>
                  </a:lnTo>
                  <a:lnTo>
                    <a:pt x="68104" y="2543"/>
                  </a:lnTo>
                  <a:lnTo>
                    <a:pt x="51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2478350" y="3448000"/>
              <a:ext cx="51650" cy="269025"/>
            </a:xfrm>
            <a:custGeom>
              <a:avLst/>
              <a:gdLst/>
              <a:ahLst/>
              <a:cxnLst/>
              <a:rect l="l" t="t" r="r" b="b"/>
              <a:pathLst>
                <a:path w="2066" h="10761" extrusionOk="0">
                  <a:moveTo>
                    <a:pt x="571" y="0"/>
                  </a:moveTo>
                  <a:cubicBezTo>
                    <a:pt x="540" y="0"/>
                    <a:pt x="509" y="5"/>
                    <a:pt x="478" y="15"/>
                  </a:cubicBezTo>
                  <a:cubicBezTo>
                    <a:pt x="153" y="15"/>
                    <a:pt x="0" y="321"/>
                    <a:pt x="0" y="570"/>
                  </a:cubicBezTo>
                  <a:cubicBezTo>
                    <a:pt x="0" y="646"/>
                    <a:pt x="1033" y="6535"/>
                    <a:pt x="631" y="10206"/>
                  </a:cubicBezTo>
                  <a:cubicBezTo>
                    <a:pt x="631" y="10531"/>
                    <a:pt x="861" y="10760"/>
                    <a:pt x="1109" y="10760"/>
                  </a:cubicBezTo>
                  <a:lnTo>
                    <a:pt x="1186" y="10760"/>
                  </a:lnTo>
                  <a:cubicBezTo>
                    <a:pt x="1434" y="10760"/>
                    <a:pt x="1664" y="10607"/>
                    <a:pt x="1664" y="10359"/>
                  </a:cubicBezTo>
                  <a:cubicBezTo>
                    <a:pt x="2065" y="6535"/>
                    <a:pt x="1109" y="646"/>
                    <a:pt x="1033" y="417"/>
                  </a:cubicBezTo>
                  <a:cubicBezTo>
                    <a:pt x="967" y="201"/>
                    <a:pt x="771" y="0"/>
                    <a:pt x="5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2475950" y="3458200"/>
              <a:ext cx="127650" cy="169425"/>
            </a:xfrm>
            <a:custGeom>
              <a:avLst/>
              <a:gdLst/>
              <a:ahLst/>
              <a:cxnLst/>
              <a:rect l="l" t="t" r="r" b="b"/>
              <a:pathLst>
                <a:path w="5106" h="6777" extrusionOk="0">
                  <a:moveTo>
                    <a:pt x="587" y="0"/>
                  </a:moveTo>
                  <a:cubicBezTo>
                    <a:pt x="498" y="0"/>
                    <a:pt x="409" y="28"/>
                    <a:pt x="326" y="85"/>
                  </a:cubicBezTo>
                  <a:cubicBezTo>
                    <a:pt x="96" y="238"/>
                    <a:pt x="1" y="563"/>
                    <a:pt x="173" y="793"/>
                  </a:cubicBezTo>
                  <a:cubicBezTo>
                    <a:pt x="1435" y="2953"/>
                    <a:pt x="4073" y="6452"/>
                    <a:pt x="4150" y="6605"/>
                  </a:cubicBezTo>
                  <a:cubicBezTo>
                    <a:pt x="4226" y="6700"/>
                    <a:pt x="4398" y="6777"/>
                    <a:pt x="4551" y="6777"/>
                  </a:cubicBezTo>
                  <a:cubicBezTo>
                    <a:pt x="4628" y="6777"/>
                    <a:pt x="4781" y="6777"/>
                    <a:pt x="4876" y="6700"/>
                  </a:cubicBezTo>
                  <a:cubicBezTo>
                    <a:pt x="5106" y="6528"/>
                    <a:pt x="5106" y="6223"/>
                    <a:pt x="4953" y="5974"/>
                  </a:cubicBezTo>
                  <a:cubicBezTo>
                    <a:pt x="4953" y="5897"/>
                    <a:pt x="2314" y="2399"/>
                    <a:pt x="1052" y="315"/>
                  </a:cubicBezTo>
                  <a:cubicBezTo>
                    <a:pt x="938" y="111"/>
                    <a:pt x="764" y="0"/>
                    <a:pt x="5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2729300" y="1947800"/>
              <a:ext cx="862300" cy="1048425"/>
            </a:xfrm>
            <a:custGeom>
              <a:avLst/>
              <a:gdLst/>
              <a:ahLst/>
              <a:cxnLst/>
              <a:rect l="l" t="t" r="r" b="b"/>
              <a:pathLst>
                <a:path w="34492" h="41937" extrusionOk="0">
                  <a:moveTo>
                    <a:pt x="16709" y="0"/>
                  </a:moveTo>
                  <a:cubicBezTo>
                    <a:pt x="14504" y="0"/>
                    <a:pt x="10010" y="1336"/>
                    <a:pt x="6214" y="10943"/>
                  </a:cubicBezTo>
                  <a:cubicBezTo>
                    <a:pt x="6118" y="11192"/>
                    <a:pt x="6042" y="11345"/>
                    <a:pt x="5965" y="11574"/>
                  </a:cubicBezTo>
                  <a:cubicBezTo>
                    <a:pt x="5965" y="11574"/>
                    <a:pt x="5965" y="11670"/>
                    <a:pt x="5889" y="11670"/>
                  </a:cubicBezTo>
                  <a:cubicBezTo>
                    <a:pt x="5889" y="11823"/>
                    <a:pt x="5813" y="11976"/>
                    <a:pt x="5736" y="12224"/>
                  </a:cubicBezTo>
                  <a:cubicBezTo>
                    <a:pt x="5736" y="12224"/>
                    <a:pt x="5736" y="12301"/>
                    <a:pt x="5640" y="12377"/>
                  </a:cubicBezTo>
                  <a:cubicBezTo>
                    <a:pt x="2696" y="20580"/>
                    <a:pt x="555" y="33332"/>
                    <a:pt x="77" y="35875"/>
                  </a:cubicBezTo>
                  <a:lnTo>
                    <a:pt x="77" y="36047"/>
                  </a:lnTo>
                  <a:cubicBezTo>
                    <a:pt x="77" y="36277"/>
                    <a:pt x="0" y="36353"/>
                    <a:pt x="0" y="36353"/>
                  </a:cubicBezTo>
                  <a:lnTo>
                    <a:pt x="631" y="36525"/>
                  </a:lnTo>
                  <a:lnTo>
                    <a:pt x="1664" y="36831"/>
                  </a:lnTo>
                  <a:lnTo>
                    <a:pt x="20783" y="41936"/>
                  </a:lnTo>
                  <a:cubicBezTo>
                    <a:pt x="20783" y="41936"/>
                    <a:pt x="34492" y="6010"/>
                    <a:pt x="18068" y="198"/>
                  </a:cubicBezTo>
                  <a:cubicBezTo>
                    <a:pt x="18068" y="198"/>
                    <a:pt x="17558" y="0"/>
                    <a:pt x="167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2729300" y="2237150"/>
              <a:ext cx="260525" cy="623800"/>
            </a:xfrm>
            <a:custGeom>
              <a:avLst/>
              <a:gdLst/>
              <a:ahLst/>
              <a:cxnLst/>
              <a:rect l="l" t="t" r="r" b="b"/>
              <a:pathLst>
                <a:path w="10421" h="24952" extrusionOk="0">
                  <a:moveTo>
                    <a:pt x="5965" y="0"/>
                  </a:moveTo>
                  <a:cubicBezTo>
                    <a:pt x="5965" y="0"/>
                    <a:pt x="5965" y="96"/>
                    <a:pt x="5889" y="96"/>
                  </a:cubicBezTo>
                  <a:cubicBezTo>
                    <a:pt x="5889" y="249"/>
                    <a:pt x="5813" y="402"/>
                    <a:pt x="5736" y="650"/>
                  </a:cubicBezTo>
                  <a:cubicBezTo>
                    <a:pt x="5889" y="650"/>
                    <a:pt x="6042" y="727"/>
                    <a:pt x="6214" y="727"/>
                  </a:cubicBezTo>
                  <a:cubicBezTo>
                    <a:pt x="7801" y="1205"/>
                    <a:pt x="8833" y="2314"/>
                    <a:pt x="9235" y="3824"/>
                  </a:cubicBezTo>
                  <a:cubicBezTo>
                    <a:pt x="9713" y="5736"/>
                    <a:pt x="8355" y="6864"/>
                    <a:pt x="6921" y="8050"/>
                  </a:cubicBezTo>
                  <a:cubicBezTo>
                    <a:pt x="5889" y="9006"/>
                    <a:pt x="4780" y="9962"/>
                    <a:pt x="4608" y="11243"/>
                  </a:cubicBezTo>
                  <a:cubicBezTo>
                    <a:pt x="4532" y="12199"/>
                    <a:pt x="5009" y="13155"/>
                    <a:pt x="5965" y="14263"/>
                  </a:cubicBezTo>
                  <a:cubicBezTo>
                    <a:pt x="8030" y="16653"/>
                    <a:pt x="7323" y="19368"/>
                    <a:pt x="5889" y="21204"/>
                  </a:cubicBezTo>
                  <a:cubicBezTo>
                    <a:pt x="4608" y="22944"/>
                    <a:pt x="2467" y="24225"/>
                    <a:pt x="77" y="24301"/>
                  </a:cubicBezTo>
                  <a:lnTo>
                    <a:pt x="77" y="24473"/>
                  </a:lnTo>
                  <a:cubicBezTo>
                    <a:pt x="77" y="24703"/>
                    <a:pt x="0" y="24779"/>
                    <a:pt x="0" y="24779"/>
                  </a:cubicBezTo>
                  <a:lnTo>
                    <a:pt x="631" y="24951"/>
                  </a:lnTo>
                  <a:cubicBezTo>
                    <a:pt x="2945" y="24703"/>
                    <a:pt x="5086" y="23345"/>
                    <a:pt x="6443" y="21605"/>
                  </a:cubicBezTo>
                  <a:cubicBezTo>
                    <a:pt x="8355" y="19043"/>
                    <a:pt x="8355" y="16022"/>
                    <a:pt x="6443" y="13862"/>
                  </a:cubicBezTo>
                  <a:cubicBezTo>
                    <a:pt x="5640" y="12829"/>
                    <a:pt x="5258" y="12046"/>
                    <a:pt x="5335" y="11319"/>
                  </a:cubicBezTo>
                  <a:cubicBezTo>
                    <a:pt x="5411" y="10287"/>
                    <a:pt x="6367" y="9407"/>
                    <a:pt x="7399" y="8604"/>
                  </a:cubicBezTo>
                  <a:cubicBezTo>
                    <a:pt x="8757" y="7342"/>
                    <a:pt x="10420" y="5985"/>
                    <a:pt x="9866" y="3748"/>
                  </a:cubicBezTo>
                  <a:cubicBezTo>
                    <a:pt x="9464" y="1912"/>
                    <a:pt x="8202" y="650"/>
                    <a:pt x="6367" y="96"/>
                  </a:cubicBezTo>
                  <a:cubicBezTo>
                    <a:pt x="6290" y="96"/>
                    <a:pt x="6118" y="0"/>
                    <a:pt x="59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984650" y="2749075"/>
              <a:ext cx="1744675" cy="147725"/>
            </a:xfrm>
            <a:custGeom>
              <a:avLst/>
              <a:gdLst/>
              <a:ahLst/>
              <a:cxnLst/>
              <a:rect l="l" t="t" r="r" b="b"/>
              <a:pathLst>
                <a:path w="69787" h="5909" extrusionOk="0">
                  <a:moveTo>
                    <a:pt x="555" y="0"/>
                  </a:moveTo>
                  <a:cubicBezTo>
                    <a:pt x="230" y="0"/>
                    <a:pt x="0" y="249"/>
                    <a:pt x="0" y="478"/>
                  </a:cubicBezTo>
                  <a:lnTo>
                    <a:pt x="0" y="5335"/>
                  </a:lnTo>
                  <a:cubicBezTo>
                    <a:pt x="0" y="5660"/>
                    <a:pt x="230" y="5908"/>
                    <a:pt x="555" y="5908"/>
                  </a:cubicBezTo>
                  <a:lnTo>
                    <a:pt x="69308" y="5908"/>
                  </a:lnTo>
                  <a:cubicBezTo>
                    <a:pt x="69538" y="5908"/>
                    <a:pt x="69786" y="5660"/>
                    <a:pt x="69786" y="5335"/>
                  </a:cubicBezTo>
                  <a:lnTo>
                    <a:pt x="69786" y="478"/>
                  </a:lnTo>
                  <a:cubicBezTo>
                    <a:pt x="69786" y="249"/>
                    <a:pt x="69538" y="0"/>
                    <a:pt x="69308" y="0"/>
                  </a:cubicBezTo>
                  <a:close/>
                </a:path>
              </a:pathLst>
            </a:custGeom>
            <a:solidFill>
              <a:srgbClr val="00312D">
                <a:alpha val="37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625675" y="2028275"/>
              <a:ext cx="1716950" cy="868525"/>
            </a:xfrm>
            <a:custGeom>
              <a:avLst/>
              <a:gdLst/>
              <a:ahLst/>
              <a:cxnLst/>
              <a:rect l="l" t="t" r="r" b="b"/>
              <a:pathLst>
                <a:path w="68678" h="34741" extrusionOk="0">
                  <a:moveTo>
                    <a:pt x="3518" y="0"/>
                  </a:moveTo>
                  <a:cubicBezTo>
                    <a:pt x="1454" y="0"/>
                    <a:pt x="0" y="2237"/>
                    <a:pt x="880" y="4149"/>
                  </a:cubicBezTo>
                  <a:lnTo>
                    <a:pt x="14111" y="32981"/>
                  </a:lnTo>
                  <a:cubicBezTo>
                    <a:pt x="14589" y="34090"/>
                    <a:pt x="15621" y="34740"/>
                    <a:pt x="16749" y="34740"/>
                  </a:cubicBezTo>
                  <a:lnTo>
                    <a:pt x="65179" y="34740"/>
                  </a:lnTo>
                  <a:cubicBezTo>
                    <a:pt x="67244" y="34740"/>
                    <a:pt x="68678" y="32503"/>
                    <a:pt x="67798" y="30591"/>
                  </a:cubicBezTo>
                  <a:lnTo>
                    <a:pt x="54587" y="1663"/>
                  </a:lnTo>
                  <a:cubicBezTo>
                    <a:pt x="54109" y="631"/>
                    <a:pt x="53076" y="0"/>
                    <a:pt x="519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1314925" y="2356650"/>
              <a:ext cx="209400" cy="211275"/>
            </a:xfrm>
            <a:custGeom>
              <a:avLst/>
              <a:gdLst/>
              <a:ahLst/>
              <a:cxnLst/>
              <a:rect l="l" t="t" r="r" b="b"/>
              <a:pathLst>
                <a:path w="8376" h="8451" extrusionOk="0">
                  <a:moveTo>
                    <a:pt x="4226" y="0"/>
                  </a:moveTo>
                  <a:cubicBezTo>
                    <a:pt x="1913" y="0"/>
                    <a:pt x="1" y="1912"/>
                    <a:pt x="1" y="4226"/>
                  </a:cubicBezTo>
                  <a:cubicBezTo>
                    <a:pt x="1" y="6539"/>
                    <a:pt x="1913" y="8451"/>
                    <a:pt x="4226" y="8451"/>
                  </a:cubicBezTo>
                  <a:cubicBezTo>
                    <a:pt x="6540" y="8451"/>
                    <a:pt x="8375" y="6539"/>
                    <a:pt x="8375" y="4226"/>
                  </a:cubicBezTo>
                  <a:cubicBezTo>
                    <a:pt x="8375" y="1912"/>
                    <a:pt x="6540" y="0"/>
                    <a:pt x="4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1141900" y="2641175"/>
              <a:ext cx="843075" cy="431500"/>
            </a:xfrm>
            <a:custGeom>
              <a:avLst/>
              <a:gdLst/>
              <a:ahLst/>
              <a:cxnLst/>
              <a:rect l="l" t="t" r="r" b="b"/>
              <a:pathLst>
                <a:path w="33723" h="17260" extrusionOk="0">
                  <a:moveTo>
                    <a:pt x="7809" y="0"/>
                  </a:moveTo>
                  <a:cubicBezTo>
                    <a:pt x="7756" y="0"/>
                    <a:pt x="7703" y="5"/>
                    <a:pt x="7648" y="14"/>
                  </a:cubicBezTo>
                  <a:cubicBezTo>
                    <a:pt x="4379" y="664"/>
                    <a:pt x="6367" y="9020"/>
                    <a:pt x="6367" y="9020"/>
                  </a:cubicBezTo>
                  <a:cubicBezTo>
                    <a:pt x="3747" y="7783"/>
                    <a:pt x="5080" y="1596"/>
                    <a:pt x="2512" y="1596"/>
                  </a:cubicBezTo>
                  <a:cubicBezTo>
                    <a:pt x="2419" y="1596"/>
                    <a:pt x="2322" y="1604"/>
                    <a:pt x="2218" y="1620"/>
                  </a:cubicBezTo>
                  <a:cubicBezTo>
                    <a:pt x="0" y="2003"/>
                    <a:pt x="1262" y="10932"/>
                    <a:pt x="2543" y="11888"/>
                  </a:cubicBezTo>
                  <a:cubicBezTo>
                    <a:pt x="3174" y="12366"/>
                    <a:pt x="5258" y="12213"/>
                    <a:pt x="7572" y="12289"/>
                  </a:cubicBezTo>
                  <a:cubicBezTo>
                    <a:pt x="8203" y="12614"/>
                    <a:pt x="9235" y="12997"/>
                    <a:pt x="10440" y="13169"/>
                  </a:cubicBezTo>
                  <a:cubicBezTo>
                    <a:pt x="10560" y="13178"/>
                    <a:pt x="10678" y="13183"/>
                    <a:pt x="10793" y="13183"/>
                  </a:cubicBezTo>
                  <a:cubicBezTo>
                    <a:pt x="11590" y="13183"/>
                    <a:pt x="12249" y="12968"/>
                    <a:pt x="12734" y="12767"/>
                  </a:cubicBezTo>
                  <a:cubicBezTo>
                    <a:pt x="13267" y="12909"/>
                    <a:pt x="14046" y="14304"/>
                    <a:pt x="16007" y="14304"/>
                  </a:cubicBezTo>
                  <a:cubicBezTo>
                    <a:pt x="16158" y="14304"/>
                    <a:pt x="16316" y="14295"/>
                    <a:pt x="16481" y="14278"/>
                  </a:cubicBezTo>
                  <a:cubicBezTo>
                    <a:pt x="16518" y="14275"/>
                    <a:pt x="16555" y="14273"/>
                    <a:pt x="16592" y="14273"/>
                  </a:cubicBezTo>
                  <a:cubicBezTo>
                    <a:pt x="17540" y="14273"/>
                    <a:pt x="18837" y="15178"/>
                    <a:pt x="19904" y="15712"/>
                  </a:cubicBezTo>
                  <a:cubicBezTo>
                    <a:pt x="21433" y="16515"/>
                    <a:pt x="23020" y="16916"/>
                    <a:pt x="24301" y="17145"/>
                  </a:cubicBezTo>
                  <a:cubicBezTo>
                    <a:pt x="24745" y="17222"/>
                    <a:pt x="25192" y="17260"/>
                    <a:pt x="25636" y="17260"/>
                  </a:cubicBezTo>
                  <a:cubicBezTo>
                    <a:pt x="27964" y="17260"/>
                    <a:pt x="30223" y="16220"/>
                    <a:pt x="31701" y="14278"/>
                  </a:cubicBezTo>
                  <a:cubicBezTo>
                    <a:pt x="33723" y="11469"/>
                    <a:pt x="32389" y="9265"/>
                    <a:pt x="29047" y="9265"/>
                  </a:cubicBezTo>
                  <a:cubicBezTo>
                    <a:pt x="28976" y="9265"/>
                    <a:pt x="28905" y="9266"/>
                    <a:pt x="28833" y="9268"/>
                  </a:cubicBezTo>
                  <a:cubicBezTo>
                    <a:pt x="28749" y="9270"/>
                    <a:pt x="28667" y="9270"/>
                    <a:pt x="28586" y="9270"/>
                  </a:cubicBezTo>
                  <a:cubicBezTo>
                    <a:pt x="20317" y="9270"/>
                    <a:pt x="21638" y="1835"/>
                    <a:pt x="19004" y="1835"/>
                  </a:cubicBezTo>
                  <a:cubicBezTo>
                    <a:pt x="18937" y="1835"/>
                    <a:pt x="18867" y="1840"/>
                    <a:pt x="18795" y="1850"/>
                  </a:cubicBezTo>
                  <a:cubicBezTo>
                    <a:pt x="15867" y="2173"/>
                    <a:pt x="18365" y="8791"/>
                    <a:pt x="17923" y="8791"/>
                  </a:cubicBezTo>
                  <a:cubicBezTo>
                    <a:pt x="17921" y="8791"/>
                    <a:pt x="17918" y="8791"/>
                    <a:pt x="17915" y="8790"/>
                  </a:cubicBezTo>
                  <a:cubicBezTo>
                    <a:pt x="15525" y="8557"/>
                    <a:pt x="15382" y="312"/>
                    <a:pt x="13323" y="312"/>
                  </a:cubicBezTo>
                  <a:cubicBezTo>
                    <a:pt x="13192" y="312"/>
                    <a:pt x="13054" y="345"/>
                    <a:pt x="12906" y="416"/>
                  </a:cubicBezTo>
                  <a:cubicBezTo>
                    <a:pt x="10440" y="1697"/>
                    <a:pt x="12734" y="9421"/>
                    <a:pt x="12734" y="9421"/>
                  </a:cubicBezTo>
                  <a:cubicBezTo>
                    <a:pt x="10400" y="7946"/>
                    <a:pt x="9981" y="0"/>
                    <a:pt x="78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2814850" y="1697500"/>
              <a:ext cx="1850300" cy="3051500"/>
            </a:xfrm>
            <a:custGeom>
              <a:avLst/>
              <a:gdLst/>
              <a:ahLst/>
              <a:cxnLst/>
              <a:rect l="l" t="t" r="r" b="b"/>
              <a:pathLst>
                <a:path w="74012" h="122060" extrusionOk="0">
                  <a:moveTo>
                    <a:pt x="27800" y="0"/>
                  </a:moveTo>
                  <a:cubicBezTo>
                    <a:pt x="26290" y="2237"/>
                    <a:pt x="24378" y="3595"/>
                    <a:pt x="22294" y="4627"/>
                  </a:cubicBezTo>
                  <a:cubicBezTo>
                    <a:pt x="22141" y="4704"/>
                    <a:pt x="21911" y="4780"/>
                    <a:pt x="21663" y="4952"/>
                  </a:cubicBezTo>
                  <a:cubicBezTo>
                    <a:pt x="21261" y="5105"/>
                    <a:pt x="20955" y="5182"/>
                    <a:pt x="20630" y="5335"/>
                  </a:cubicBezTo>
                  <a:cubicBezTo>
                    <a:pt x="19751" y="5660"/>
                    <a:pt x="18948" y="5908"/>
                    <a:pt x="18088" y="6138"/>
                  </a:cubicBezTo>
                  <a:cubicBezTo>
                    <a:pt x="17839" y="6214"/>
                    <a:pt x="17610" y="6291"/>
                    <a:pt x="17361" y="6386"/>
                  </a:cubicBezTo>
                  <a:cubicBezTo>
                    <a:pt x="12428" y="7820"/>
                    <a:pt x="7725" y="8776"/>
                    <a:pt x="6616" y="14665"/>
                  </a:cubicBezTo>
                  <a:cubicBezTo>
                    <a:pt x="5966" y="17456"/>
                    <a:pt x="7094" y="22064"/>
                    <a:pt x="7954" y="29559"/>
                  </a:cubicBezTo>
                  <a:cubicBezTo>
                    <a:pt x="7954" y="29808"/>
                    <a:pt x="8050" y="30114"/>
                    <a:pt x="8050" y="30439"/>
                  </a:cubicBezTo>
                  <a:cubicBezTo>
                    <a:pt x="8203" y="31796"/>
                    <a:pt x="8356" y="33230"/>
                    <a:pt x="8432" y="34741"/>
                  </a:cubicBezTo>
                  <a:cubicBezTo>
                    <a:pt x="8432" y="34970"/>
                    <a:pt x="8528" y="35218"/>
                    <a:pt x="8528" y="35544"/>
                  </a:cubicBezTo>
                  <a:cubicBezTo>
                    <a:pt x="8834" y="39367"/>
                    <a:pt x="9006" y="43822"/>
                    <a:pt x="8834" y="48927"/>
                  </a:cubicBezTo>
                  <a:cubicBezTo>
                    <a:pt x="8834" y="50361"/>
                    <a:pt x="8757" y="51872"/>
                    <a:pt x="8757" y="53459"/>
                  </a:cubicBezTo>
                  <a:cubicBezTo>
                    <a:pt x="8681" y="54892"/>
                    <a:pt x="8604" y="56403"/>
                    <a:pt x="8432" y="58009"/>
                  </a:cubicBezTo>
                  <a:cubicBezTo>
                    <a:pt x="8356" y="59443"/>
                    <a:pt x="8203" y="60953"/>
                    <a:pt x="8050" y="62464"/>
                  </a:cubicBezTo>
                  <a:cubicBezTo>
                    <a:pt x="7954" y="63821"/>
                    <a:pt x="7801" y="65179"/>
                    <a:pt x="7572" y="66613"/>
                  </a:cubicBezTo>
                  <a:cubicBezTo>
                    <a:pt x="7476" y="67569"/>
                    <a:pt x="7400" y="68429"/>
                    <a:pt x="7247" y="69385"/>
                  </a:cubicBezTo>
                  <a:cubicBezTo>
                    <a:pt x="7247" y="69634"/>
                    <a:pt x="7170" y="69863"/>
                    <a:pt x="7170" y="70112"/>
                  </a:cubicBezTo>
                  <a:cubicBezTo>
                    <a:pt x="7094" y="70437"/>
                    <a:pt x="7094" y="70743"/>
                    <a:pt x="6998" y="71144"/>
                  </a:cubicBezTo>
                  <a:cubicBezTo>
                    <a:pt x="6845" y="72425"/>
                    <a:pt x="6616" y="74012"/>
                    <a:pt x="6291" y="75771"/>
                  </a:cubicBezTo>
                  <a:cubicBezTo>
                    <a:pt x="6291" y="76000"/>
                    <a:pt x="6214" y="76249"/>
                    <a:pt x="6214" y="76478"/>
                  </a:cubicBezTo>
                  <a:cubicBezTo>
                    <a:pt x="5889" y="78562"/>
                    <a:pt x="5488" y="80952"/>
                    <a:pt x="5086" y="83419"/>
                  </a:cubicBezTo>
                  <a:cubicBezTo>
                    <a:pt x="5010" y="83648"/>
                    <a:pt x="5010" y="83897"/>
                    <a:pt x="4933" y="84126"/>
                  </a:cubicBezTo>
                  <a:cubicBezTo>
                    <a:pt x="4130" y="88830"/>
                    <a:pt x="3174" y="94088"/>
                    <a:pt x="2218" y="98867"/>
                  </a:cubicBezTo>
                  <a:cubicBezTo>
                    <a:pt x="2142" y="99192"/>
                    <a:pt x="2142" y="99422"/>
                    <a:pt x="2065" y="99747"/>
                  </a:cubicBezTo>
                  <a:cubicBezTo>
                    <a:pt x="1358" y="103169"/>
                    <a:pt x="632" y="106362"/>
                    <a:pt x="1" y="109058"/>
                  </a:cubicBezTo>
                  <a:cubicBezTo>
                    <a:pt x="632" y="109708"/>
                    <a:pt x="1358" y="110263"/>
                    <a:pt x="2065" y="110817"/>
                  </a:cubicBezTo>
                  <a:cubicBezTo>
                    <a:pt x="2218" y="110970"/>
                    <a:pt x="2391" y="111142"/>
                    <a:pt x="2620" y="111219"/>
                  </a:cubicBezTo>
                  <a:cubicBezTo>
                    <a:pt x="3748" y="112175"/>
                    <a:pt x="5086" y="112978"/>
                    <a:pt x="6444" y="113762"/>
                  </a:cubicBezTo>
                  <a:cubicBezTo>
                    <a:pt x="6616" y="113934"/>
                    <a:pt x="6845" y="114010"/>
                    <a:pt x="6998" y="114163"/>
                  </a:cubicBezTo>
                  <a:cubicBezTo>
                    <a:pt x="12256" y="117107"/>
                    <a:pt x="18719" y="119421"/>
                    <a:pt x="25735" y="120778"/>
                  </a:cubicBezTo>
                  <a:cubicBezTo>
                    <a:pt x="27322" y="121103"/>
                    <a:pt x="28986" y="121333"/>
                    <a:pt x="30668" y="121486"/>
                  </a:cubicBezTo>
                  <a:cubicBezTo>
                    <a:pt x="32580" y="121734"/>
                    <a:pt x="34492" y="121887"/>
                    <a:pt x="36480" y="121964"/>
                  </a:cubicBezTo>
                  <a:cubicBezTo>
                    <a:pt x="37914" y="122059"/>
                    <a:pt x="39348" y="122059"/>
                    <a:pt x="40782" y="122059"/>
                  </a:cubicBezTo>
                  <a:lnTo>
                    <a:pt x="41662" y="122059"/>
                  </a:lnTo>
                  <a:cubicBezTo>
                    <a:pt x="50189" y="121734"/>
                    <a:pt x="58793" y="119975"/>
                    <a:pt x="66670" y="116228"/>
                  </a:cubicBezTo>
                  <a:cubicBezTo>
                    <a:pt x="66747" y="116151"/>
                    <a:pt x="66842" y="116075"/>
                    <a:pt x="66995" y="116075"/>
                  </a:cubicBezTo>
                  <a:cubicBezTo>
                    <a:pt x="66995" y="115922"/>
                    <a:pt x="67072" y="115750"/>
                    <a:pt x="67148" y="115597"/>
                  </a:cubicBezTo>
                  <a:cubicBezTo>
                    <a:pt x="68754" y="110741"/>
                    <a:pt x="70418" y="99345"/>
                    <a:pt x="71622" y="89709"/>
                  </a:cubicBezTo>
                  <a:cubicBezTo>
                    <a:pt x="71622" y="89556"/>
                    <a:pt x="71699" y="89308"/>
                    <a:pt x="71699" y="89078"/>
                  </a:cubicBezTo>
                  <a:cubicBezTo>
                    <a:pt x="72253" y="84853"/>
                    <a:pt x="72655" y="80952"/>
                    <a:pt x="72960" y="78237"/>
                  </a:cubicBezTo>
                  <a:cubicBezTo>
                    <a:pt x="72960" y="77989"/>
                    <a:pt x="72960" y="77759"/>
                    <a:pt x="73056" y="77511"/>
                  </a:cubicBezTo>
                  <a:cubicBezTo>
                    <a:pt x="73056" y="77033"/>
                    <a:pt x="73132" y="76651"/>
                    <a:pt x="73132" y="76325"/>
                  </a:cubicBezTo>
                  <a:cubicBezTo>
                    <a:pt x="73285" y="74815"/>
                    <a:pt x="73438" y="73305"/>
                    <a:pt x="73534" y="71775"/>
                  </a:cubicBezTo>
                  <a:cubicBezTo>
                    <a:pt x="74012" y="64605"/>
                    <a:pt x="73916" y="57282"/>
                    <a:pt x="73534" y="49711"/>
                  </a:cubicBezTo>
                  <a:lnTo>
                    <a:pt x="73534" y="48449"/>
                  </a:lnTo>
                  <a:cubicBezTo>
                    <a:pt x="73438" y="48354"/>
                    <a:pt x="73438" y="48201"/>
                    <a:pt x="73438" y="48124"/>
                  </a:cubicBezTo>
                  <a:lnTo>
                    <a:pt x="73438" y="47398"/>
                  </a:lnTo>
                  <a:cubicBezTo>
                    <a:pt x="73285" y="45256"/>
                    <a:pt x="73209" y="43096"/>
                    <a:pt x="73056" y="40954"/>
                  </a:cubicBezTo>
                  <a:lnTo>
                    <a:pt x="73056" y="40228"/>
                  </a:lnTo>
                  <a:cubicBezTo>
                    <a:pt x="72960" y="39673"/>
                    <a:pt x="72960" y="39042"/>
                    <a:pt x="72884" y="38411"/>
                  </a:cubicBezTo>
                  <a:cubicBezTo>
                    <a:pt x="72884" y="38086"/>
                    <a:pt x="72884" y="37761"/>
                    <a:pt x="72807" y="37455"/>
                  </a:cubicBezTo>
                  <a:cubicBezTo>
                    <a:pt x="72655" y="34664"/>
                    <a:pt x="72482" y="31796"/>
                    <a:pt x="72253" y="28852"/>
                  </a:cubicBezTo>
                  <a:cubicBezTo>
                    <a:pt x="71622" y="18164"/>
                    <a:pt x="68659" y="10688"/>
                    <a:pt x="63649" y="7342"/>
                  </a:cubicBezTo>
                  <a:cubicBezTo>
                    <a:pt x="63401" y="7170"/>
                    <a:pt x="63171" y="7017"/>
                    <a:pt x="62923" y="6864"/>
                  </a:cubicBezTo>
                  <a:cubicBezTo>
                    <a:pt x="61737" y="6214"/>
                    <a:pt x="60380" y="5736"/>
                    <a:pt x="58946" y="5507"/>
                  </a:cubicBezTo>
                  <a:cubicBezTo>
                    <a:pt x="58793" y="5507"/>
                    <a:pt x="58621" y="5430"/>
                    <a:pt x="58468" y="5430"/>
                  </a:cubicBezTo>
                  <a:cubicBezTo>
                    <a:pt x="58315" y="5335"/>
                    <a:pt x="58066" y="5335"/>
                    <a:pt x="57837" y="5258"/>
                  </a:cubicBezTo>
                  <a:cubicBezTo>
                    <a:pt x="55753" y="4857"/>
                    <a:pt x="53841" y="4302"/>
                    <a:pt x="52331" y="3748"/>
                  </a:cubicBezTo>
                  <a:cubicBezTo>
                    <a:pt x="52178" y="3671"/>
                    <a:pt x="51929" y="3595"/>
                    <a:pt x="51776" y="3518"/>
                  </a:cubicBezTo>
                  <a:cubicBezTo>
                    <a:pt x="51623" y="3423"/>
                    <a:pt x="51375" y="3346"/>
                    <a:pt x="51145" y="3270"/>
                  </a:cubicBezTo>
                  <a:cubicBezTo>
                    <a:pt x="50820" y="3117"/>
                    <a:pt x="50495" y="3040"/>
                    <a:pt x="50189" y="2868"/>
                  </a:cubicBezTo>
                  <a:cubicBezTo>
                    <a:pt x="49941" y="2715"/>
                    <a:pt x="49711" y="2639"/>
                    <a:pt x="49463" y="2467"/>
                  </a:cubicBezTo>
                  <a:cubicBezTo>
                    <a:pt x="46920" y="1205"/>
                    <a:pt x="45486" y="0"/>
                    <a:pt x="45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3189125" y="394500"/>
              <a:ext cx="1039625" cy="1050975"/>
            </a:xfrm>
            <a:custGeom>
              <a:avLst/>
              <a:gdLst/>
              <a:ahLst/>
              <a:cxnLst/>
              <a:rect l="l" t="t" r="r" b="b"/>
              <a:pathLst>
                <a:path w="41585" h="42039" extrusionOk="0">
                  <a:moveTo>
                    <a:pt x="15256" y="0"/>
                  </a:moveTo>
                  <a:cubicBezTo>
                    <a:pt x="11719" y="0"/>
                    <a:pt x="9483" y="5526"/>
                    <a:pt x="9483" y="5526"/>
                  </a:cubicBezTo>
                  <a:cubicBezTo>
                    <a:pt x="9483" y="5526"/>
                    <a:pt x="8264" y="2704"/>
                    <a:pt x="6352" y="2704"/>
                  </a:cubicBezTo>
                  <a:cubicBezTo>
                    <a:pt x="6084" y="2704"/>
                    <a:pt x="5801" y="2760"/>
                    <a:pt x="5507" y="2888"/>
                  </a:cubicBezTo>
                  <a:cubicBezTo>
                    <a:pt x="3117" y="4016"/>
                    <a:pt x="3977" y="11740"/>
                    <a:pt x="3977" y="11740"/>
                  </a:cubicBezTo>
                  <a:cubicBezTo>
                    <a:pt x="3977" y="11740"/>
                    <a:pt x="3382" y="11026"/>
                    <a:pt x="2606" y="11026"/>
                  </a:cubicBezTo>
                  <a:cubicBezTo>
                    <a:pt x="2218" y="11026"/>
                    <a:pt x="1785" y="11205"/>
                    <a:pt x="1358" y="11740"/>
                  </a:cubicBezTo>
                  <a:cubicBezTo>
                    <a:pt x="0" y="13250"/>
                    <a:pt x="3117" y="16998"/>
                    <a:pt x="3117" y="16998"/>
                  </a:cubicBezTo>
                  <a:cubicBezTo>
                    <a:pt x="3117" y="16998"/>
                    <a:pt x="2983" y="16975"/>
                    <a:pt x="2778" y="16975"/>
                  </a:cubicBezTo>
                  <a:cubicBezTo>
                    <a:pt x="2129" y="16975"/>
                    <a:pt x="762" y="17207"/>
                    <a:pt x="631" y="19139"/>
                  </a:cubicBezTo>
                  <a:cubicBezTo>
                    <a:pt x="478" y="22887"/>
                    <a:pt x="5507" y="25124"/>
                    <a:pt x="5507" y="25124"/>
                  </a:cubicBezTo>
                  <a:lnTo>
                    <a:pt x="28354" y="38106"/>
                  </a:lnTo>
                  <a:cubicBezTo>
                    <a:pt x="28354" y="38106"/>
                    <a:pt x="30698" y="42039"/>
                    <a:pt x="33841" y="42039"/>
                  </a:cubicBezTo>
                  <a:cubicBezTo>
                    <a:pt x="34411" y="42039"/>
                    <a:pt x="35007" y="41910"/>
                    <a:pt x="35620" y="41605"/>
                  </a:cubicBezTo>
                  <a:cubicBezTo>
                    <a:pt x="39473" y="39678"/>
                    <a:pt x="34423" y="30265"/>
                    <a:pt x="34106" y="29683"/>
                  </a:cubicBezTo>
                  <a:lnTo>
                    <a:pt x="34106" y="29683"/>
                  </a:lnTo>
                  <a:cubicBezTo>
                    <a:pt x="34253" y="29947"/>
                    <a:pt x="35435" y="31978"/>
                    <a:pt x="37055" y="31978"/>
                  </a:cubicBezTo>
                  <a:cubicBezTo>
                    <a:pt x="37616" y="31978"/>
                    <a:pt x="38229" y="31734"/>
                    <a:pt x="38870" y="31089"/>
                  </a:cubicBezTo>
                  <a:cubicBezTo>
                    <a:pt x="41585" y="28393"/>
                    <a:pt x="36729" y="21854"/>
                    <a:pt x="36729" y="21854"/>
                  </a:cubicBezTo>
                  <a:lnTo>
                    <a:pt x="36729" y="21854"/>
                  </a:lnTo>
                  <a:cubicBezTo>
                    <a:pt x="36729" y="21854"/>
                    <a:pt x="37133" y="21949"/>
                    <a:pt x="37676" y="21949"/>
                  </a:cubicBezTo>
                  <a:cubicBezTo>
                    <a:pt x="38787" y="21949"/>
                    <a:pt x="40476" y="21553"/>
                    <a:pt x="40476" y="19139"/>
                  </a:cubicBezTo>
                  <a:cubicBezTo>
                    <a:pt x="40476" y="15640"/>
                    <a:pt x="35620" y="14608"/>
                    <a:pt x="35620" y="14608"/>
                  </a:cubicBezTo>
                  <a:cubicBezTo>
                    <a:pt x="35620" y="14608"/>
                    <a:pt x="39119" y="12371"/>
                    <a:pt x="36729" y="9751"/>
                  </a:cubicBezTo>
                  <a:cubicBezTo>
                    <a:pt x="34339" y="7113"/>
                    <a:pt x="29482" y="6406"/>
                    <a:pt x="29482" y="6406"/>
                  </a:cubicBezTo>
                  <a:cubicBezTo>
                    <a:pt x="29482" y="6406"/>
                    <a:pt x="31471" y="4016"/>
                    <a:pt x="27245" y="2257"/>
                  </a:cubicBezTo>
                  <a:cubicBezTo>
                    <a:pt x="26272" y="1844"/>
                    <a:pt x="25285" y="1686"/>
                    <a:pt x="24346" y="1686"/>
                  </a:cubicBezTo>
                  <a:cubicBezTo>
                    <a:pt x="21282" y="1686"/>
                    <a:pt x="18718" y="3366"/>
                    <a:pt x="18718" y="3366"/>
                  </a:cubicBezTo>
                  <a:cubicBezTo>
                    <a:pt x="18718" y="3366"/>
                    <a:pt x="19368" y="498"/>
                    <a:pt x="15621" y="20"/>
                  </a:cubicBezTo>
                  <a:cubicBezTo>
                    <a:pt x="15498" y="6"/>
                    <a:pt x="15376" y="0"/>
                    <a:pt x="152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3221250" y="1009925"/>
              <a:ext cx="256600" cy="359225"/>
            </a:xfrm>
            <a:custGeom>
              <a:avLst/>
              <a:gdLst/>
              <a:ahLst/>
              <a:cxnLst/>
              <a:rect l="l" t="t" r="r" b="b"/>
              <a:pathLst>
                <a:path w="10264" h="14369" extrusionOk="0">
                  <a:moveTo>
                    <a:pt x="5794" y="0"/>
                  </a:moveTo>
                  <a:cubicBezTo>
                    <a:pt x="5498" y="0"/>
                    <a:pt x="5184" y="33"/>
                    <a:pt x="4852" y="105"/>
                  </a:cubicBezTo>
                  <a:cubicBezTo>
                    <a:pt x="792" y="1058"/>
                    <a:pt x="1" y="14369"/>
                    <a:pt x="7579" y="14369"/>
                  </a:cubicBezTo>
                  <a:cubicBezTo>
                    <a:pt x="7600" y="14369"/>
                    <a:pt x="7622" y="14368"/>
                    <a:pt x="7644" y="14368"/>
                  </a:cubicBezTo>
                  <a:lnTo>
                    <a:pt x="10263" y="4158"/>
                  </a:lnTo>
                  <a:cubicBezTo>
                    <a:pt x="10263" y="4158"/>
                    <a:pt x="9119" y="0"/>
                    <a:pt x="5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3477825" y="1263475"/>
              <a:ext cx="506200" cy="573350"/>
            </a:xfrm>
            <a:custGeom>
              <a:avLst/>
              <a:gdLst/>
              <a:ahLst/>
              <a:cxnLst/>
              <a:rect l="l" t="t" r="r" b="b"/>
              <a:pathLst>
                <a:path w="20248" h="22934" extrusionOk="0">
                  <a:moveTo>
                    <a:pt x="19521" y="1"/>
                  </a:moveTo>
                  <a:lnTo>
                    <a:pt x="0" y="9714"/>
                  </a:lnTo>
                  <a:cubicBezTo>
                    <a:pt x="0" y="9714"/>
                    <a:pt x="77" y="9790"/>
                    <a:pt x="77" y="9886"/>
                  </a:cubicBezTo>
                  <a:cubicBezTo>
                    <a:pt x="402" y="10746"/>
                    <a:pt x="1358" y="14493"/>
                    <a:pt x="172" y="20153"/>
                  </a:cubicBezTo>
                  <a:cubicBezTo>
                    <a:pt x="172" y="20153"/>
                    <a:pt x="727" y="20554"/>
                    <a:pt x="1683" y="21109"/>
                  </a:cubicBezTo>
                  <a:cubicBezTo>
                    <a:pt x="3370" y="22121"/>
                    <a:pt x="6248" y="22933"/>
                    <a:pt x="9167" y="22933"/>
                  </a:cubicBezTo>
                  <a:cubicBezTo>
                    <a:pt x="10383" y="22933"/>
                    <a:pt x="11606" y="22792"/>
                    <a:pt x="12753" y="22466"/>
                  </a:cubicBezTo>
                  <a:cubicBezTo>
                    <a:pt x="20248" y="20401"/>
                    <a:pt x="19292" y="18719"/>
                    <a:pt x="19292" y="18719"/>
                  </a:cubicBezTo>
                  <a:lnTo>
                    <a:pt x="195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3479725" y="1454675"/>
              <a:ext cx="416350" cy="336525"/>
            </a:xfrm>
            <a:custGeom>
              <a:avLst/>
              <a:gdLst/>
              <a:ahLst/>
              <a:cxnLst/>
              <a:rect l="l" t="t" r="r" b="b"/>
              <a:pathLst>
                <a:path w="16654" h="13461" extrusionOk="0">
                  <a:moveTo>
                    <a:pt x="16654" y="1"/>
                  </a:moveTo>
                  <a:lnTo>
                    <a:pt x="1" y="2238"/>
                  </a:lnTo>
                  <a:cubicBezTo>
                    <a:pt x="326" y="3098"/>
                    <a:pt x="1282" y="6845"/>
                    <a:pt x="96" y="12505"/>
                  </a:cubicBezTo>
                  <a:cubicBezTo>
                    <a:pt x="96" y="12505"/>
                    <a:pt x="651" y="12906"/>
                    <a:pt x="1607" y="13461"/>
                  </a:cubicBezTo>
                  <a:cubicBezTo>
                    <a:pt x="11950" y="12906"/>
                    <a:pt x="16654" y="1"/>
                    <a:pt x="166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3324375" y="641325"/>
              <a:ext cx="749050" cy="990525"/>
            </a:xfrm>
            <a:custGeom>
              <a:avLst/>
              <a:gdLst/>
              <a:ahLst/>
              <a:cxnLst/>
              <a:rect l="l" t="t" r="r" b="b"/>
              <a:pathLst>
                <a:path w="29962" h="39621" extrusionOk="0">
                  <a:moveTo>
                    <a:pt x="14057" y="0"/>
                  </a:moveTo>
                  <a:cubicBezTo>
                    <a:pt x="7390" y="0"/>
                    <a:pt x="1192" y="4316"/>
                    <a:pt x="249" y="12459"/>
                  </a:cubicBezTo>
                  <a:cubicBezTo>
                    <a:pt x="249" y="12459"/>
                    <a:pt x="97" y="16512"/>
                    <a:pt x="1" y="20986"/>
                  </a:cubicBezTo>
                  <a:lnTo>
                    <a:pt x="1" y="22095"/>
                  </a:lnTo>
                  <a:lnTo>
                    <a:pt x="1" y="23778"/>
                  </a:lnTo>
                  <a:lnTo>
                    <a:pt x="1" y="23854"/>
                  </a:lnTo>
                  <a:cubicBezTo>
                    <a:pt x="1" y="26321"/>
                    <a:pt x="97" y="28711"/>
                    <a:pt x="249" y="30374"/>
                  </a:cubicBezTo>
                  <a:cubicBezTo>
                    <a:pt x="852" y="36216"/>
                    <a:pt x="5512" y="39621"/>
                    <a:pt x="11837" y="39621"/>
                  </a:cubicBezTo>
                  <a:cubicBezTo>
                    <a:pt x="12944" y="39621"/>
                    <a:pt x="14101" y="39516"/>
                    <a:pt x="15296" y="39303"/>
                  </a:cubicBezTo>
                  <a:cubicBezTo>
                    <a:pt x="22237" y="38022"/>
                    <a:pt x="26290" y="32611"/>
                    <a:pt x="26386" y="25996"/>
                  </a:cubicBezTo>
                  <a:cubicBezTo>
                    <a:pt x="26462" y="19476"/>
                    <a:pt x="29961" y="5997"/>
                    <a:pt x="21204" y="1695"/>
                  </a:cubicBezTo>
                  <a:cubicBezTo>
                    <a:pt x="18910" y="558"/>
                    <a:pt x="16453" y="0"/>
                    <a:pt x="14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3460125" y="1295500"/>
              <a:ext cx="207000" cy="107250"/>
            </a:xfrm>
            <a:custGeom>
              <a:avLst/>
              <a:gdLst/>
              <a:ahLst/>
              <a:cxnLst/>
              <a:rect l="l" t="t" r="r" b="b"/>
              <a:pathLst>
                <a:path w="8280" h="4290" extrusionOk="0">
                  <a:moveTo>
                    <a:pt x="8280" y="1"/>
                  </a:moveTo>
                  <a:lnTo>
                    <a:pt x="1" y="632"/>
                  </a:lnTo>
                  <a:cubicBezTo>
                    <a:pt x="1" y="632"/>
                    <a:pt x="602" y="4290"/>
                    <a:pt x="3380" y="4290"/>
                  </a:cubicBezTo>
                  <a:cubicBezTo>
                    <a:pt x="3614" y="4290"/>
                    <a:pt x="3864" y="4264"/>
                    <a:pt x="4131" y="4207"/>
                  </a:cubicBezTo>
                  <a:cubicBezTo>
                    <a:pt x="7171" y="3653"/>
                    <a:pt x="8280" y="1"/>
                    <a:pt x="82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3591575" y="915025"/>
              <a:ext cx="198550" cy="109125"/>
            </a:xfrm>
            <a:custGeom>
              <a:avLst/>
              <a:gdLst/>
              <a:ahLst/>
              <a:cxnLst/>
              <a:rect l="l" t="t" r="r" b="b"/>
              <a:pathLst>
                <a:path w="7942" h="4365" extrusionOk="0">
                  <a:moveTo>
                    <a:pt x="3022" y="1"/>
                  </a:moveTo>
                  <a:cubicBezTo>
                    <a:pt x="77" y="1"/>
                    <a:pt x="1" y="2066"/>
                    <a:pt x="1435" y="2945"/>
                  </a:cubicBezTo>
                  <a:cubicBezTo>
                    <a:pt x="2142" y="3347"/>
                    <a:pt x="3901" y="4054"/>
                    <a:pt x="5182" y="4303"/>
                  </a:cubicBezTo>
                  <a:cubicBezTo>
                    <a:pt x="5386" y="4345"/>
                    <a:pt x="5577" y="4365"/>
                    <a:pt x="5754" y="4365"/>
                  </a:cubicBezTo>
                  <a:cubicBezTo>
                    <a:pt x="7570" y="4365"/>
                    <a:pt x="7941" y="2277"/>
                    <a:pt x="6042" y="1110"/>
                  </a:cubicBezTo>
                  <a:cubicBezTo>
                    <a:pt x="5086" y="479"/>
                    <a:pt x="4130" y="1"/>
                    <a:pt x="30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3334375" y="892175"/>
              <a:ext cx="205125" cy="100525"/>
            </a:xfrm>
            <a:custGeom>
              <a:avLst/>
              <a:gdLst/>
              <a:ahLst/>
              <a:cxnLst/>
              <a:rect l="l" t="t" r="r" b="b"/>
              <a:pathLst>
                <a:path w="8205" h="4021" extrusionOk="0">
                  <a:moveTo>
                    <a:pt x="4778" y="1"/>
                  </a:moveTo>
                  <a:cubicBezTo>
                    <a:pt x="3889" y="1"/>
                    <a:pt x="2971" y="327"/>
                    <a:pt x="2163" y="666"/>
                  </a:cubicBezTo>
                  <a:cubicBezTo>
                    <a:pt x="0" y="1664"/>
                    <a:pt x="232" y="4021"/>
                    <a:pt x="2340" y="4021"/>
                  </a:cubicBezTo>
                  <a:cubicBezTo>
                    <a:pt x="2413" y="4021"/>
                    <a:pt x="2488" y="4018"/>
                    <a:pt x="2564" y="4012"/>
                  </a:cubicBezTo>
                  <a:cubicBezTo>
                    <a:pt x="3903" y="3859"/>
                    <a:pt x="5738" y="3458"/>
                    <a:pt x="6465" y="3133"/>
                  </a:cubicBezTo>
                  <a:cubicBezTo>
                    <a:pt x="8052" y="2425"/>
                    <a:pt x="8205" y="360"/>
                    <a:pt x="5260" y="35"/>
                  </a:cubicBezTo>
                  <a:cubicBezTo>
                    <a:pt x="5101" y="12"/>
                    <a:pt x="4940" y="1"/>
                    <a:pt x="4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3324375" y="1165975"/>
              <a:ext cx="117625" cy="74275"/>
            </a:xfrm>
            <a:custGeom>
              <a:avLst/>
              <a:gdLst/>
              <a:ahLst/>
              <a:cxnLst/>
              <a:rect l="l" t="t" r="r" b="b"/>
              <a:pathLst>
                <a:path w="4705" h="2971" extrusionOk="0">
                  <a:moveTo>
                    <a:pt x="1" y="0"/>
                  </a:moveTo>
                  <a:lnTo>
                    <a:pt x="1" y="1109"/>
                  </a:lnTo>
                  <a:lnTo>
                    <a:pt x="1" y="2792"/>
                  </a:lnTo>
                  <a:lnTo>
                    <a:pt x="1" y="2868"/>
                  </a:lnTo>
                  <a:cubicBezTo>
                    <a:pt x="326" y="2868"/>
                    <a:pt x="574" y="2945"/>
                    <a:pt x="880" y="2945"/>
                  </a:cubicBezTo>
                  <a:cubicBezTo>
                    <a:pt x="1114" y="2962"/>
                    <a:pt x="1343" y="2970"/>
                    <a:pt x="1564" y="2970"/>
                  </a:cubicBezTo>
                  <a:cubicBezTo>
                    <a:pt x="3317" y="2970"/>
                    <a:pt x="4628" y="2453"/>
                    <a:pt x="4628" y="1740"/>
                  </a:cubicBezTo>
                  <a:cubicBezTo>
                    <a:pt x="4704" y="956"/>
                    <a:pt x="3117" y="153"/>
                    <a:pt x="1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3455825" y="998175"/>
              <a:ext cx="103750" cy="259125"/>
            </a:xfrm>
            <a:custGeom>
              <a:avLst/>
              <a:gdLst/>
              <a:ahLst/>
              <a:cxnLst/>
              <a:rect l="l" t="t" r="r" b="b"/>
              <a:pathLst>
                <a:path w="4150" h="10365" extrusionOk="0">
                  <a:moveTo>
                    <a:pt x="3710" y="1"/>
                  </a:moveTo>
                  <a:cubicBezTo>
                    <a:pt x="3546" y="1"/>
                    <a:pt x="3442" y="138"/>
                    <a:pt x="3442" y="326"/>
                  </a:cubicBezTo>
                  <a:cubicBezTo>
                    <a:pt x="3347" y="1933"/>
                    <a:pt x="3270" y="3290"/>
                    <a:pt x="2716" y="3921"/>
                  </a:cubicBezTo>
                  <a:lnTo>
                    <a:pt x="2716" y="3997"/>
                  </a:lnTo>
                  <a:lnTo>
                    <a:pt x="96" y="7898"/>
                  </a:lnTo>
                  <a:cubicBezTo>
                    <a:pt x="1" y="7974"/>
                    <a:pt x="1" y="8146"/>
                    <a:pt x="1" y="8223"/>
                  </a:cubicBezTo>
                  <a:cubicBezTo>
                    <a:pt x="96" y="8376"/>
                    <a:pt x="402" y="9026"/>
                    <a:pt x="2238" y="10288"/>
                  </a:cubicBezTo>
                  <a:cubicBezTo>
                    <a:pt x="2314" y="10288"/>
                    <a:pt x="2314" y="10364"/>
                    <a:pt x="2391" y="10364"/>
                  </a:cubicBezTo>
                  <a:cubicBezTo>
                    <a:pt x="2563" y="10364"/>
                    <a:pt x="2639" y="10288"/>
                    <a:pt x="2716" y="10211"/>
                  </a:cubicBezTo>
                  <a:cubicBezTo>
                    <a:pt x="2869" y="10058"/>
                    <a:pt x="2792" y="9810"/>
                    <a:pt x="2639" y="9657"/>
                  </a:cubicBezTo>
                  <a:cubicBezTo>
                    <a:pt x="1435" y="8854"/>
                    <a:pt x="957" y="8376"/>
                    <a:pt x="804" y="8146"/>
                  </a:cubicBezTo>
                  <a:lnTo>
                    <a:pt x="3270" y="4399"/>
                  </a:lnTo>
                  <a:cubicBezTo>
                    <a:pt x="3997" y="3519"/>
                    <a:pt x="4073" y="2085"/>
                    <a:pt x="4150" y="326"/>
                  </a:cubicBezTo>
                  <a:cubicBezTo>
                    <a:pt x="4150" y="174"/>
                    <a:pt x="3997" y="21"/>
                    <a:pt x="3825" y="21"/>
                  </a:cubicBezTo>
                  <a:cubicBezTo>
                    <a:pt x="3784" y="7"/>
                    <a:pt x="3746" y="1"/>
                    <a:pt x="37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3689100" y="1157200"/>
              <a:ext cx="185000" cy="75050"/>
            </a:xfrm>
            <a:custGeom>
              <a:avLst/>
              <a:gdLst/>
              <a:ahLst/>
              <a:cxnLst/>
              <a:rect l="l" t="t" r="r" b="b"/>
              <a:pathLst>
                <a:path w="7400" h="3002" extrusionOk="0">
                  <a:moveTo>
                    <a:pt x="3168" y="1"/>
                  </a:moveTo>
                  <a:cubicBezTo>
                    <a:pt x="1478" y="1"/>
                    <a:pt x="144" y="518"/>
                    <a:pt x="77" y="1231"/>
                  </a:cubicBezTo>
                  <a:cubicBezTo>
                    <a:pt x="0" y="2015"/>
                    <a:pt x="1587" y="2818"/>
                    <a:pt x="3575" y="2971"/>
                  </a:cubicBezTo>
                  <a:cubicBezTo>
                    <a:pt x="3827" y="2992"/>
                    <a:pt x="4072" y="3001"/>
                    <a:pt x="4309" y="3001"/>
                  </a:cubicBezTo>
                  <a:cubicBezTo>
                    <a:pt x="6036" y="3001"/>
                    <a:pt x="7323" y="2475"/>
                    <a:pt x="7323" y="1785"/>
                  </a:cubicBezTo>
                  <a:cubicBezTo>
                    <a:pt x="7399" y="982"/>
                    <a:pt x="5812" y="179"/>
                    <a:pt x="3824" y="26"/>
                  </a:cubicBezTo>
                  <a:cubicBezTo>
                    <a:pt x="3601" y="9"/>
                    <a:pt x="3382" y="1"/>
                    <a:pt x="3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3318650" y="586725"/>
              <a:ext cx="739000" cy="535300"/>
            </a:xfrm>
            <a:custGeom>
              <a:avLst/>
              <a:gdLst/>
              <a:ahLst/>
              <a:cxnLst/>
              <a:rect l="l" t="t" r="r" b="b"/>
              <a:pathLst>
                <a:path w="29560" h="21412" extrusionOk="0">
                  <a:moveTo>
                    <a:pt x="14403" y="0"/>
                  </a:moveTo>
                  <a:cubicBezTo>
                    <a:pt x="10439" y="0"/>
                    <a:pt x="6408" y="1519"/>
                    <a:pt x="3748" y="4605"/>
                  </a:cubicBezTo>
                  <a:cubicBezTo>
                    <a:pt x="0" y="8831"/>
                    <a:pt x="230" y="13133"/>
                    <a:pt x="478" y="15446"/>
                  </a:cubicBezTo>
                  <a:cubicBezTo>
                    <a:pt x="555" y="13209"/>
                    <a:pt x="1186" y="11221"/>
                    <a:pt x="1186" y="11221"/>
                  </a:cubicBezTo>
                  <a:cubicBezTo>
                    <a:pt x="1186" y="11221"/>
                    <a:pt x="3098" y="5963"/>
                    <a:pt x="8834" y="4835"/>
                  </a:cubicBezTo>
                  <a:cubicBezTo>
                    <a:pt x="9404" y="4726"/>
                    <a:pt x="10000" y="4675"/>
                    <a:pt x="10611" y="4675"/>
                  </a:cubicBezTo>
                  <a:cubicBezTo>
                    <a:pt x="16255" y="4675"/>
                    <a:pt x="23175" y="9057"/>
                    <a:pt x="22313" y="13439"/>
                  </a:cubicBezTo>
                  <a:cubicBezTo>
                    <a:pt x="21357" y="18314"/>
                    <a:pt x="22217" y="21258"/>
                    <a:pt x="22217" y="21258"/>
                  </a:cubicBezTo>
                  <a:lnTo>
                    <a:pt x="24607" y="21411"/>
                  </a:lnTo>
                  <a:cubicBezTo>
                    <a:pt x="25563" y="17836"/>
                    <a:pt x="27322" y="17186"/>
                    <a:pt x="27322" y="17186"/>
                  </a:cubicBezTo>
                  <a:cubicBezTo>
                    <a:pt x="27322" y="17186"/>
                    <a:pt x="29559" y="11527"/>
                    <a:pt x="25085" y="5083"/>
                  </a:cubicBezTo>
                  <a:cubicBezTo>
                    <a:pt x="22751" y="1715"/>
                    <a:pt x="18615" y="0"/>
                    <a:pt x="14403" y="0"/>
                  </a:cubicBez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3360225" y="672225"/>
              <a:ext cx="438350" cy="166825"/>
            </a:xfrm>
            <a:custGeom>
              <a:avLst/>
              <a:gdLst/>
              <a:ahLst/>
              <a:cxnLst/>
              <a:rect l="l" t="t" r="r" b="b"/>
              <a:pathLst>
                <a:path w="17534" h="6673" extrusionOk="0">
                  <a:moveTo>
                    <a:pt x="7628" y="0"/>
                  </a:moveTo>
                  <a:cubicBezTo>
                    <a:pt x="2230" y="0"/>
                    <a:pt x="1" y="6673"/>
                    <a:pt x="1" y="6673"/>
                  </a:cubicBezTo>
                  <a:cubicBezTo>
                    <a:pt x="1" y="6673"/>
                    <a:pt x="1827" y="3344"/>
                    <a:pt x="3697" y="3344"/>
                  </a:cubicBezTo>
                  <a:cubicBezTo>
                    <a:pt x="4009" y="3344"/>
                    <a:pt x="4322" y="3436"/>
                    <a:pt x="4628" y="3652"/>
                  </a:cubicBezTo>
                  <a:cubicBezTo>
                    <a:pt x="5461" y="4235"/>
                    <a:pt x="6386" y="4450"/>
                    <a:pt x="7323" y="4450"/>
                  </a:cubicBezTo>
                  <a:cubicBezTo>
                    <a:pt x="8814" y="4450"/>
                    <a:pt x="10335" y="3904"/>
                    <a:pt x="11568" y="3422"/>
                  </a:cubicBezTo>
                  <a:cubicBezTo>
                    <a:pt x="11954" y="3260"/>
                    <a:pt x="12428" y="3195"/>
                    <a:pt x="12937" y="3195"/>
                  </a:cubicBezTo>
                  <a:cubicBezTo>
                    <a:pt x="14952" y="3195"/>
                    <a:pt x="17533" y="4206"/>
                    <a:pt x="17533" y="4206"/>
                  </a:cubicBezTo>
                  <a:cubicBezTo>
                    <a:pt x="16099" y="1338"/>
                    <a:pt x="16099" y="1988"/>
                    <a:pt x="9408" y="229"/>
                  </a:cubicBezTo>
                  <a:cubicBezTo>
                    <a:pt x="8780" y="72"/>
                    <a:pt x="8187" y="0"/>
                    <a:pt x="76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3525625" y="1409750"/>
              <a:ext cx="85575" cy="32675"/>
            </a:xfrm>
            <a:custGeom>
              <a:avLst/>
              <a:gdLst/>
              <a:ahLst/>
              <a:cxnLst/>
              <a:rect l="l" t="t" r="r" b="b"/>
              <a:pathLst>
                <a:path w="3423" h="1307" extrusionOk="0">
                  <a:moveTo>
                    <a:pt x="3059" y="0"/>
                  </a:moveTo>
                  <a:cubicBezTo>
                    <a:pt x="2968" y="0"/>
                    <a:pt x="2868" y="39"/>
                    <a:pt x="2792" y="115"/>
                  </a:cubicBezTo>
                  <a:cubicBezTo>
                    <a:pt x="2355" y="482"/>
                    <a:pt x="1851" y="581"/>
                    <a:pt x="1432" y="581"/>
                  </a:cubicBezTo>
                  <a:cubicBezTo>
                    <a:pt x="933" y="581"/>
                    <a:pt x="555" y="440"/>
                    <a:pt x="555" y="440"/>
                  </a:cubicBezTo>
                  <a:cubicBezTo>
                    <a:pt x="498" y="421"/>
                    <a:pt x="446" y="412"/>
                    <a:pt x="399" y="412"/>
                  </a:cubicBezTo>
                  <a:cubicBezTo>
                    <a:pt x="253" y="412"/>
                    <a:pt x="149" y="501"/>
                    <a:pt x="77" y="689"/>
                  </a:cubicBezTo>
                  <a:cubicBezTo>
                    <a:pt x="0" y="842"/>
                    <a:pt x="77" y="995"/>
                    <a:pt x="249" y="1071"/>
                  </a:cubicBezTo>
                  <a:cubicBezTo>
                    <a:pt x="249" y="1071"/>
                    <a:pt x="402" y="1167"/>
                    <a:pt x="555" y="1167"/>
                  </a:cubicBezTo>
                  <a:cubicBezTo>
                    <a:pt x="753" y="1230"/>
                    <a:pt x="1075" y="1306"/>
                    <a:pt x="1458" y="1306"/>
                  </a:cubicBezTo>
                  <a:cubicBezTo>
                    <a:pt x="2001" y="1306"/>
                    <a:pt x="2665" y="1153"/>
                    <a:pt x="3270" y="593"/>
                  </a:cubicBezTo>
                  <a:cubicBezTo>
                    <a:pt x="3423" y="517"/>
                    <a:pt x="3423" y="287"/>
                    <a:pt x="3270" y="115"/>
                  </a:cubicBezTo>
                  <a:cubicBezTo>
                    <a:pt x="3231" y="39"/>
                    <a:pt x="3150" y="0"/>
                    <a:pt x="3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3945775" y="1005600"/>
              <a:ext cx="239175" cy="347825"/>
            </a:xfrm>
            <a:custGeom>
              <a:avLst/>
              <a:gdLst/>
              <a:ahLst/>
              <a:cxnLst/>
              <a:rect l="l" t="t" r="r" b="b"/>
              <a:pathLst>
                <a:path w="9567" h="13913" extrusionOk="0">
                  <a:moveTo>
                    <a:pt x="4000" y="1"/>
                  </a:moveTo>
                  <a:cubicBezTo>
                    <a:pt x="1484" y="1"/>
                    <a:pt x="0" y="2343"/>
                    <a:pt x="0" y="2343"/>
                  </a:cubicBezTo>
                  <a:lnTo>
                    <a:pt x="96" y="13738"/>
                  </a:lnTo>
                  <a:cubicBezTo>
                    <a:pt x="579" y="13857"/>
                    <a:pt x="1039" y="13912"/>
                    <a:pt x="1478" y="13912"/>
                  </a:cubicBezTo>
                  <a:cubicBezTo>
                    <a:pt x="7835" y="13912"/>
                    <a:pt x="9566" y="2224"/>
                    <a:pt x="6061" y="507"/>
                  </a:cubicBezTo>
                  <a:cubicBezTo>
                    <a:pt x="5315" y="146"/>
                    <a:pt x="4625" y="1"/>
                    <a:pt x="4000" y="1"/>
                  </a:cubicBezTo>
                  <a:close/>
                </a:path>
              </a:pathLst>
            </a:custGeom>
            <a:solidFill>
              <a:srgbClr val="FF9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58" name="Google Shape;358;p36"/>
            <p:cNvGrpSpPr/>
            <p:nvPr/>
          </p:nvGrpSpPr>
          <p:grpSpPr>
            <a:xfrm>
              <a:off x="3977800" y="1109550"/>
              <a:ext cx="129550" cy="123850"/>
              <a:chOff x="3977800" y="1109550"/>
              <a:chExt cx="129550" cy="123850"/>
            </a:xfrm>
          </p:grpSpPr>
          <p:sp>
            <p:nvSpPr>
              <p:cNvPr id="359" name="Google Shape;359;p36"/>
              <p:cNvSpPr/>
              <p:nvPr/>
            </p:nvSpPr>
            <p:spPr>
              <a:xfrm>
                <a:off x="3977800" y="1109550"/>
                <a:ext cx="129550" cy="123850"/>
              </a:xfrm>
              <a:custGeom>
                <a:avLst/>
                <a:gdLst/>
                <a:ahLst/>
                <a:cxnLst/>
                <a:rect l="l" t="t" r="r" b="b"/>
                <a:pathLst>
                  <a:path w="5182" h="4954" extrusionOk="0">
                    <a:moveTo>
                      <a:pt x="4865" y="0"/>
                    </a:moveTo>
                    <a:cubicBezTo>
                      <a:pt x="4836" y="0"/>
                      <a:pt x="4808" y="7"/>
                      <a:pt x="4780" y="20"/>
                    </a:cubicBezTo>
                    <a:cubicBezTo>
                      <a:pt x="1281" y="498"/>
                      <a:pt x="77" y="4322"/>
                      <a:pt x="0" y="4475"/>
                    </a:cubicBezTo>
                    <a:cubicBezTo>
                      <a:pt x="0" y="4647"/>
                      <a:pt x="77" y="4877"/>
                      <a:pt x="249" y="4953"/>
                    </a:cubicBezTo>
                    <a:lnTo>
                      <a:pt x="325" y="4953"/>
                    </a:lnTo>
                    <a:cubicBezTo>
                      <a:pt x="478" y="4953"/>
                      <a:pt x="631" y="4877"/>
                      <a:pt x="727" y="4724"/>
                    </a:cubicBezTo>
                    <a:cubicBezTo>
                      <a:pt x="727" y="4647"/>
                      <a:pt x="1836" y="1129"/>
                      <a:pt x="4857" y="651"/>
                    </a:cubicBezTo>
                    <a:cubicBezTo>
                      <a:pt x="5029" y="651"/>
                      <a:pt x="5182" y="498"/>
                      <a:pt x="5182" y="269"/>
                    </a:cubicBezTo>
                    <a:cubicBezTo>
                      <a:pt x="5119" y="128"/>
                      <a:pt x="4992" y="0"/>
                      <a:pt x="48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" name="Google Shape;360;p36"/>
              <p:cNvSpPr/>
              <p:nvPr/>
            </p:nvSpPr>
            <p:spPr>
              <a:xfrm>
                <a:off x="4019850" y="1146850"/>
                <a:ext cx="57400" cy="56900"/>
              </a:xfrm>
              <a:custGeom>
                <a:avLst/>
                <a:gdLst/>
                <a:ahLst/>
                <a:cxnLst/>
                <a:rect l="l" t="t" r="r" b="b"/>
                <a:pathLst>
                  <a:path w="2296" h="2276" extrusionOk="0">
                    <a:moveTo>
                      <a:pt x="421" y="1"/>
                    </a:moveTo>
                    <a:cubicBezTo>
                      <a:pt x="331" y="1"/>
                      <a:pt x="230" y="39"/>
                      <a:pt x="154" y="115"/>
                    </a:cubicBezTo>
                    <a:cubicBezTo>
                      <a:pt x="1" y="287"/>
                      <a:pt x="1" y="517"/>
                      <a:pt x="154" y="689"/>
                    </a:cubicBezTo>
                    <a:cubicBezTo>
                      <a:pt x="957" y="1396"/>
                      <a:pt x="1664" y="2199"/>
                      <a:pt x="1664" y="2199"/>
                    </a:cubicBezTo>
                    <a:cubicBezTo>
                      <a:pt x="1741" y="2276"/>
                      <a:pt x="1817" y="2276"/>
                      <a:pt x="1913" y="2276"/>
                    </a:cubicBezTo>
                    <a:cubicBezTo>
                      <a:pt x="1989" y="2276"/>
                      <a:pt x="2066" y="2276"/>
                      <a:pt x="2142" y="2199"/>
                    </a:cubicBezTo>
                    <a:cubicBezTo>
                      <a:pt x="2295" y="2027"/>
                      <a:pt x="2295" y="1874"/>
                      <a:pt x="2219" y="1721"/>
                    </a:cubicBezTo>
                    <a:cubicBezTo>
                      <a:pt x="2142" y="1645"/>
                      <a:pt x="1511" y="918"/>
                      <a:pt x="632" y="115"/>
                    </a:cubicBezTo>
                    <a:cubicBezTo>
                      <a:pt x="593" y="39"/>
                      <a:pt x="512" y="1"/>
                      <a:pt x="4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361" name="Google Shape;361;p36"/>
            <p:cNvSpPr/>
            <p:nvPr/>
          </p:nvSpPr>
          <p:spPr>
            <a:xfrm>
              <a:off x="3635075" y="1082325"/>
              <a:ext cx="42100" cy="71725"/>
            </a:xfrm>
            <a:custGeom>
              <a:avLst/>
              <a:gdLst/>
              <a:ahLst/>
              <a:cxnLst/>
              <a:rect l="l" t="t" r="r" b="b"/>
              <a:pathLst>
                <a:path w="1684" h="2869" extrusionOk="0">
                  <a:moveTo>
                    <a:pt x="804" y="0"/>
                  </a:moveTo>
                  <a:cubicBezTo>
                    <a:pt x="402" y="0"/>
                    <a:pt x="1" y="631"/>
                    <a:pt x="1" y="1434"/>
                  </a:cubicBezTo>
                  <a:cubicBezTo>
                    <a:pt x="1" y="2218"/>
                    <a:pt x="326" y="2868"/>
                    <a:pt x="804" y="2868"/>
                  </a:cubicBezTo>
                  <a:cubicBezTo>
                    <a:pt x="1282" y="2868"/>
                    <a:pt x="1607" y="2218"/>
                    <a:pt x="1683" y="1434"/>
                  </a:cubicBezTo>
                  <a:cubicBezTo>
                    <a:pt x="1683" y="631"/>
                    <a:pt x="1282" y="0"/>
                    <a:pt x="8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3402300" y="1082325"/>
              <a:ext cx="41600" cy="73625"/>
            </a:xfrm>
            <a:custGeom>
              <a:avLst/>
              <a:gdLst/>
              <a:ahLst/>
              <a:cxnLst/>
              <a:rect l="l" t="t" r="r" b="b"/>
              <a:pathLst>
                <a:path w="1664" h="2945" extrusionOk="0">
                  <a:moveTo>
                    <a:pt x="880" y="0"/>
                  </a:moveTo>
                  <a:cubicBezTo>
                    <a:pt x="402" y="0"/>
                    <a:pt x="0" y="631"/>
                    <a:pt x="0" y="1434"/>
                  </a:cubicBezTo>
                  <a:cubicBezTo>
                    <a:pt x="0" y="2218"/>
                    <a:pt x="325" y="2945"/>
                    <a:pt x="803" y="2945"/>
                  </a:cubicBezTo>
                  <a:cubicBezTo>
                    <a:pt x="1281" y="2945"/>
                    <a:pt x="1664" y="2314"/>
                    <a:pt x="1664" y="1511"/>
                  </a:cubicBezTo>
                  <a:cubicBezTo>
                    <a:pt x="1664" y="708"/>
                    <a:pt x="1281" y="0"/>
                    <a:pt x="8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3453925" y="1777250"/>
              <a:ext cx="563575" cy="219025"/>
            </a:xfrm>
            <a:custGeom>
              <a:avLst/>
              <a:gdLst/>
              <a:ahLst/>
              <a:cxnLst/>
              <a:rect l="l" t="t" r="r" b="b"/>
              <a:pathLst>
                <a:path w="22543" h="8761" extrusionOk="0">
                  <a:moveTo>
                    <a:pt x="22035" y="0"/>
                  </a:moveTo>
                  <a:cubicBezTo>
                    <a:pt x="21864" y="0"/>
                    <a:pt x="21697" y="85"/>
                    <a:pt x="21586" y="233"/>
                  </a:cubicBezTo>
                  <a:cubicBezTo>
                    <a:pt x="21511" y="326"/>
                    <a:pt x="16244" y="7814"/>
                    <a:pt x="9739" y="7814"/>
                  </a:cubicBezTo>
                  <a:cubicBezTo>
                    <a:pt x="9603" y="7814"/>
                    <a:pt x="9467" y="7811"/>
                    <a:pt x="9331" y="7804"/>
                  </a:cubicBezTo>
                  <a:cubicBezTo>
                    <a:pt x="2715" y="7498"/>
                    <a:pt x="1128" y="2240"/>
                    <a:pt x="1033" y="1992"/>
                  </a:cubicBezTo>
                  <a:cubicBezTo>
                    <a:pt x="969" y="1800"/>
                    <a:pt x="798" y="1648"/>
                    <a:pt x="599" y="1648"/>
                  </a:cubicBezTo>
                  <a:cubicBezTo>
                    <a:pt x="559" y="1648"/>
                    <a:pt x="519" y="1654"/>
                    <a:pt x="478" y="1667"/>
                  </a:cubicBezTo>
                  <a:cubicBezTo>
                    <a:pt x="172" y="1762"/>
                    <a:pt x="0" y="1992"/>
                    <a:pt x="77" y="2240"/>
                  </a:cubicBezTo>
                  <a:cubicBezTo>
                    <a:pt x="172" y="2317"/>
                    <a:pt x="1912" y="8454"/>
                    <a:pt x="9254" y="8760"/>
                  </a:cubicBezTo>
                  <a:lnTo>
                    <a:pt x="9732" y="8760"/>
                  </a:lnTo>
                  <a:cubicBezTo>
                    <a:pt x="16730" y="8760"/>
                    <a:pt x="22160" y="1112"/>
                    <a:pt x="22389" y="806"/>
                  </a:cubicBezTo>
                  <a:cubicBezTo>
                    <a:pt x="22542" y="558"/>
                    <a:pt x="22466" y="233"/>
                    <a:pt x="22313" y="80"/>
                  </a:cubicBezTo>
                  <a:cubicBezTo>
                    <a:pt x="22225" y="26"/>
                    <a:pt x="22129" y="0"/>
                    <a:pt x="22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3011775" y="3812225"/>
              <a:ext cx="1380450" cy="464525"/>
            </a:xfrm>
            <a:custGeom>
              <a:avLst/>
              <a:gdLst/>
              <a:ahLst/>
              <a:cxnLst/>
              <a:rect l="l" t="t" r="r" b="b"/>
              <a:pathLst>
                <a:path w="55218" h="18581" extrusionOk="0">
                  <a:moveTo>
                    <a:pt x="54654" y="1"/>
                  </a:moveTo>
                  <a:cubicBezTo>
                    <a:pt x="54534" y="1"/>
                    <a:pt x="54415" y="63"/>
                    <a:pt x="54338" y="187"/>
                  </a:cubicBezTo>
                  <a:cubicBezTo>
                    <a:pt x="54262" y="187"/>
                    <a:pt x="46690" y="7032"/>
                    <a:pt x="36328" y="12137"/>
                  </a:cubicBezTo>
                  <a:cubicBezTo>
                    <a:pt x="30505" y="14966"/>
                    <a:pt x="23031" y="17594"/>
                    <a:pt x="15310" y="17594"/>
                  </a:cubicBezTo>
                  <a:cubicBezTo>
                    <a:pt x="10456" y="17594"/>
                    <a:pt x="5505" y="16556"/>
                    <a:pt x="804" y="13877"/>
                  </a:cubicBezTo>
                  <a:cubicBezTo>
                    <a:pt x="743" y="13858"/>
                    <a:pt x="678" y="13848"/>
                    <a:pt x="613" y="13848"/>
                  </a:cubicBezTo>
                  <a:cubicBezTo>
                    <a:pt x="413" y="13848"/>
                    <a:pt x="207" y="13938"/>
                    <a:pt x="77" y="14125"/>
                  </a:cubicBezTo>
                  <a:cubicBezTo>
                    <a:pt x="1" y="14355"/>
                    <a:pt x="77" y="14603"/>
                    <a:pt x="326" y="14756"/>
                  </a:cubicBezTo>
                  <a:cubicBezTo>
                    <a:pt x="4781" y="17299"/>
                    <a:pt x="9886" y="18580"/>
                    <a:pt x="15296" y="18580"/>
                  </a:cubicBezTo>
                  <a:cubicBezTo>
                    <a:pt x="21912" y="18580"/>
                    <a:pt x="29158" y="16745"/>
                    <a:pt x="36806" y="12997"/>
                  </a:cubicBezTo>
                  <a:cubicBezTo>
                    <a:pt x="47245" y="7835"/>
                    <a:pt x="54893" y="971"/>
                    <a:pt x="54969" y="895"/>
                  </a:cubicBezTo>
                  <a:cubicBezTo>
                    <a:pt x="55218" y="665"/>
                    <a:pt x="55218" y="417"/>
                    <a:pt x="54969" y="187"/>
                  </a:cubicBezTo>
                  <a:cubicBezTo>
                    <a:pt x="54893" y="63"/>
                    <a:pt x="54773" y="1"/>
                    <a:pt x="546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3346375" y="3754825"/>
              <a:ext cx="494250" cy="382350"/>
            </a:xfrm>
            <a:custGeom>
              <a:avLst/>
              <a:gdLst/>
              <a:ahLst/>
              <a:cxnLst/>
              <a:rect l="l" t="t" r="r" b="b"/>
              <a:pathLst>
                <a:path w="19770" h="15294" extrusionOk="0">
                  <a:moveTo>
                    <a:pt x="19182" y="1"/>
                  </a:moveTo>
                  <a:cubicBezTo>
                    <a:pt x="19038" y="1"/>
                    <a:pt x="18911" y="89"/>
                    <a:pt x="18814" y="246"/>
                  </a:cubicBezTo>
                  <a:cubicBezTo>
                    <a:pt x="18718" y="399"/>
                    <a:pt x="10287" y="14184"/>
                    <a:pt x="478" y="14337"/>
                  </a:cubicBezTo>
                  <a:cubicBezTo>
                    <a:pt x="172" y="14337"/>
                    <a:pt x="0" y="14586"/>
                    <a:pt x="0" y="14815"/>
                  </a:cubicBezTo>
                  <a:cubicBezTo>
                    <a:pt x="0" y="15064"/>
                    <a:pt x="172" y="15293"/>
                    <a:pt x="478" y="15293"/>
                  </a:cubicBezTo>
                  <a:cubicBezTo>
                    <a:pt x="10841" y="15140"/>
                    <a:pt x="19292" y="1355"/>
                    <a:pt x="19598" y="724"/>
                  </a:cubicBezTo>
                  <a:cubicBezTo>
                    <a:pt x="19770" y="571"/>
                    <a:pt x="19674" y="246"/>
                    <a:pt x="19445" y="93"/>
                  </a:cubicBezTo>
                  <a:cubicBezTo>
                    <a:pt x="19354" y="30"/>
                    <a:pt x="19265" y="1"/>
                    <a:pt x="191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2994100" y="2566000"/>
              <a:ext cx="191225" cy="884300"/>
            </a:xfrm>
            <a:custGeom>
              <a:avLst/>
              <a:gdLst/>
              <a:ahLst/>
              <a:cxnLst/>
              <a:rect l="l" t="t" r="r" b="b"/>
              <a:pathLst>
                <a:path w="7649" h="35372" extrusionOk="0">
                  <a:moveTo>
                    <a:pt x="1262" y="1"/>
                  </a:moveTo>
                  <a:cubicBezTo>
                    <a:pt x="1262" y="230"/>
                    <a:pt x="1358" y="478"/>
                    <a:pt x="1358" y="804"/>
                  </a:cubicBezTo>
                  <a:cubicBezTo>
                    <a:pt x="2314" y="1282"/>
                    <a:pt x="3174" y="1989"/>
                    <a:pt x="3824" y="2945"/>
                  </a:cubicBezTo>
                  <a:cubicBezTo>
                    <a:pt x="4933" y="4455"/>
                    <a:pt x="5182" y="6444"/>
                    <a:pt x="4608" y="8834"/>
                  </a:cubicBezTo>
                  <a:cubicBezTo>
                    <a:pt x="2543" y="17132"/>
                    <a:pt x="2868" y="17839"/>
                    <a:pt x="5258" y="23575"/>
                  </a:cubicBezTo>
                  <a:cubicBezTo>
                    <a:pt x="5411" y="24053"/>
                    <a:pt x="5660" y="24607"/>
                    <a:pt x="5889" y="25181"/>
                  </a:cubicBezTo>
                  <a:cubicBezTo>
                    <a:pt x="7247" y="28603"/>
                    <a:pt x="4933" y="31223"/>
                    <a:pt x="3499" y="32504"/>
                  </a:cubicBezTo>
                  <a:cubicBezTo>
                    <a:pt x="2467" y="33383"/>
                    <a:pt x="1262" y="34091"/>
                    <a:pt x="77" y="34569"/>
                  </a:cubicBezTo>
                  <a:lnTo>
                    <a:pt x="77" y="34645"/>
                  </a:lnTo>
                  <a:cubicBezTo>
                    <a:pt x="77" y="34894"/>
                    <a:pt x="0" y="35123"/>
                    <a:pt x="0" y="35372"/>
                  </a:cubicBezTo>
                  <a:cubicBezTo>
                    <a:pt x="1358" y="34817"/>
                    <a:pt x="2792" y="34014"/>
                    <a:pt x="3901" y="32982"/>
                  </a:cubicBezTo>
                  <a:cubicBezTo>
                    <a:pt x="6692" y="30592"/>
                    <a:pt x="7648" y="27724"/>
                    <a:pt x="6444" y="24932"/>
                  </a:cubicBezTo>
                  <a:cubicBezTo>
                    <a:pt x="6291" y="24378"/>
                    <a:pt x="6042" y="23823"/>
                    <a:pt x="5813" y="23345"/>
                  </a:cubicBezTo>
                  <a:cubicBezTo>
                    <a:pt x="3499" y="17686"/>
                    <a:pt x="3270" y="17055"/>
                    <a:pt x="5258" y="9006"/>
                  </a:cubicBezTo>
                  <a:cubicBezTo>
                    <a:pt x="5889" y="6444"/>
                    <a:pt x="5564" y="4302"/>
                    <a:pt x="4379" y="2543"/>
                  </a:cubicBezTo>
                  <a:cubicBezTo>
                    <a:pt x="3576" y="1358"/>
                    <a:pt x="2390" y="555"/>
                    <a:pt x="1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4292300" y="2877050"/>
              <a:ext cx="358525" cy="798375"/>
            </a:xfrm>
            <a:custGeom>
              <a:avLst/>
              <a:gdLst/>
              <a:ahLst/>
              <a:cxnLst/>
              <a:rect l="l" t="t" r="r" b="b"/>
              <a:pathLst>
                <a:path w="14341" h="31935" extrusionOk="0">
                  <a:moveTo>
                    <a:pt x="12326" y="1"/>
                  </a:moveTo>
                  <a:cubicBezTo>
                    <a:pt x="11821" y="1"/>
                    <a:pt x="11302" y="43"/>
                    <a:pt x="10765" y="139"/>
                  </a:cubicBezTo>
                  <a:cubicBezTo>
                    <a:pt x="8528" y="464"/>
                    <a:pt x="6616" y="1822"/>
                    <a:pt x="5106" y="4040"/>
                  </a:cubicBezTo>
                  <a:cubicBezTo>
                    <a:pt x="2486" y="7787"/>
                    <a:pt x="3672" y="10578"/>
                    <a:pt x="4628" y="12739"/>
                  </a:cubicBezTo>
                  <a:cubicBezTo>
                    <a:pt x="5584" y="14957"/>
                    <a:pt x="6387" y="16716"/>
                    <a:pt x="3194" y="19106"/>
                  </a:cubicBezTo>
                  <a:cubicBezTo>
                    <a:pt x="1" y="21496"/>
                    <a:pt x="96" y="25473"/>
                    <a:pt x="1760" y="28111"/>
                  </a:cubicBezTo>
                  <a:cubicBezTo>
                    <a:pt x="3194" y="30329"/>
                    <a:pt x="5832" y="31935"/>
                    <a:pt x="9255" y="31935"/>
                  </a:cubicBezTo>
                  <a:cubicBezTo>
                    <a:pt x="10689" y="31935"/>
                    <a:pt x="12199" y="31686"/>
                    <a:pt x="13862" y="31055"/>
                  </a:cubicBezTo>
                  <a:cubicBezTo>
                    <a:pt x="13862" y="30807"/>
                    <a:pt x="13862" y="30577"/>
                    <a:pt x="13958" y="30329"/>
                  </a:cubicBezTo>
                  <a:lnTo>
                    <a:pt x="13958" y="30329"/>
                  </a:lnTo>
                  <a:cubicBezTo>
                    <a:pt x="12261" y="30971"/>
                    <a:pt x="10685" y="31256"/>
                    <a:pt x="9262" y="31256"/>
                  </a:cubicBezTo>
                  <a:cubicBezTo>
                    <a:pt x="6067" y="31256"/>
                    <a:pt x="3637" y="29823"/>
                    <a:pt x="2314" y="27786"/>
                  </a:cubicBezTo>
                  <a:cubicBezTo>
                    <a:pt x="479" y="24918"/>
                    <a:pt x="1052" y="21572"/>
                    <a:pt x="3595" y="19584"/>
                  </a:cubicBezTo>
                  <a:cubicBezTo>
                    <a:pt x="7171" y="16945"/>
                    <a:pt x="6215" y="14804"/>
                    <a:pt x="5259" y="12490"/>
                  </a:cubicBezTo>
                  <a:cubicBezTo>
                    <a:pt x="4226" y="10253"/>
                    <a:pt x="3270" y="7863"/>
                    <a:pt x="5660" y="4365"/>
                  </a:cubicBezTo>
                  <a:cubicBezTo>
                    <a:pt x="7094" y="2376"/>
                    <a:pt x="8853" y="1095"/>
                    <a:pt x="10842" y="789"/>
                  </a:cubicBezTo>
                  <a:cubicBezTo>
                    <a:pt x="11356" y="689"/>
                    <a:pt x="11854" y="642"/>
                    <a:pt x="12334" y="642"/>
                  </a:cubicBezTo>
                  <a:cubicBezTo>
                    <a:pt x="13049" y="642"/>
                    <a:pt x="13722" y="748"/>
                    <a:pt x="14340" y="942"/>
                  </a:cubicBezTo>
                  <a:lnTo>
                    <a:pt x="14340" y="216"/>
                  </a:lnTo>
                  <a:cubicBezTo>
                    <a:pt x="13696" y="82"/>
                    <a:pt x="13026" y="1"/>
                    <a:pt x="12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3527525" y="2592225"/>
              <a:ext cx="653425" cy="1027775"/>
            </a:xfrm>
            <a:custGeom>
              <a:avLst/>
              <a:gdLst/>
              <a:ahLst/>
              <a:cxnLst/>
              <a:rect l="l" t="t" r="r" b="b"/>
              <a:pathLst>
                <a:path w="26137" h="41111" extrusionOk="0">
                  <a:moveTo>
                    <a:pt x="16803" y="705"/>
                  </a:moveTo>
                  <a:cubicBezTo>
                    <a:pt x="17424" y="705"/>
                    <a:pt x="18055" y="832"/>
                    <a:pt x="18642" y="1093"/>
                  </a:cubicBezTo>
                  <a:cubicBezTo>
                    <a:pt x="20554" y="1896"/>
                    <a:pt x="21682" y="3731"/>
                    <a:pt x="21357" y="5796"/>
                  </a:cubicBezTo>
                  <a:cubicBezTo>
                    <a:pt x="21128" y="8110"/>
                    <a:pt x="21281" y="10748"/>
                    <a:pt x="21835" y="13693"/>
                  </a:cubicBezTo>
                  <a:cubicBezTo>
                    <a:pt x="22313" y="16006"/>
                    <a:pt x="23040" y="18549"/>
                    <a:pt x="24072" y="21168"/>
                  </a:cubicBezTo>
                  <a:cubicBezTo>
                    <a:pt x="25506" y="24992"/>
                    <a:pt x="25105" y="28663"/>
                    <a:pt x="23040" y="32009"/>
                  </a:cubicBezTo>
                  <a:cubicBezTo>
                    <a:pt x="19923" y="36866"/>
                    <a:pt x="13384" y="40135"/>
                    <a:pt x="8853" y="40460"/>
                  </a:cubicBezTo>
                  <a:cubicBezTo>
                    <a:pt x="8683" y="40472"/>
                    <a:pt x="8514" y="40479"/>
                    <a:pt x="8346" y="40479"/>
                  </a:cubicBezTo>
                  <a:cubicBezTo>
                    <a:pt x="5422" y="40479"/>
                    <a:pt x="2740" y="38621"/>
                    <a:pt x="1836" y="35910"/>
                  </a:cubicBezTo>
                  <a:cubicBezTo>
                    <a:pt x="727" y="32564"/>
                    <a:pt x="2639" y="28988"/>
                    <a:pt x="6941" y="26197"/>
                  </a:cubicBezTo>
                  <a:cubicBezTo>
                    <a:pt x="12428" y="22774"/>
                    <a:pt x="11644" y="19027"/>
                    <a:pt x="10918" y="14955"/>
                  </a:cubicBezTo>
                  <a:cubicBezTo>
                    <a:pt x="10134" y="11131"/>
                    <a:pt x="9407" y="7230"/>
                    <a:pt x="13155" y="2622"/>
                  </a:cubicBezTo>
                  <a:cubicBezTo>
                    <a:pt x="13231" y="2527"/>
                    <a:pt x="13231" y="2450"/>
                    <a:pt x="13308" y="2374"/>
                  </a:cubicBezTo>
                  <a:cubicBezTo>
                    <a:pt x="14034" y="1494"/>
                    <a:pt x="14990" y="940"/>
                    <a:pt x="15946" y="787"/>
                  </a:cubicBezTo>
                  <a:cubicBezTo>
                    <a:pt x="16226" y="732"/>
                    <a:pt x="16513" y="705"/>
                    <a:pt x="16803" y="705"/>
                  </a:cubicBezTo>
                  <a:close/>
                  <a:moveTo>
                    <a:pt x="16777" y="1"/>
                  </a:moveTo>
                  <a:cubicBezTo>
                    <a:pt x="15272" y="1"/>
                    <a:pt x="13850" y="656"/>
                    <a:pt x="12830" y="1896"/>
                  </a:cubicBezTo>
                  <a:cubicBezTo>
                    <a:pt x="12753" y="2049"/>
                    <a:pt x="12677" y="2144"/>
                    <a:pt x="12600" y="2221"/>
                  </a:cubicBezTo>
                  <a:cubicBezTo>
                    <a:pt x="8700" y="7077"/>
                    <a:pt x="9484" y="11379"/>
                    <a:pt x="10210" y="15127"/>
                  </a:cubicBezTo>
                  <a:cubicBezTo>
                    <a:pt x="10994" y="19027"/>
                    <a:pt x="11721" y="22449"/>
                    <a:pt x="6616" y="25642"/>
                  </a:cubicBezTo>
                  <a:cubicBezTo>
                    <a:pt x="2008" y="28587"/>
                    <a:pt x="1" y="32487"/>
                    <a:pt x="1205" y="36158"/>
                  </a:cubicBezTo>
                  <a:cubicBezTo>
                    <a:pt x="2182" y="39088"/>
                    <a:pt x="5160" y="41111"/>
                    <a:pt x="8376" y="41111"/>
                  </a:cubicBezTo>
                  <a:cubicBezTo>
                    <a:pt x="8560" y="41111"/>
                    <a:pt x="8744" y="41104"/>
                    <a:pt x="8929" y="41091"/>
                  </a:cubicBezTo>
                  <a:cubicBezTo>
                    <a:pt x="9407" y="41091"/>
                    <a:pt x="9962" y="41014"/>
                    <a:pt x="10516" y="40862"/>
                  </a:cubicBezTo>
                  <a:cubicBezTo>
                    <a:pt x="15067" y="39982"/>
                    <a:pt x="20726" y="36789"/>
                    <a:pt x="23594" y="32334"/>
                  </a:cubicBezTo>
                  <a:cubicBezTo>
                    <a:pt x="25735" y="28912"/>
                    <a:pt x="26137" y="24916"/>
                    <a:pt x="24627" y="21015"/>
                  </a:cubicBezTo>
                  <a:cubicBezTo>
                    <a:pt x="22466" y="15127"/>
                    <a:pt x="21510" y="9869"/>
                    <a:pt x="22084" y="5873"/>
                  </a:cubicBezTo>
                  <a:cubicBezTo>
                    <a:pt x="22313" y="3578"/>
                    <a:pt x="21128" y="1418"/>
                    <a:pt x="18967" y="462"/>
                  </a:cubicBezTo>
                  <a:cubicBezTo>
                    <a:pt x="18241" y="152"/>
                    <a:pt x="17500" y="1"/>
                    <a:pt x="16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3013700" y="1850925"/>
              <a:ext cx="424475" cy="651525"/>
            </a:xfrm>
            <a:custGeom>
              <a:avLst/>
              <a:gdLst/>
              <a:ahLst/>
              <a:cxnLst/>
              <a:rect l="l" t="t" r="r" b="b"/>
              <a:pathLst>
                <a:path w="16979" h="26061" extrusionOk="0">
                  <a:moveTo>
                    <a:pt x="10134" y="1"/>
                  </a:moveTo>
                  <a:cubicBezTo>
                    <a:pt x="9885" y="77"/>
                    <a:pt x="9656" y="154"/>
                    <a:pt x="9407" y="249"/>
                  </a:cubicBezTo>
                  <a:cubicBezTo>
                    <a:pt x="9484" y="249"/>
                    <a:pt x="9484" y="326"/>
                    <a:pt x="9560" y="402"/>
                  </a:cubicBezTo>
                  <a:cubicBezTo>
                    <a:pt x="10516" y="1435"/>
                    <a:pt x="10917" y="2869"/>
                    <a:pt x="10765" y="4551"/>
                  </a:cubicBezTo>
                  <a:cubicBezTo>
                    <a:pt x="9962" y="11721"/>
                    <a:pt x="11243" y="15143"/>
                    <a:pt x="15621" y="17839"/>
                  </a:cubicBezTo>
                  <a:cubicBezTo>
                    <a:pt x="16099" y="18164"/>
                    <a:pt x="16252" y="18642"/>
                    <a:pt x="16175" y="19197"/>
                  </a:cubicBezTo>
                  <a:cubicBezTo>
                    <a:pt x="15774" y="21357"/>
                    <a:pt x="12275" y="24302"/>
                    <a:pt x="8126" y="25181"/>
                  </a:cubicBezTo>
                  <a:cubicBezTo>
                    <a:pt x="7524" y="25307"/>
                    <a:pt x="6798" y="25402"/>
                    <a:pt x="5990" y="25402"/>
                  </a:cubicBezTo>
                  <a:cubicBezTo>
                    <a:pt x="4230" y="25402"/>
                    <a:pt x="2084" y="24955"/>
                    <a:pt x="0" y="23422"/>
                  </a:cubicBezTo>
                  <a:lnTo>
                    <a:pt x="0" y="23422"/>
                  </a:lnTo>
                  <a:cubicBezTo>
                    <a:pt x="0" y="23671"/>
                    <a:pt x="96" y="23977"/>
                    <a:pt x="96" y="24302"/>
                  </a:cubicBezTo>
                  <a:cubicBezTo>
                    <a:pt x="2161" y="25659"/>
                    <a:pt x="4226" y="26061"/>
                    <a:pt x="5985" y="26061"/>
                  </a:cubicBezTo>
                  <a:cubicBezTo>
                    <a:pt x="6864" y="26061"/>
                    <a:pt x="7648" y="25965"/>
                    <a:pt x="8298" y="25812"/>
                  </a:cubicBezTo>
                  <a:cubicBezTo>
                    <a:pt x="12753" y="24933"/>
                    <a:pt x="16424" y="21663"/>
                    <a:pt x="16825" y="19369"/>
                  </a:cubicBezTo>
                  <a:cubicBezTo>
                    <a:pt x="16978" y="18489"/>
                    <a:pt x="16653" y="17763"/>
                    <a:pt x="15946" y="17285"/>
                  </a:cubicBezTo>
                  <a:cubicBezTo>
                    <a:pt x="11873" y="14742"/>
                    <a:pt x="10688" y="11472"/>
                    <a:pt x="11395" y="4628"/>
                  </a:cubicBezTo>
                  <a:cubicBezTo>
                    <a:pt x="11568" y="2792"/>
                    <a:pt x="11166" y="1282"/>
                    <a:pt x="10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3519875" y="2156875"/>
              <a:ext cx="420175" cy="466975"/>
            </a:xfrm>
            <a:custGeom>
              <a:avLst/>
              <a:gdLst/>
              <a:ahLst/>
              <a:cxnLst/>
              <a:rect l="l" t="t" r="r" b="b"/>
              <a:pathLst>
                <a:path w="16807" h="18679" extrusionOk="0">
                  <a:moveTo>
                    <a:pt x="12256" y="668"/>
                  </a:moveTo>
                  <a:cubicBezTo>
                    <a:pt x="14015" y="917"/>
                    <a:pt x="15124" y="1777"/>
                    <a:pt x="15526" y="3307"/>
                  </a:cubicBezTo>
                  <a:cubicBezTo>
                    <a:pt x="16080" y="5219"/>
                    <a:pt x="14895" y="5850"/>
                    <a:pt x="13308" y="6806"/>
                  </a:cubicBezTo>
                  <a:cubicBezTo>
                    <a:pt x="11549" y="7838"/>
                    <a:pt x="9388" y="9119"/>
                    <a:pt x="9637" y="12618"/>
                  </a:cubicBezTo>
                  <a:cubicBezTo>
                    <a:pt x="9790" y="15257"/>
                    <a:pt x="8681" y="17245"/>
                    <a:pt x="6693" y="17876"/>
                  </a:cubicBezTo>
                  <a:cubicBezTo>
                    <a:pt x="6354" y="17971"/>
                    <a:pt x="6006" y="18017"/>
                    <a:pt x="5662" y="18017"/>
                  </a:cubicBezTo>
                  <a:cubicBezTo>
                    <a:pt x="4550" y="18017"/>
                    <a:pt x="3486" y="17538"/>
                    <a:pt x="2945" y="16691"/>
                  </a:cubicBezTo>
                  <a:cubicBezTo>
                    <a:pt x="708" y="12867"/>
                    <a:pt x="3901" y="6404"/>
                    <a:pt x="6444" y="3211"/>
                  </a:cubicBezTo>
                  <a:cubicBezTo>
                    <a:pt x="7725" y="1624"/>
                    <a:pt x="9637" y="668"/>
                    <a:pt x="11625" y="668"/>
                  </a:cubicBezTo>
                  <a:close/>
                  <a:moveTo>
                    <a:pt x="11646" y="1"/>
                  </a:moveTo>
                  <a:cubicBezTo>
                    <a:pt x="9499" y="1"/>
                    <a:pt x="7414" y="1010"/>
                    <a:pt x="5966" y="2733"/>
                  </a:cubicBezTo>
                  <a:cubicBezTo>
                    <a:pt x="3270" y="6079"/>
                    <a:pt x="1" y="12943"/>
                    <a:pt x="2391" y="17073"/>
                  </a:cubicBezTo>
                  <a:cubicBezTo>
                    <a:pt x="3022" y="18125"/>
                    <a:pt x="4226" y="18679"/>
                    <a:pt x="5565" y="18679"/>
                  </a:cubicBezTo>
                  <a:cubicBezTo>
                    <a:pt x="5966" y="18679"/>
                    <a:pt x="6444" y="18602"/>
                    <a:pt x="6922" y="18430"/>
                  </a:cubicBezTo>
                  <a:cubicBezTo>
                    <a:pt x="9159" y="17799"/>
                    <a:pt x="10440" y="15562"/>
                    <a:pt x="10268" y="12618"/>
                  </a:cubicBezTo>
                  <a:cubicBezTo>
                    <a:pt x="10115" y="9521"/>
                    <a:pt x="11950" y="8393"/>
                    <a:pt x="13690" y="7360"/>
                  </a:cubicBezTo>
                  <a:cubicBezTo>
                    <a:pt x="15220" y="6404"/>
                    <a:pt x="16807" y="5448"/>
                    <a:pt x="16176" y="3135"/>
                  </a:cubicBezTo>
                  <a:cubicBezTo>
                    <a:pt x="15774" y="1395"/>
                    <a:pt x="14417" y="267"/>
                    <a:pt x="12352" y="37"/>
                  </a:cubicBezTo>
                  <a:cubicBezTo>
                    <a:pt x="12116" y="13"/>
                    <a:pt x="11881" y="1"/>
                    <a:pt x="11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3223050" y="2754125"/>
              <a:ext cx="358525" cy="510725"/>
            </a:xfrm>
            <a:custGeom>
              <a:avLst/>
              <a:gdLst/>
              <a:ahLst/>
              <a:cxnLst/>
              <a:rect l="l" t="t" r="r" b="b"/>
              <a:pathLst>
                <a:path w="14341" h="20429" extrusionOk="0">
                  <a:moveTo>
                    <a:pt x="9312" y="678"/>
                  </a:moveTo>
                  <a:cubicBezTo>
                    <a:pt x="9560" y="678"/>
                    <a:pt x="9885" y="678"/>
                    <a:pt x="10115" y="754"/>
                  </a:cubicBezTo>
                  <a:cubicBezTo>
                    <a:pt x="12027" y="926"/>
                    <a:pt x="13059" y="1787"/>
                    <a:pt x="13308" y="3221"/>
                  </a:cubicBezTo>
                  <a:cubicBezTo>
                    <a:pt x="13614" y="5305"/>
                    <a:pt x="11950" y="6414"/>
                    <a:pt x="10191" y="7618"/>
                  </a:cubicBezTo>
                  <a:cubicBezTo>
                    <a:pt x="8050" y="9129"/>
                    <a:pt x="5583" y="10868"/>
                    <a:pt x="7094" y="14539"/>
                  </a:cubicBezTo>
                  <a:cubicBezTo>
                    <a:pt x="8126" y="16929"/>
                    <a:pt x="8126" y="18765"/>
                    <a:pt x="7094" y="19472"/>
                  </a:cubicBezTo>
                  <a:cubicBezTo>
                    <a:pt x="6783" y="19693"/>
                    <a:pt x="6396" y="19800"/>
                    <a:pt x="5956" y="19800"/>
                  </a:cubicBezTo>
                  <a:cubicBezTo>
                    <a:pt x="4798" y="19800"/>
                    <a:pt x="3277" y="19062"/>
                    <a:pt x="1836" y="17732"/>
                  </a:cubicBezTo>
                  <a:cubicBezTo>
                    <a:pt x="77" y="16126"/>
                    <a:pt x="230" y="11824"/>
                    <a:pt x="2467" y="5611"/>
                  </a:cubicBezTo>
                  <a:cubicBezTo>
                    <a:pt x="2945" y="4100"/>
                    <a:pt x="3901" y="2915"/>
                    <a:pt x="5182" y="2035"/>
                  </a:cubicBezTo>
                  <a:cubicBezTo>
                    <a:pt x="6367" y="1156"/>
                    <a:pt x="7801" y="678"/>
                    <a:pt x="9312" y="678"/>
                  </a:cubicBezTo>
                  <a:close/>
                  <a:moveTo>
                    <a:pt x="9360" y="0"/>
                  </a:moveTo>
                  <a:cubicBezTo>
                    <a:pt x="6083" y="0"/>
                    <a:pt x="3000" y="2154"/>
                    <a:pt x="1836" y="5381"/>
                  </a:cubicBezTo>
                  <a:cubicBezTo>
                    <a:pt x="880" y="8096"/>
                    <a:pt x="1" y="11346"/>
                    <a:pt x="1" y="13985"/>
                  </a:cubicBezTo>
                  <a:cubicBezTo>
                    <a:pt x="1" y="15744"/>
                    <a:pt x="402" y="17331"/>
                    <a:pt x="1435" y="18210"/>
                  </a:cubicBezTo>
                  <a:cubicBezTo>
                    <a:pt x="2945" y="19644"/>
                    <a:pt x="4627" y="20428"/>
                    <a:pt x="5966" y="20428"/>
                  </a:cubicBezTo>
                  <a:cubicBezTo>
                    <a:pt x="6539" y="20428"/>
                    <a:pt x="7094" y="20275"/>
                    <a:pt x="7495" y="19950"/>
                  </a:cubicBezTo>
                  <a:cubicBezTo>
                    <a:pt x="8757" y="19090"/>
                    <a:pt x="8834" y="17006"/>
                    <a:pt x="7725" y="14214"/>
                  </a:cubicBezTo>
                  <a:cubicBezTo>
                    <a:pt x="6367" y="11117"/>
                    <a:pt x="8451" y="9683"/>
                    <a:pt x="10593" y="8173"/>
                  </a:cubicBezTo>
                  <a:cubicBezTo>
                    <a:pt x="12428" y="6892"/>
                    <a:pt x="14340" y="5611"/>
                    <a:pt x="13939" y="3144"/>
                  </a:cubicBezTo>
                  <a:cubicBezTo>
                    <a:pt x="13709" y="1404"/>
                    <a:pt x="12352" y="353"/>
                    <a:pt x="10191" y="47"/>
                  </a:cubicBezTo>
                  <a:cubicBezTo>
                    <a:pt x="9914" y="16"/>
                    <a:pt x="9636" y="0"/>
                    <a:pt x="9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2938175" y="3411650"/>
              <a:ext cx="565475" cy="629925"/>
            </a:xfrm>
            <a:custGeom>
              <a:avLst/>
              <a:gdLst/>
              <a:ahLst/>
              <a:cxnLst/>
              <a:rect l="l" t="t" r="r" b="b"/>
              <a:pathLst>
                <a:path w="22619" h="25197" extrusionOk="0">
                  <a:moveTo>
                    <a:pt x="16643" y="1"/>
                  </a:moveTo>
                  <a:cubicBezTo>
                    <a:pt x="14001" y="1"/>
                    <a:pt x="11016" y="1356"/>
                    <a:pt x="8604" y="3783"/>
                  </a:cubicBezTo>
                  <a:cubicBezTo>
                    <a:pt x="6061" y="6326"/>
                    <a:pt x="3346" y="7033"/>
                    <a:pt x="1358" y="7205"/>
                  </a:cubicBezTo>
                  <a:cubicBezTo>
                    <a:pt x="1358" y="7434"/>
                    <a:pt x="1281" y="7683"/>
                    <a:pt x="1281" y="7912"/>
                  </a:cubicBezTo>
                  <a:cubicBezTo>
                    <a:pt x="3423" y="7759"/>
                    <a:pt x="6367" y="6956"/>
                    <a:pt x="9082" y="4165"/>
                  </a:cubicBezTo>
                  <a:cubicBezTo>
                    <a:pt x="11396" y="1947"/>
                    <a:pt x="14187" y="666"/>
                    <a:pt x="16653" y="666"/>
                  </a:cubicBezTo>
                  <a:cubicBezTo>
                    <a:pt x="17208" y="666"/>
                    <a:pt x="17839" y="743"/>
                    <a:pt x="18412" y="915"/>
                  </a:cubicBezTo>
                  <a:cubicBezTo>
                    <a:pt x="19999" y="1393"/>
                    <a:pt x="21032" y="2502"/>
                    <a:pt x="21433" y="4012"/>
                  </a:cubicBezTo>
                  <a:cubicBezTo>
                    <a:pt x="21835" y="5924"/>
                    <a:pt x="20554" y="7033"/>
                    <a:pt x="19120" y="8237"/>
                  </a:cubicBezTo>
                  <a:cubicBezTo>
                    <a:pt x="18011" y="9193"/>
                    <a:pt x="16883" y="10149"/>
                    <a:pt x="16806" y="11430"/>
                  </a:cubicBezTo>
                  <a:cubicBezTo>
                    <a:pt x="16730" y="12386"/>
                    <a:pt x="17208" y="13342"/>
                    <a:pt x="18164" y="14451"/>
                  </a:cubicBezTo>
                  <a:cubicBezTo>
                    <a:pt x="20152" y="16841"/>
                    <a:pt x="19445" y="19556"/>
                    <a:pt x="18087" y="21373"/>
                  </a:cubicBezTo>
                  <a:cubicBezTo>
                    <a:pt x="16762" y="23168"/>
                    <a:pt x="14528" y="24495"/>
                    <a:pt x="12092" y="24495"/>
                  </a:cubicBezTo>
                  <a:cubicBezTo>
                    <a:pt x="11156" y="24495"/>
                    <a:pt x="10191" y="24299"/>
                    <a:pt x="9235" y="23858"/>
                  </a:cubicBezTo>
                  <a:cubicBezTo>
                    <a:pt x="6539" y="22577"/>
                    <a:pt x="5660" y="20417"/>
                    <a:pt x="4857" y="18505"/>
                  </a:cubicBezTo>
                  <a:cubicBezTo>
                    <a:pt x="4046" y="16530"/>
                    <a:pt x="3381" y="14815"/>
                    <a:pt x="838" y="14815"/>
                  </a:cubicBezTo>
                  <a:cubicBezTo>
                    <a:pt x="624" y="14815"/>
                    <a:pt x="396" y="14828"/>
                    <a:pt x="153" y="14853"/>
                  </a:cubicBezTo>
                  <a:cubicBezTo>
                    <a:pt x="77" y="15082"/>
                    <a:pt x="77" y="15331"/>
                    <a:pt x="0" y="15560"/>
                  </a:cubicBezTo>
                  <a:cubicBezTo>
                    <a:pt x="317" y="15515"/>
                    <a:pt x="605" y="15493"/>
                    <a:pt x="869" y="15493"/>
                  </a:cubicBezTo>
                  <a:cubicBezTo>
                    <a:pt x="2938" y="15493"/>
                    <a:pt x="3522" y="16837"/>
                    <a:pt x="4302" y="18753"/>
                  </a:cubicBezTo>
                  <a:cubicBezTo>
                    <a:pt x="5029" y="20665"/>
                    <a:pt x="5985" y="23055"/>
                    <a:pt x="9006" y="24489"/>
                  </a:cubicBezTo>
                  <a:cubicBezTo>
                    <a:pt x="10038" y="24967"/>
                    <a:pt x="11071" y="25196"/>
                    <a:pt x="12027" y="25196"/>
                  </a:cubicBezTo>
                  <a:cubicBezTo>
                    <a:pt x="14741" y="25196"/>
                    <a:pt x="17208" y="23686"/>
                    <a:pt x="18642" y="21774"/>
                  </a:cubicBezTo>
                  <a:cubicBezTo>
                    <a:pt x="20554" y="19231"/>
                    <a:pt x="20554" y="16210"/>
                    <a:pt x="18642" y="14050"/>
                  </a:cubicBezTo>
                  <a:cubicBezTo>
                    <a:pt x="17762" y="13017"/>
                    <a:pt x="17456" y="12214"/>
                    <a:pt x="17456" y="11507"/>
                  </a:cubicBezTo>
                  <a:cubicBezTo>
                    <a:pt x="17533" y="10474"/>
                    <a:pt x="18489" y="9595"/>
                    <a:pt x="19521" y="8792"/>
                  </a:cubicBezTo>
                  <a:cubicBezTo>
                    <a:pt x="20955" y="7607"/>
                    <a:pt x="22619" y="6173"/>
                    <a:pt x="22064" y="3936"/>
                  </a:cubicBezTo>
                  <a:cubicBezTo>
                    <a:pt x="21663" y="2100"/>
                    <a:pt x="20401" y="819"/>
                    <a:pt x="18565" y="265"/>
                  </a:cubicBezTo>
                  <a:cubicBezTo>
                    <a:pt x="17956" y="87"/>
                    <a:pt x="17311" y="1"/>
                    <a:pt x="16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3904175" y="3526950"/>
              <a:ext cx="591300" cy="269900"/>
            </a:xfrm>
            <a:custGeom>
              <a:avLst/>
              <a:gdLst/>
              <a:ahLst/>
              <a:cxnLst/>
              <a:rect l="l" t="t" r="r" b="b"/>
              <a:pathLst>
                <a:path w="23652" h="10796" extrusionOk="0">
                  <a:moveTo>
                    <a:pt x="19013" y="657"/>
                  </a:moveTo>
                  <a:cubicBezTo>
                    <a:pt x="21134" y="657"/>
                    <a:pt x="22404" y="2304"/>
                    <a:pt x="22619" y="3950"/>
                  </a:cubicBezTo>
                  <a:cubicBezTo>
                    <a:pt x="22944" y="5862"/>
                    <a:pt x="21988" y="8329"/>
                    <a:pt x="19120" y="8960"/>
                  </a:cubicBezTo>
                  <a:cubicBezTo>
                    <a:pt x="18329" y="9134"/>
                    <a:pt x="17616" y="9206"/>
                    <a:pt x="16964" y="9206"/>
                  </a:cubicBezTo>
                  <a:cubicBezTo>
                    <a:pt x="15252" y="9206"/>
                    <a:pt x="13958" y="8709"/>
                    <a:pt x="12753" y="8252"/>
                  </a:cubicBezTo>
                  <a:cubicBezTo>
                    <a:pt x="11798" y="7927"/>
                    <a:pt x="10842" y="7602"/>
                    <a:pt x="9962" y="7602"/>
                  </a:cubicBezTo>
                  <a:cubicBezTo>
                    <a:pt x="9159" y="7602"/>
                    <a:pt x="8452" y="7851"/>
                    <a:pt x="7572" y="8482"/>
                  </a:cubicBezTo>
                  <a:cubicBezTo>
                    <a:pt x="6167" y="9495"/>
                    <a:pt x="4561" y="10069"/>
                    <a:pt x="3234" y="10069"/>
                  </a:cubicBezTo>
                  <a:cubicBezTo>
                    <a:pt x="2683" y="10069"/>
                    <a:pt x="2180" y="9970"/>
                    <a:pt x="1760" y="9763"/>
                  </a:cubicBezTo>
                  <a:cubicBezTo>
                    <a:pt x="1033" y="9438"/>
                    <a:pt x="708" y="8730"/>
                    <a:pt x="708" y="7851"/>
                  </a:cubicBezTo>
                  <a:cubicBezTo>
                    <a:pt x="708" y="7602"/>
                    <a:pt x="1186" y="4734"/>
                    <a:pt x="3022" y="3473"/>
                  </a:cubicBezTo>
                  <a:cubicBezTo>
                    <a:pt x="3637" y="3085"/>
                    <a:pt x="4314" y="2901"/>
                    <a:pt x="5064" y="2901"/>
                  </a:cubicBezTo>
                  <a:cubicBezTo>
                    <a:pt x="5572" y="2901"/>
                    <a:pt x="6114" y="2985"/>
                    <a:pt x="6693" y="3147"/>
                  </a:cubicBezTo>
                  <a:cubicBezTo>
                    <a:pt x="7717" y="3427"/>
                    <a:pt x="8600" y="3543"/>
                    <a:pt x="9385" y="3543"/>
                  </a:cubicBezTo>
                  <a:cubicBezTo>
                    <a:pt x="11280" y="3543"/>
                    <a:pt x="12609" y="2867"/>
                    <a:pt x="14015" y="2191"/>
                  </a:cubicBezTo>
                  <a:cubicBezTo>
                    <a:pt x="15296" y="1561"/>
                    <a:pt x="16654" y="910"/>
                    <a:pt x="18566" y="681"/>
                  </a:cubicBezTo>
                  <a:cubicBezTo>
                    <a:pt x="18719" y="665"/>
                    <a:pt x="18868" y="657"/>
                    <a:pt x="19013" y="657"/>
                  </a:cubicBezTo>
                  <a:close/>
                  <a:moveTo>
                    <a:pt x="19030" y="1"/>
                  </a:moveTo>
                  <a:cubicBezTo>
                    <a:pt x="18855" y="1"/>
                    <a:pt x="18674" y="11"/>
                    <a:pt x="18489" y="31"/>
                  </a:cubicBezTo>
                  <a:cubicBezTo>
                    <a:pt x="16405" y="280"/>
                    <a:pt x="14971" y="987"/>
                    <a:pt x="13709" y="1637"/>
                  </a:cubicBezTo>
                  <a:cubicBezTo>
                    <a:pt x="12356" y="2260"/>
                    <a:pt x="11118" y="2872"/>
                    <a:pt x="9351" y="2872"/>
                  </a:cubicBezTo>
                  <a:cubicBezTo>
                    <a:pt x="8621" y="2872"/>
                    <a:pt x="7801" y="2768"/>
                    <a:pt x="6846" y="2517"/>
                  </a:cubicBezTo>
                  <a:cubicBezTo>
                    <a:pt x="6248" y="2337"/>
                    <a:pt x="5672" y="2246"/>
                    <a:pt x="5127" y="2246"/>
                  </a:cubicBezTo>
                  <a:cubicBezTo>
                    <a:pt x="4225" y="2246"/>
                    <a:pt x="3407" y="2494"/>
                    <a:pt x="2716" y="2995"/>
                  </a:cubicBezTo>
                  <a:cubicBezTo>
                    <a:pt x="479" y="4428"/>
                    <a:pt x="77" y="7602"/>
                    <a:pt x="77" y="7774"/>
                  </a:cubicBezTo>
                  <a:cubicBezTo>
                    <a:pt x="77" y="7774"/>
                    <a:pt x="1" y="7774"/>
                    <a:pt x="1" y="7851"/>
                  </a:cubicBezTo>
                  <a:cubicBezTo>
                    <a:pt x="1" y="8960"/>
                    <a:pt x="555" y="9916"/>
                    <a:pt x="1435" y="10394"/>
                  </a:cubicBezTo>
                  <a:cubicBezTo>
                    <a:pt x="1989" y="10642"/>
                    <a:pt x="2544" y="10795"/>
                    <a:pt x="3194" y="10795"/>
                  </a:cubicBezTo>
                  <a:cubicBezTo>
                    <a:pt x="4704" y="10795"/>
                    <a:pt x="6368" y="10164"/>
                    <a:pt x="7974" y="8960"/>
                  </a:cubicBezTo>
                  <a:cubicBezTo>
                    <a:pt x="8683" y="8430"/>
                    <a:pt x="9312" y="8232"/>
                    <a:pt x="9948" y="8232"/>
                  </a:cubicBezTo>
                  <a:cubicBezTo>
                    <a:pt x="10735" y="8232"/>
                    <a:pt x="11532" y="8534"/>
                    <a:pt x="12505" y="8883"/>
                  </a:cubicBezTo>
                  <a:cubicBezTo>
                    <a:pt x="13721" y="9339"/>
                    <a:pt x="15137" y="9845"/>
                    <a:pt x="16940" y="9845"/>
                  </a:cubicBezTo>
                  <a:cubicBezTo>
                    <a:pt x="17632" y="9845"/>
                    <a:pt x="18381" y="9771"/>
                    <a:pt x="19197" y="9591"/>
                  </a:cubicBezTo>
                  <a:cubicBezTo>
                    <a:pt x="22543" y="8807"/>
                    <a:pt x="23652" y="6092"/>
                    <a:pt x="23269" y="3855"/>
                  </a:cubicBezTo>
                  <a:cubicBezTo>
                    <a:pt x="22966" y="1928"/>
                    <a:pt x="21480" y="1"/>
                    <a:pt x="190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4344400" y="3918500"/>
              <a:ext cx="262925" cy="684700"/>
            </a:xfrm>
            <a:custGeom>
              <a:avLst/>
              <a:gdLst/>
              <a:ahLst/>
              <a:cxnLst/>
              <a:rect l="l" t="t" r="r" b="b"/>
              <a:pathLst>
                <a:path w="10517" h="27388" extrusionOk="0">
                  <a:moveTo>
                    <a:pt x="7940" y="0"/>
                  </a:moveTo>
                  <a:cubicBezTo>
                    <a:pt x="6598" y="0"/>
                    <a:pt x="5163" y="216"/>
                    <a:pt x="3901" y="869"/>
                  </a:cubicBezTo>
                  <a:cubicBezTo>
                    <a:pt x="2467" y="1577"/>
                    <a:pt x="1511" y="2781"/>
                    <a:pt x="1033" y="4444"/>
                  </a:cubicBezTo>
                  <a:cubicBezTo>
                    <a:pt x="1" y="7886"/>
                    <a:pt x="1741" y="9549"/>
                    <a:pt x="3098" y="10907"/>
                  </a:cubicBezTo>
                  <a:cubicBezTo>
                    <a:pt x="4532" y="12341"/>
                    <a:pt x="5488" y="13297"/>
                    <a:pt x="3175" y="15840"/>
                  </a:cubicBezTo>
                  <a:cubicBezTo>
                    <a:pt x="154" y="19033"/>
                    <a:pt x="230" y="23258"/>
                    <a:pt x="2066" y="25572"/>
                  </a:cubicBezTo>
                  <a:cubicBezTo>
                    <a:pt x="2945" y="26681"/>
                    <a:pt x="4131" y="27311"/>
                    <a:pt x="5488" y="27388"/>
                  </a:cubicBezTo>
                  <a:cubicBezTo>
                    <a:pt x="5565" y="27311"/>
                    <a:pt x="5660" y="27235"/>
                    <a:pt x="5813" y="27235"/>
                  </a:cubicBezTo>
                  <a:cubicBezTo>
                    <a:pt x="5813" y="27082"/>
                    <a:pt x="5890" y="26910"/>
                    <a:pt x="5966" y="26757"/>
                  </a:cubicBezTo>
                  <a:cubicBezTo>
                    <a:pt x="4609" y="26757"/>
                    <a:pt x="3423" y="26279"/>
                    <a:pt x="2620" y="25170"/>
                  </a:cubicBezTo>
                  <a:cubicBezTo>
                    <a:pt x="957" y="23086"/>
                    <a:pt x="957" y="19186"/>
                    <a:pt x="3653" y="16241"/>
                  </a:cubicBezTo>
                  <a:cubicBezTo>
                    <a:pt x="6444" y="13297"/>
                    <a:pt x="5010" y="11939"/>
                    <a:pt x="3576" y="10429"/>
                  </a:cubicBezTo>
                  <a:cubicBezTo>
                    <a:pt x="2142" y="9071"/>
                    <a:pt x="785" y="7637"/>
                    <a:pt x="1664" y="4693"/>
                  </a:cubicBezTo>
                  <a:cubicBezTo>
                    <a:pt x="2066" y="3183"/>
                    <a:pt x="2945" y="2055"/>
                    <a:pt x="4226" y="1424"/>
                  </a:cubicBezTo>
                  <a:cubicBezTo>
                    <a:pt x="5335" y="869"/>
                    <a:pt x="6616" y="716"/>
                    <a:pt x="7878" y="716"/>
                  </a:cubicBezTo>
                  <a:cubicBezTo>
                    <a:pt x="8758" y="716"/>
                    <a:pt x="9714" y="793"/>
                    <a:pt x="10440" y="869"/>
                  </a:cubicBezTo>
                  <a:cubicBezTo>
                    <a:pt x="10440" y="716"/>
                    <a:pt x="10517" y="468"/>
                    <a:pt x="10517" y="238"/>
                  </a:cubicBezTo>
                  <a:cubicBezTo>
                    <a:pt x="9763" y="105"/>
                    <a:pt x="8874" y="0"/>
                    <a:pt x="79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2975925" y="4410775"/>
              <a:ext cx="938325" cy="338225"/>
            </a:xfrm>
            <a:custGeom>
              <a:avLst/>
              <a:gdLst/>
              <a:ahLst/>
              <a:cxnLst/>
              <a:rect l="l" t="t" r="r" b="b"/>
              <a:pathLst>
                <a:path w="37533" h="13529" extrusionOk="0">
                  <a:moveTo>
                    <a:pt x="6122" y="0"/>
                  </a:moveTo>
                  <a:cubicBezTo>
                    <a:pt x="4932" y="0"/>
                    <a:pt x="3880" y="279"/>
                    <a:pt x="2945" y="852"/>
                  </a:cubicBezTo>
                  <a:cubicBezTo>
                    <a:pt x="1033" y="2057"/>
                    <a:pt x="326" y="4122"/>
                    <a:pt x="1" y="5231"/>
                  </a:cubicBezTo>
                  <a:cubicBezTo>
                    <a:pt x="173" y="5403"/>
                    <a:pt x="402" y="5479"/>
                    <a:pt x="555" y="5632"/>
                  </a:cubicBezTo>
                  <a:cubicBezTo>
                    <a:pt x="804" y="4600"/>
                    <a:pt x="1511" y="2535"/>
                    <a:pt x="3270" y="1407"/>
                  </a:cubicBezTo>
                  <a:cubicBezTo>
                    <a:pt x="4091" y="887"/>
                    <a:pt x="5031" y="627"/>
                    <a:pt x="6089" y="627"/>
                  </a:cubicBezTo>
                  <a:cubicBezTo>
                    <a:pt x="6977" y="627"/>
                    <a:pt x="7950" y="811"/>
                    <a:pt x="9006" y="1177"/>
                  </a:cubicBezTo>
                  <a:cubicBezTo>
                    <a:pt x="12123" y="2210"/>
                    <a:pt x="13308" y="3797"/>
                    <a:pt x="14340" y="5231"/>
                  </a:cubicBezTo>
                  <a:cubicBezTo>
                    <a:pt x="15431" y="6713"/>
                    <a:pt x="16338" y="7768"/>
                    <a:pt x="18370" y="7768"/>
                  </a:cubicBezTo>
                  <a:cubicBezTo>
                    <a:pt x="19614" y="7768"/>
                    <a:pt x="21281" y="7372"/>
                    <a:pt x="23671" y="6435"/>
                  </a:cubicBezTo>
                  <a:cubicBezTo>
                    <a:pt x="26061" y="5479"/>
                    <a:pt x="28202" y="5078"/>
                    <a:pt x="30037" y="5078"/>
                  </a:cubicBezTo>
                  <a:cubicBezTo>
                    <a:pt x="32905" y="5078"/>
                    <a:pt x="34894" y="6110"/>
                    <a:pt x="35773" y="7467"/>
                  </a:cubicBezTo>
                  <a:cubicBezTo>
                    <a:pt x="36882" y="9226"/>
                    <a:pt x="36328" y="11444"/>
                    <a:pt x="34339" y="13528"/>
                  </a:cubicBezTo>
                  <a:lnTo>
                    <a:pt x="35219" y="13528"/>
                  </a:lnTo>
                  <a:cubicBezTo>
                    <a:pt x="37054" y="11291"/>
                    <a:pt x="37532" y="8978"/>
                    <a:pt x="36328" y="7142"/>
                  </a:cubicBezTo>
                  <a:cubicBezTo>
                    <a:pt x="35377" y="5590"/>
                    <a:pt x="33161" y="4447"/>
                    <a:pt x="29981" y="4447"/>
                  </a:cubicBezTo>
                  <a:cubicBezTo>
                    <a:pt x="28108" y="4447"/>
                    <a:pt x="25902" y="4843"/>
                    <a:pt x="23422" y="5785"/>
                  </a:cubicBezTo>
                  <a:cubicBezTo>
                    <a:pt x="21033" y="6715"/>
                    <a:pt x="19428" y="7104"/>
                    <a:pt x="18276" y="7104"/>
                  </a:cubicBezTo>
                  <a:cubicBezTo>
                    <a:pt x="16468" y="7104"/>
                    <a:pt x="15771" y="6148"/>
                    <a:pt x="14895" y="4829"/>
                  </a:cubicBezTo>
                  <a:cubicBezTo>
                    <a:pt x="13862" y="3395"/>
                    <a:pt x="12601" y="1655"/>
                    <a:pt x="9255" y="527"/>
                  </a:cubicBezTo>
                  <a:cubicBezTo>
                    <a:pt x="8116" y="179"/>
                    <a:pt x="7075" y="0"/>
                    <a:pt x="6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3928075" y="4132750"/>
              <a:ext cx="382425" cy="438925"/>
            </a:xfrm>
            <a:custGeom>
              <a:avLst/>
              <a:gdLst/>
              <a:ahLst/>
              <a:cxnLst/>
              <a:rect l="l" t="t" r="r" b="b"/>
              <a:pathLst>
                <a:path w="15297" h="17557" extrusionOk="0">
                  <a:moveTo>
                    <a:pt x="8152" y="685"/>
                  </a:moveTo>
                  <a:cubicBezTo>
                    <a:pt x="9982" y="685"/>
                    <a:pt x="11780" y="1494"/>
                    <a:pt x="12027" y="1610"/>
                  </a:cubicBezTo>
                  <a:cubicBezTo>
                    <a:pt x="14092" y="3140"/>
                    <a:pt x="14493" y="5606"/>
                    <a:pt x="13384" y="9985"/>
                  </a:cubicBezTo>
                  <a:cubicBezTo>
                    <a:pt x="12658" y="12929"/>
                    <a:pt x="10746" y="16524"/>
                    <a:pt x="5966" y="16829"/>
                  </a:cubicBezTo>
                  <a:cubicBezTo>
                    <a:pt x="5865" y="16837"/>
                    <a:pt x="5765" y="16841"/>
                    <a:pt x="5664" y="16841"/>
                  </a:cubicBezTo>
                  <a:cubicBezTo>
                    <a:pt x="3472" y="16841"/>
                    <a:pt x="1341" y="15092"/>
                    <a:pt x="957" y="13484"/>
                  </a:cubicBezTo>
                  <a:cubicBezTo>
                    <a:pt x="708" y="12375"/>
                    <a:pt x="1186" y="11572"/>
                    <a:pt x="2544" y="11017"/>
                  </a:cubicBezTo>
                  <a:cubicBezTo>
                    <a:pt x="5010" y="9985"/>
                    <a:pt x="4934" y="8952"/>
                    <a:pt x="4532" y="7442"/>
                  </a:cubicBezTo>
                  <a:cubicBezTo>
                    <a:pt x="4226" y="6390"/>
                    <a:pt x="3901" y="5052"/>
                    <a:pt x="4628" y="3044"/>
                  </a:cubicBezTo>
                  <a:cubicBezTo>
                    <a:pt x="4934" y="2012"/>
                    <a:pt x="5584" y="1304"/>
                    <a:pt x="6444" y="979"/>
                  </a:cubicBezTo>
                  <a:cubicBezTo>
                    <a:pt x="6984" y="767"/>
                    <a:pt x="7570" y="685"/>
                    <a:pt x="8152" y="685"/>
                  </a:cubicBezTo>
                  <a:close/>
                  <a:moveTo>
                    <a:pt x="8173" y="1"/>
                  </a:moveTo>
                  <a:cubicBezTo>
                    <a:pt x="7508" y="1"/>
                    <a:pt x="6835" y="97"/>
                    <a:pt x="6215" y="348"/>
                  </a:cubicBezTo>
                  <a:cubicBezTo>
                    <a:pt x="5182" y="826"/>
                    <a:pt x="4379" y="1610"/>
                    <a:pt x="3978" y="2891"/>
                  </a:cubicBezTo>
                  <a:cubicBezTo>
                    <a:pt x="3194" y="5052"/>
                    <a:pt x="3576" y="6486"/>
                    <a:pt x="3901" y="7595"/>
                  </a:cubicBezTo>
                  <a:cubicBezTo>
                    <a:pt x="4226" y="8952"/>
                    <a:pt x="4379" y="9583"/>
                    <a:pt x="2238" y="10463"/>
                  </a:cubicBezTo>
                  <a:cubicBezTo>
                    <a:pt x="708" y="11094"/>
                    <a:pt x="1" y="12222"/>
                    <a:pt x="326" y="13656"/>
                  </a:cubicBezTo>
                  <a:cubicBezTo>
                    <a:pt x="708" y="15568"/>
                    <a:pt x="3098" y="17556"/>
                    <a:pt x="5737" y="17556"/>
                  </a:cubicBezTo>
                  <a:lnTo>
                    <a:pt x="6062" y="17556"/>
                  </a:lnTo>
                  <a:cubicBezTo>
                    <a:pt x="10038" y="17231"/>
                    <a:pt x="12906" y="14612"/>
                    <a:pt x="14015" y="10138"/>
                  </a:cubicBezTo>
                  <a:cubicBezTo>
                    <a:pt x="14895" y="6715"/>
                    <a:pt x="15296" y="3216"/>
                    <a:pt x="12352" y="1056"/>
                  </a:cubicBezTo>
                  <a:lnTo>
                    <a:pt x="12352" y="979"/>
                  </a:lnTo>
                  <a:cubicBezTo>
                    <a:pt x="12222" y="922"/>
                    <a:pt x="10234" y="1"/>
                    <a:pt x="8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2866475" y="4169175"/>
              <a:ext cx="85575" cy="308800"/>
            </a:xfrm>
            <a:custGeom>
              <a:avLst/>
              <a:gdLst/>
              <a:ahLst/>
              <a:cxnLst/>
              <a:rect l="l" t="t" r="r" b="b"/>
              <a:pathLst>
                <a:path w="3423" h="12352" extrusionOk="0">
                  <a:moveTo>
                    <a:pt x="153" y="0"/>
                  </a:moveTo>
                  <a:cubicBezTo>
                    <a:pt x="77" y="325"/>
                    <a:pt x="77" y="555"/>
                    <a:pt x="0" y="880"/>
                  </a:cubicBezTo>
                  <a:cubicBezTo>
                    <a:pt x="1205" y="2467"/>
                    <a:pt x="2715" y="5105"/>
                    <a:pt x="2543" y="7572"/>
                  </a:cubicBezTo>
                  <a:cubicBezTo>
                    <a:pt x="2467" y="9235"/>
                    <a:pt x="1587" y="10765"/>
                    <a:pt x="77" y="11950"/>
                  </a:cubicBezTo>
                  <a:lnTo>
                    <a:pt x="0" y="11950"/>
                  </a:lnTo>
                  <a:cubicBezTo>
                    <a:pt x="153" y="12103"/>
                    <a:pt x="326" y="12275"/>
                    <a:pt x="555" y="12352"/>
                  </a:cubicBezTo>
                  <a:cubicBezTo>
                    <a:pt x="2237" y="11071"/>
                    <a:pt x="3117" y="9484"/>
                    <a:pt x="3270" y="7648"/>
                  </a:cubicBezTo>
                  <a:cubicBezTo>
                    <a:pt x="3423" y="4627"/>
                    <a:pt x="1511" y="1683"/>
                    <a:pt x="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3539475" y="1956725"/>
              <a:ext cx="1595550" cy="1845850"/>
            </a:xfrm>
            <a:custGeom>
              <a:avLst/>
              <a:gdLst/>
              <a:ahLst/>
              <a:cxnLst/>
              <a:rect l="l" t="t" r="r" b="b"/>
              <a:pathLst>
                <a:path w="63822" h="73834" extrusionOk="0">
                  <a:moveTo>
                    <a:pt x="33672" y="1"/>
                  </a:moveTo>
                  <a:cubicBezTo>
                    <a:pt x="32102" y="1"/>
                    <a:pt x="30508" y="354"/>
                    <a:pt x="29005" y="1103"/>
                  </a:cubicBezTo>
                  <a:cubicBezTo>
                    <a:pt x="23747" y="3665"/>
                    <a:pt x="21510" y="10032"/>
                    <a:pt x="24149" y="15290"/>
                  </a:cubicBezTo>
                  <a:cubicBezTo>
                    <a:pt x="24149" y="15443"/>
                    <a:pt x="24225" y="15519"/>
                    <a:pt x="24301" y="15691"/>
                  </a:cubicBezTo>
                  <a:lnTo>
                    <a:pt x="24378" y="15768"/>
                  </a:lnTo>
                  <a:lnTo>
                    <a:pt x="25812" y="18559"/>
                  </a:lnTo>
                  <a:lnTo>
                    <a:pt x="27341" y="21351"/>
                  </a:lnTo>
                  <a:cubicBezTo>
                    <a:pt x="28297" y="23167"/>
                    <a:pt x="29330" y="25002"/>
                    <a:pt x="30286" y="26914"/>
                  </a:cubicBezTo>
                  <a:cubicBezTo>
                    <a:pt x="32198" y="30662"/>
                    <a:pt x="34033" y="34409"/>
                    <a:pt x="35850" y="38157"/>
                  </a:cubicBezTo>
                  <a:cubicBezTo>
                    <a:pt x="37685" y="41904"/>
                    <a:pt x="39444" y="45632"/>
                    <a:pt x="41031" y="49380"/>
                  </a:cubicBezTo>
                  <a:cubicBezTo>
                    <a:pt x="41758" y="51215"/>
                    <a:pt x="42541" y="53051"/>
                    <a:pt x="43192" y="54886"/>
                  </a:cubicBezTo>
                  <a:lnTo>
                    <a:pt x="43192" y="54963"/>
                  </a:lnTo>
                  <a:cubicBezTo>
                    <a:pt x="42465" y="54886"/>
                    <a:pt x="41681" y="54810"/>
                    <a:pt x="40878" y="54638"/>
                  </a:cubicBezTo>
                  <a:cubicBezTo>
                    <a:pt x="39196" y="54332"/>
                    <a:pt x="37532" y="53854"/>
                    <a:pt x="35773" y="53280"/>
                  </a:cubicBezTo>
                  <a:cubicBezTo>
                    <a:pt x="32274" y="52095"/>
                    <a:pt x="28603" y="50584"/>
                    <a:pt x="25105" y="48825"/>
                  </a:cubicBezTo>
                  <a:cubicBezTo>
                    <a:pt x="23269" y="47946"/>
                    <a:pt x="21510" y="46990"/>
                    <a:pt x="19770" y="46034"/>
                  </a:cubicBezTo>
                  <a:cubicBezTo>
                    <a:pt x="18891" y="45556"/>
                    <a:pt x="18011" y="45001"/>
                    <a:pt x="17208" y="44523"/>
                  </a:cubicBezTo>
                  <a:lnTo>
                    <a:pt x="15946" y="43720"/>
                  </a:lnTo>
                  <a:lnTo>
                    <a:pt x="14742" y="43013"/>
                  </a:lnTo>
                  <a:lnTo>
                    <a:pt x="14512" y="42860"/>
                  </a:lnTo>
                  <a:cubicBezTo>
                    <a:pt x="13092" y="41967"/>
                    <a:pt x="11509" y="41540"/>
                    <a:pt x="9941" y="41540"/>
                  </a:cubicBezTo>
                  <a:cubicBezTo>
                    <a:pt x="7015" y="41540"/>
                    <a:pt x="4142" y="43026"/>
                    <a:pt x="2486" y="45728"/>
                  </a:cubicBezTo>
                  <a:cubicBezTo>
                    <a:pt x="1" y="49705"/>
                    <a:pt x="1129" y="54963"/>
                    <a:pt x="5029" y="57506"/>
                  </a:cubicBezTo>
                  <a:lnTo>
                    <a:pt x="5832" y="58060"/>
                  </a:lnTo>
                  <a:lnTo>
                    <a:pt x="6540" y="58538"/>
                  </a:lnTo>
                  <a:lnTo>
                    <a:pt x="7973" y="59494"/>
                  </a:lnTo>
                  <a:cubicBezTo>
                    <a:pt x="8929" y="60144"/>
                    <a:pt x="9962" y="60699"/>
                    <a:pt x="10918" y="61253"/>
                  </a:cubicBezTo>
                  <a:cubicBezTo>
                    <a:pt x="12830" y="62458"/>
                    <a:pt x="14818" y="63567"/>
                    <a:pt x="16902" y="64675"/>
                  </a:cubicBezTo>
                  <a:cubicBezTo>
                    <a:pt x="20879" y="66836"/>
                    <a:pt x="25105" y="68901"/>
                    <a:pt x="29636" y="70583"/>
                  </a:cubicBezTo>
                  <a:cubicBezTo>
                    <a:pt x="31949" y="71367"/>
                    <a:pt x="34339" y="72170"/>
                    <a:pt x="36901" y="72725"/>
                  </a:cubicBezTo>
                  <a:cubicBezTo>
                    <a:pt x="39444" y="73356"/>
                    <a:pt x="42236" y="73834"/>
                    <a:pt x="45333" y="73834"/>
                  </a:cubicBezTo>
                  <a:cubicBezTo>
                    <a:pt x="46939" y="73834"/>
                    <a:pt x="48602" y="73681"/>
                    <a:pt x="50361" y="73356"/>
                  </a:cubicBezTo>
                  <a:cubicBezTo>
                    <a:pt x="52101" y="72973"/>
                    <a:pt x="54013" y="72400"/>
                    <a:pt x="55849" y="71444"/>
                  </a:cubicBezTo>
                  <a:cubicBezTo>
                    <a:pt x="56805" y="70966"/>
                    <a:pt x="57684" y="70411"/>
                    <a:pt x="58564" y="69780"/>
                  </a:cubicBezTo>
                  <a:cubicBezTo>
                    <a:pt x="58965" y="69455"/>
                    <a:pt x="59443" y="69149"/>
                    <a:pt x="59845" y="68748"/>
                  </a:cubicBezTo>
                  <a:cubicBezTo>
                    <a:pt x="59998" y="68576"/>
                    <a:pt x="60227" y="68423"/>
                    <a:pt x="60399" y="68193"/>
                  </a:cubicBezTo>
                  <a:lnTo>
                    <a:pt x="60476" y="68098"/>
                  </a:lnTo>
                  <a:cubicBezTo>
                    <a:pt x="60628" y="68021"/>
                    <a:pt x="60705" y="67868"/>
                    <a:pt x="60877" y="67792"/>
                  </a:cubicBezTo>
                  <a:cubicBezTo>
                    <a:pt x="61030" y="67543"/>
                    <a:pt x="61279" y="67314"/>
                    <a:pt x="61431" y="67065"/>
                  </a:cubicBezTo>
                  <a:cubicBezTo>
                    <a:pt x="61757" y="66587"/>
                    <a:pt x="62139" y="66109"/>
                    <a:pt x="62311" y="65708"/>
                  </a:cubicBezTo>
                  <a:cubicBezTo>
                    <a:pt x="62464" y="65478"/>
                    <a:pt x="62540" y="65230"/>
                    <a:pt x="62712" y="65077"/>
                  </a:cubicBezTo>
                  <a:cubicBezTo>
                    <a:pt x="62789" y="64848"/>
                    <a:pt x="62865" y="64675"/>
                    <a:pt x="62942" y="64523"/>
                  </a:cubicBezTo>
                  <a:lnTo>
                    <a:pt x="63018" y="64197"/>
                  </a:lnTo>
                  <a:lnTo>
                    <a:pt x="63095" y="63968"/>
                  </a:lnTo>
                  <a:cubicBezTo>
                    <a:pt x="63190" y="63796"/>
                    <a:pt x="63267" y="63567"/>
                    <a:pt x="63267" y="63414"/>
                  </a:cubicBezTo>
                  <a:cubicBezTo>
                    <a:pt x="63420" y="63089"/>
                    <a:pt x="63420" y="62840"/>
                    <a:pt x="63496" y="62534"/>
                  </a:cubicBezTo>
                  <a:cubicBezTo>
                    <a:pt x="63573" y="62286"/>
                    <a:pt x="63668" y="61980"/>
                    <a:pt x="63668" y="61731"/>
                  </a:cubicBezTo>
                  <a:cubicBezTo>
                    <a:pt x="63821" y="60775"/>
                    <a:pt x="63821" y="60068"/>
                    <a:pt x="63821" y="59418"/>
                  </a:cubicBezTo>
                  <a:cubicBezTo>
                    <a:pt x="63821" y="58787"/>
                    <a:pt x="63821" y="58232"/>
                    <a:pt x="63745" y="57754"/>
                  </a:cubicBezTo>
                  <a:cubicBezTo>
                    <a:pt x="63745" y="57276"/>
                    <a:pt x="63668" y="56798"/>
                    <a:pt x="63573" y="56397"/>
                  </a:cubicBezTo>
                  <a:cubicBezTo>
                    <a:pt x="63343" y="54714"/>
                    <a:pt x="63018" y="53452"/>
                    <a:pt x="62712" y="52171"/>
                  </a:cubicBezTo>
                  <a:cubicBezTo>
                    <a:pt x="62387" y="50890"/>
                    <a:pt x="61986" y="49705"/>
                    <a:pt x="61661" y="48596"/>
                  </a:cubicBezTo>
                  <a:cubicBezTo>
                    <a:pt x="60953" y="46282"/>
                    <a:pt x="60150" y="44122"/>
                    <a:pt x="59367" y="42057"/>
                  </a:cubicBezTo>
                  <a:cubicBezTo>
                    <a:pt x="57761" y="37832"/>
                    <a:pt x="56021" y="33778"/>
                    <a:pt x="54262" y="29706"/>
                  </a:cubicBezTo>
                  <a:cubicBezTo>
                    <a:pt x="52503" y="25729"/>
                    <a:pt x="50667" y="21733"/>
                    <a:pt x="48851" y="17756"/>
                  </a:cubicBezTo>
                  <a:cubicBezTo>
                    <a:pt x="47971" y="15844"/>
                    <a:pt x="47015" y="13856"/>
                    <a:pt x="46059" y="11867"/>
                  </a:cubicBezTo>
                  <a:lnTo>
                    <a:pt x="44625" y="8923"/>
                  </a:lnTo>
                  <a:lnTo>
                    <a:pt x="43192" y="5959"/>
                  </a:lnTo>
                  <a:cubicBezTo>
                    <a:pt x="41362" y="2205"/>
                    <a:pt x="37593" y="1"/>
                    <a:pt x="33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4617350" y="3324100"/>
              <a:ext cx="208900" cy="100400"/>
            </a:xfrm>
            <a:custGeom>
              <a:avLst/>
              <a:gdLst/>
              <a:ahLst/>
              <a:cxnLst/>
              <a:rect l="l" t="t" r="r" b="b"/>
              <a:pathLst>
                <a:path w="8356" h="4016" extrusionOk="0">
                  <a:moveTo>
                    <a:pt x="511" y="1"/>
                  </a:moveTo>
                  <a:cubicBezTo>
                    <a:pt x="311" y="1"/>
                    <a:pt x="140" y="152"/>
                    <a:pt x="77" y="344"/>
                  </a:cubicBezTo>
                  <a:cubicBezTo>
                    <a:pt x="0" y="669"/>
                    <a:pt x="153" y="899"/>
                    <a:pt x="382" y="975"/>
                  </a:cubicBezTo>
                  <a:cubicBezTo>
                    <a:pt x="382" y="975"/>
                    <a:pt x="4933" y="2333"/>
                    <a:pt x="7552" y="3939"/>
                  </a:cubicBezTo>
                  <a:cubicBezTo>
                    <a:pt x="7648" y="4015"/>
                    <a:pt x="7724" y="4015"/>
                    <a:pt x="7801" y="4015"/>
                  </a:cubicBezTo>
                  <a:cubicBezTo>
                    <a:pt x="7954" y="4015"/>
                    <a:pt x="8126" y="3939"/>
                    <a:pt x="8202" y="3767"/>
                  </a:cubicBezTo>
                  <a:cubicBezTo>
                    <a:pt x="8355" y="3614"/>
                    <a:pt x="8279" y="3289"/>
                    <a:pt x="8030" y="3136"/>
                  </a:cubicBezTo>
                  <a:cubicBezTo>
                    <a:pt x="5334" y="1377"/>
                    <a:pt x="860" y="115"/>
                    <a:pt x="631" y="19"/>
                  </a:cubicBezTo>
                  <a:cubicBezTo>
                    <a:pt x="590" y="7"/>
                    <a:pt x="550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4629300" y="3299925"/>
              <a:ext cx="163000" cy="48575"/>
            </a:xfrm>
            <a:custGeom>
              <a:avLst/>
              <a:gdLst/>
              <a:ahLst/>
              <a:cxnLst/>
              <a:rect l="l" t="t" r="r" b="b"/>
              <a:pathLst>
                <a:path w="6520" h="1943" extrusionOk="0">
                  <a:moveTo>
                    <a:pt x="5107" y="1"/>
                  </a:moveTo>
                  <a:cubicBezTo>
                    <a:pt x="3888" y="1"/>
                    <a:pt x="1742" y="146"/>
                    <a:pt x="306" y="1082"/>
                  </a:cubicBezTo>
                  <a:cubicBezTo>
                    <a:pt x="77" y="1235"/>
                    <a:pt x="0" y="1560"/>
                    <a:pt x="153" y="1713"/>
                  </a:cubicBezTo>
                  <a:cubicBezTo>
                    <a:pt x="229" y="1866"/>
                    <a:pt x="382" y="1942"/>
                    <a:pt x="554" y="1942"/>
                  </a:cubicBezTo>
                  <a:cubicBezTo>
                    <a:pt x="631" y="1942"/>
                    <a:pt x="707" y="1942"/>
                    <a:pt x="784" y="1866"/>
                  </a:cubicBezTo>
                  <a:cubicBezTo>
                    <a:pt x="1995" y="1084"/>
                    <a:pt x="3862" y="951"/>
                    <a:pt x="4994" y="951"/>
                  </a:cubicBezTo>
                  <a:cubicBezTo>
                    <a:pt x="5578" y="951"/>
                    <a:pt x="5965" y="986"/>
                    <a:pt x="5965" y="986"/>
                  </a:cubicBezTo>
                  <a:cubicBezTo>
                    <a:pt x="6290" y="986"/>
                    <a:pt x="6520" y="833"/>
                    <a:pt x="6520" y="508"/>
                  </a:cubicBezTo>
                  <a:cubicBezTo>
                    <a:pt x="6520" y="279"/>
                    <a:pt x="6367" y="30"/>
                    <a:pt x="6042" y="30"/>
                  </a:cubicBezTo>
                  <a:cubicBezTo>
                    <a:pt x="6018" y="30"/>
                    <a:pt x="5657" y="1"/>
                    <a:pt x="5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3308600" y="2561150"/>
              <a:ext cx="615675" cy="781600"/>
            </a:xfrm>
            <a:custGeom>
              <a:avLst/>
              <a:gdLst/>
              <a:ahLst/>
              <a:cxnLst/>
              <a:rect l="l" t="t" r="r" b="b"/>
              <a:pathLst>
                <a:path w="24627" h="31264" extrusionOk="0">
                  <a:moveTo>
                    <a:pt x="2141" y="1"/>
                  </a:moveTo>
                  <a:cubicBezTo>
                    <a:pt x="1602" y="1"/>
                    <a:pt x="1218" y="165"/>
                    <a:pt x="1033" y="520"/>
                  </a:cubicBezTo>
                  <a:cubicBezTo>
                    <a:pt x="1" y="2431"/>
                    <a:pt x="5737" y="4726"/>
                    <a:pt x="7649" y="7766"/>
                  </a:cubicBezTo>
                  <a:cubicBezTo>
                    <a:pt x="7649" y="7766"/>
                    <a:pt x="7372" y="7511"/>
                    <a:pt x="6991" y="7511"/>
                  </a:cubicBezTo>
                  <a:cubicBezTo>
                    <a:pt x="6664" y="7511"/>
                    <a:pt x="6261" y="7699"/>
                    <a:pt x="5890" y="8397"/>
                  </a:cubicBezTo>
                  <a:cubicBezTo>
                    <a:pt x="5106" y="9907"/>
                    <a:pt x="5660" y="11035"/>
                    <a:pt x="5660" y="11035"/>
                  </a:cubicBezTo>
                  <a:cubicBezTo>
                    <a:pt x="5660" y="11035"/>
                    <a:pt x="4456" y="11418"/>
                    <a:pt x="4226" y="12374"/>
                  </a:cubicBezTo>
                  <a:cubicBezTo>
                    <a:pt x="3901" y="13330"/>
                    <a:pt x="4379" y="14611"/>
                    <a:pt x="4379" y="14611"/>
                  </a:cubicBezTo>
                  <a:cubicBezTo>
                    <a:pt x="4379" y="14611"/>
                    <a:pt x="2639" y="15337"/>
                    <a:pt x="2544" y="16676"/>
                  </a:cubicBezTo>
                  <a:cubicBezTo>
                    <a:pt x="2391" y="17957"/>
                    <a:pt x="2544" y="18358"/>
                    <a:pt x="4934" y="20270"/>
                  </a:cubicBezTo>
                  <a:cubicBezTo>
                    <a:pt x="8528" y="23138"/>
                    <a:pt x="7171" y="28472"/>
                    <a:pt x="10995" y="30231"/>
                  </a:cubicBezTo>
                  <a:cubicBezTo>
                    <a:pt x="12143" y="30806"/>
                    <a:pt x="13788" y="31263"/>
                    <a:pt x="15539" y="31263"/>
                  </a:cubicBezTo>
                  <a:cubicBezTo>
                    <a:pt x="17928" y="31263"/>
                    <a:pt x="20515" y="30412"/>
                    <a:pt x="22313" y="27841"/>
                  </a:cubicBezTo>
                  <a:cubicBezTo>
                    <a:pt x="24627" y="24725"/>
                    <a:pt x="24627" y="20423"/>
                    <a:pt x="22466" y="17154"/>
                  </a:cubicBezTo>
                  <a:cubicBezTo>
                    <a:pt x="20401" y="14056"/>
                    <a:pt x="17132" y="9601"/>
                    <a:pt x="13710" y="6638"/>
                  </a:cubicBezTo>
                  <a:cubicBezTo>
                    <a:pt x="9329" y="2859"/>
                    <a:pt x="4389" y="1"/>
                    <a:pt x="2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3621225" y="2721350"/>
              <a:ext cx="282975" cy="356600"/>
            </a:xfrm>
            <a:custGeom>
              <a:avLst/>
              <a:gdLst/>
              <a:ahLst/>
              <a:cxnLst/>
              <a:rect l="l" t="t" r="r" b="b"/>
              <a:pathLst>
                <a:path w="11319" h="14264" extrusionOk="0">
                  <a:moveTo>
                    <a:pt x="0" y="0"/>
                  </a:moveTo>
                  <a:lnTo>
                    <a:pt x="11319" y="14264"/>
                  </a:lnTo>
                  <a:cubicBezTo>
                    <a:pt x="11319" y="14264"/>
                    <a:pt x="8680" y="2945"/>
                    <a:pt x="5181" y="1511"/>
                  </a:cubicBezTo>
                  <a:cubicBezTo>
                    <a:pt x="1683" y="7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9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3667100" y="3028225"/>
              <a:ext cx="324575" cy="425900"/>
            </a:xfrm>
            <a:custGeom>
              <a:avLst/>
              <a:gdLst/>
              <a:ahLst/>
              <a:cxnLst/>
              <a:rect l="l" t="t" r="r" b="b"/>
              <a:pathLst>
                <a:path w="12983" h="17036" extrusionOk="0">
                  <a:moveTo>
                    <a:pt x="9484" y="0"/>
                  </a:moveTo>
                  <a:cubicBezTo>
                    <a:pt x="6214" y="9464"/>
                    <a:pt x="1" y="14894"/>
                    <a:pt x="1" y="14894"/>
                  </a:cubicBezTo>
                  <a:cubicBezTo>
                    <a:pt x="880" y="16003"/>
                    <a:pt x="2390" y="17036"/>
                    <a:pt x="3748" y="17036"/>
                  </a:cubicBezTo>
                  <a:cubicBezTo>
                    <a:pt x="9713" y="11854"/>
                    <a:pt x="12983" y="2467"/>
                    <a:pt x="12983" y="2467"/>
                  </a:cubicBezTo>
                  <a:cubicBezTo>
                    <a:pt x="12199" y="1185"/>
                    <a:pt x="10994" y="306"/>
                    <a:pt x="9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3782775" y="3035600"/>
              <a:ext cx="290650" cy="227800"/>
            </a:xfrm>
            <a:custGeom>
              <a:avLst/>
              <a:gdLst/>
              <a:ahLst/>
              <a:cxnLst/>
              <a:rect l="l" t="t" r="r" b="b"/>
              <a:pathLst>
                <a:path w="11626" h="9112" extrusionOk="0">
                  <a:moveTo>
                    <a:pt x="4578" y="0"/>
                  </a:moveTo>
                  <a:cubicBezTo>
                    <a:pt x="3160" y="0"/>
                    <a:pt x="1901" y="549"/>
                    <a:pt x="1186" y="1617"/>
                  </a:cubicBezTo>
                  <a:cubicBezTo>
                    <a:pt x="0" y="3605"/>
                    <a:pt x="1033" y="6473"/>
                    <a:pt x="3576" y="8060"/>
                  </a:cubicBezTo>
                  <a:cubicBezTo>
                    <a:pt x="4714" y="8765"/>
                    <a:pt x="5942" y="9112"/>
                    <a:pt x="7060" y="9112"/>
                  </a:cubicBezTo>
                  <a:cubicBezTo>
                    <a:pt x="8459" y="9112"/>
                    <a:pt x="9685" y="8569"/>
                    <a:pt x="10344" y="7506"/>
                  </a:cubicBezTo>
                  <a:cubicBezTo>
                    <a:pt x="11625" y="5594"/>
                    <a:pt x="10516" y="2726"/>
                    <a:pt x="8050" y="1043"/>
                  </a:cubicBezTo>
                  <a:cubicBezTo>
                    <a:pt x="6919" y="343"/>
                    <a:pt x="5698" y="0"/>
                    <a:pt x="45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3822450" y="3067750"/>
              <a:ext cx="209375" cy="163875"/>
            </a:xfrm>
            <a:custGeom>
              <a:avLst/>
              <a:gdLst/>
              <a:ahLst/>
              <a:cxnLst/>
              <a:rect l="l" t="t" r="r" b="b"/>
              <a:pathLst>
                <a:path w="8375" h="6555" extrusionOk="0">
                  <a:moveTo>
                    <a:pt x="3263" y="1"/>
                  </a:moveTo>
                  <a:cubicBezTo>
                    <a:pt x="2254" y="1"/>
                    <a:pt x="1364" y="402"/>
                    <a:pt x="880" y="1191"/>
                  </a:cubicBezTo>
                  <a:cubicBezTo>
                    <a:pt x="0" y="2549"/>
                    <a:pt x="803" y="4633"/>
                    <a:pt x="2639" y="5818"/>
                  </a:cubicBezTo>
                  <a:cubicBezTo>
                    <a:pt x="3411" y="6311"/>
                    <a:pt x="4281" y="6554"/>
                    <a:pt x="5087" y="6554"/>
                  </a:cubicBezTo>
                  <a:cubicBezTo>
                    <a:pt x="6097" y="6554"/>
                    <a:pt x="7006" y="6172"/>
                    <a:pt x="7495" y="5417"/>
                  </a:cubicBezTo>
                  <a:cubicBezTo>
                    <a:pt x="8375" y="3983"/>
                    <a:pt x="7648" y="1918"/>
                    <a:pt x="5813" y="809"/>
                  </a:cubicBezTo>
                  <a:cubicBezTo>
                    <a:pt x="4988" y="268"/>
                    <a:pt x="4086" y="1"/>
                    <a:pt x="32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4055700" y="1912225"/>
              <a:ext cx="925900" cy="1053875"/>
            </a:xfrm>
            <a:custGeom>
              <a:avLst/>
              <a:gdLst/>
              <a:ahLst/>
              <a:cxnLst/>
              <a:rect l="l" t="t" r="r" b="b"/>
              <a:pathLst>
                <a:path w="37036" h="42155" extrusionOk="0">
                  <a:moveTo>
                    <a:pt x="12699" y="1"/>
                  </a:moveTo>
                  <a:cubicBezTo>
                    <a:pt x="9684" y="1"/>
                    <a:pt x="6720" y="1075"/>
                    <a:pt x="4456" y="3208"/>
                  </a:cubicBezTo>
                  <a:cubicBezTo>
                    <a:pt x="2391" y="5120"/>
                    <a:pt x="708" y="7835"/>
                    <a:pt x="555" y="11659"/>
                  </a:cubicBezTo>
                  <a:cubicBezTo>
                    <a:pt x="1" y="21850"/>
                    <a:pt x="12333" y="42155"/>
                    <a:pt x="12333" y="42155"/>
                  </a:cubicBezTo>
                  <a:lnTo>
                    <a:pt x="13939" y="41524"/>
                  </a:lnTo>
                  <a:lnTo>
                    <a:pt x="14570" y="41294"/>
                  </a:lnTo>
                  <a:lnTo>
                    <a:pt x="25009" y="37145"/>
                  </a:lnTo>
                  <a:lnTo>
                    <a:pt x="25640" y="36820"/>
                  </a:lnTo>
                  <a:lnTo>
                    <a:pt x="37035" y="32289"/>
                  </a:lnTo>
                  <a:cubicBezTo>
                    <a:pt x="36404" y="30128"/>
                    <a:pt x="35525" y="27987"/>
                    <a:pt x="33288" y="23207"/>
                  </a:cubicBezTo>
                  <a:cubicBezTo>
                    <a:pt x="33058" y="22806"/>
                    <a:pt x="32886" y="22404"/>
                    <a:pt x="32657" y="22003"/>
                  </a:cubicBezTo>
                  <a:cubicBezTo>
                    <a:pt x="31376" y="19383"/>
                    <a:pt x="29789" y="15961"/>
                    <a:pt x="27552" y="11487"/>
                  </a:cubicBezTo>
                  <a:cubicBezTo>
                    <a:pt x="25965" y="8389"/>
                    <a:pt x="24531" y="6229"/>
                    <a:pt x="22944" y="4642"/>
                  </a:cubicBezTo>
                  <a:cubicBezTo>
                    <a:pt x="22772" y="4489"/>
                    <a:pt x="22619" y="4317"/>
                    <a:pt x="22466" y="4164"/>
                  </a:cubicBezTo>
                  <a:cubicBezTo>
                    <a:pt x="21510" y="3285"/>
                    <a:pt x="20458" y="2482"/>
                    <a:pt x="19350" y="1851"/>
                  </a:cubicBezTo>
                  <a:cubicBezTo>
                    <a:pt x="17291" y="615"/>
                    <a:pt x="14980" y="1"/>
                    <a:pt x="126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4049500" y="1779225"/>
              <a:ext cx="334600" cy="451725"/>
            </a:xfrm>
            <a:custGeom>
              <a:avLst/>
              <a:gdLst/>
              <a:ahLst/>
              <a:cxnLst/>
              <a:rect l="l" t="t" r="r" b="b"/>
              <a:pathLst>
                <a:path w="13384" h="18069" extrusionOk="0">
                  <a:moveTo>
                    <a:pt x="1759" y="1"/>
                  </a:moveTo>
                  <a:cubicBezTo>
                    <a:pt x="555" y="1511"/>
                    <a:pt x="0" y="3500"/>
                    <a:pt x="325" y="5584"/>
                  </a:cubicBezTo>
                  <a:cubicBezTo>
                    <a:pt x="880" y="9886"/>
                    <a:pt x="3595" y="16979"/>
                    <a:pt x="8279" y="18011"/>
                  </a:cubicBezTo>
                  <a:cubicBezTo>
                    <a:pt x="8467" y="18050"/>
                    <a:pt x="8659" y="18068"/>
                    <a:pt x="8852" y="18068"/>
                  </a:cubicBezTo>
                  <a:cubicBezTo>
                    <a:pt x="9819" y="18068"/>
                    <a:pt x="10828" y="17603"/>
                    <a:pt x="11625" y="16807"/>
                  </a:cubicBezTo>
                  <a:cubicBezTo>
                    <a:pt x="11873" y="16501"/>
                    <a:pt x="12198" y="16099"/>
                    <a:pt x="12351" y="15698"/>
                  </a:cubicBezTo>
                  <a:cubicBezTo>
                    <a:pt x="13384" y="13537"/>
                    <a:pt x="12676" y="11147"/>
                    <a:pt x="10363" y="9159"/>
                  </a:cubicBezTo>
                  <a:cubicBezTo>
                    <a:pt x="7973" y="7171"/>
                    <a:pt x="8451" y="5106"/>
                    <a:pt x="8929" y="3117"/>
                  </a:cubicBezTo>
                  <a:cubicBezTo>
                    <a:pt x="9005" y="2792"/>
                    <a:pt x="9082" y="2467"/>
                    <a:pt x="9082" y="2161"/>
                  </a:cubicBezTo>
                  <a:cubicBezTo>
                    <a:pt x="8929" y="2066"/>
                    <a:pt x="8680" y="2066"/>
                    <a:pt x="8451" y="1989"/>
                  </a:cubicBezTo>
                  <a:cubicBezTo>
                    <a:pt x="8374" y="2314"/>
                    <a:pt x="8374" y="2639"/>
                    <a:pt x="8279" y="3022"/>
                  </a:cubicBezTo>
                  <a:cubicBezTo>
                    <a:pt x="7801" y="5029"/>
                    <a:pt x="7246" y="7496"/>
                    <a:pt x="9961" y="9713"/>
                  </a:cubicBezTo>
                  <a:cubicBezTo>
                    <a:pt x="12026" y="11396"/>
                    <a:pt x="12676" y="13537"/>
                    <a:pt x="11797" y="15373"/>
                  </a:cubicBezTo>
                  <a:cubicBezTo>
                    <a:pt x="11158" y="16633"/>
                    <a:pt x="9973" y="17406"/>
                    <a:pt x="8839" y="17406"/>
                  </a:cubicBezTo>
                  <a:cubicBezTo>
                    <a:pt x="8683" y="17406"/>
                    <a:pt x="8527" y="17391"/>
                    <a:pt x="8374" y="17361"/>
                  </a:cubicBezTo>
                  <a:cubicBezTo>
                    <a:pt x="4073" y="16405"/>
                    <a:pt x="1511" y="9561"/>
                    <a:pt x="956" y="5507"/>
                  </a:cubicBezTo>
                  <a:cubicBezTo>
                    <a:pt x="631" y="3595"/>
                    <a:pt x="1205" y="1683"/>
                    <a:pt x="2390" y="249"/>
                  </a:cubicBezTo>
                  <a:cubicBezTo>
                    <a:pt x="2237" y="154"/>
                    <a:pt x="1989" y="77"/>
                    <a:pt x="17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4358275" y="2540600"/>
              <a:ext cx="342725" cy="409725"/>
            </a:xfrm>
            <a:custGeom>
              <a:avLst/>
              <a:gdLst/>
              <a:ahLst/>
              <a:cxnLst/>
              <a:rect l="l" t="t" r="r" b="b"/>
              <a:pathLst>
                <a:path w="13709" h="16389" extrusionOk="0">
                  <a:moveTo>
                    <a:pt x="8143" y="1"/>
                  </a:moveTo>
                  <a:cubicBezTo>
                    <a:pt x="6668" y="1"/>
                    <a:pt x="5246" y="656"/>
                    <a:pt x="4226" y="1896"/>
                  </a:cubicBezTo>
                  <a:cubicBezTo>
                    <a:pt x="4054" y="1972"/>
                    <a:pt x="3977" y="2049"/>
                    <a:pt x="3901" y="2202"/>
                  </a:cubicBezTo>
                  <a:cubicBezTo>
                    <a:pt x="0" y="6982"/>
                    <a:pt x="880" y="11284"/>
                    <a:pt x="1587" y="15031"/>
                  </a:cubicBezTo>
                  <a:cubicBezTo>
                    <a:pt x="1664" y="15509"/>
                    <a:pt x="1759" y="15911"/>
                    <a:pt x="1836" y="16389"/>
                  </a:cubicBezTo>
                  <a:lnTo>
                    <a:pt x="2467" y="16159"/>
                  </a:lnTo>
                  <a:cubicBezTo>
                    <a:pt x="2390" y="15758"/>
                    <a:pt x="2314" y="15356"/>
                    <a:pt x="2237" y="14955"/>
                  </a:cubicBezTo>
                  <a:cubicBezTo>
                    <a:pt x="1511" y="11131"/>
                    <a:pt x="708" y="7230"/>
                    <a:pt x="4455" y="2603"/>
                  </a:cubicBezTo>
                  <a:cubicBezTo>
                    <a:pt x="4532" y="2527"/>
                    <a:pt x="4627" y="2374"/>
                    <a:pt x="4704" y="2298"/>
                  </a:cubicBezTo>
                  <a:cubicBezTo>
                    <a:pt x="5411" y="1494"/>
                    <a:pt x="6291" y="940"/>
                    <a:pt x="7323" y="691"/>
                  </a:cubicBezTo>
                  <a:cubicBezTo>
                    <a:pt x="7598" y="644"/>
                    <a:pt x="7873" y="618"/>
                    <a:pt x="8151" y="618"/>
                  </a:cubicBezTo>
                  <a:cubicBezTo>
                    <a:pt x="8760" y="618"/>
                    <a:pt x="9381" y="741"/>
                    <a:pt x="10038" y="1017"/>
                  </a:cubicBezTo>
                  <a:cubicBezTo>
                    <a:pt x="11950" y="1896"/>
                    <a:pt x="12982" y="3731"/>
                    <a:pt x="12753" y="5796"/>
                  </a:cubicBezTo>
                  <a:cubicBezTo>
                    <a:pt x="12504" y="7632"/>
                    <a:pt x="12504" y="9697"/>
                    <a:pt x="12906" y="12010"/>
                  </a:cubicBezTo>
                  <a:lnTo>
                    <a:pt x="13537" y="11685"/>
                  </a:lnTo>
                  <a:cubicBezTo>
                    <a:pt x="13231" y="9544"/>
                    <a:pt x="13135" y="7632"/>
                    <a:pt x="13384" y="5873"/>
                  </a:cubicBezTo>
                  <a:cubicBezTo>
                    <a:pt x="13709" y="3483"/>
                    <a:pt x="12428" y="1342"/>
                    <a:pt x="10267" y="462"/>
                  </a:cubicBezTo>
                  <a:cubicBezTo>
                    <a:pt x="9573" y="152"/>
                    <a:pt x="8852" y="1"/>
                    <a:pt x="8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4453875" y="2016325"/>
              <a:ext cx="434025" cy="476100"/>
            </a:xfrm>
            <a:custGeom>
              <a:avLst/>
              <a:gdLst/>
              <a:ahLst/>
              <a:cxnLst/>
              <a:rect l="l" t="t" r="r" b="b"/>
              <a:pathLst>
                <a:path w="17361" h="19044" extrusionOk="0">
                  <a:moveTo>
                    <a:pt x="6539" y="0"/>
                  </a:moveTo>
                  <a:cubicBezTo>
                    <a:pt x="4627" y="1033"/>
                    <a:pt x="3346" y="2466"/>
                    <a:pt x="2543" y="3824"/>
                  </a:cubicBezTo>
                  <a:cubicBezTo>
                    <a:pt x="2065" y="4627"/>
                    <a:pt x="1759" y="5334"/>
                    <a:pt x="1511" y="5965"/>
                  </a:cubicBezTo>
                  <a:cubicBezTo>
                    <a:pt x="0" y="10267"/>
                    <a:pt x="880" y="14971"/>
                    <a:pt x="2620" y="16577"/>
                  </a:cubicBezTo>
                  <a:cubicBezTo>
                    <a:pt x="3021" y="16919"/>
                    <a:pt x="3474" y="17109"/>
                    <a:pt x="3951" y="17109"/>
                  </a:cubicBezTo>
                  <a:cubicBezTo>
                    <a:pt x="4245" y="17109"/>
                    <a:pt x="4550" y="17036"/>
                    <a:pt x="4857" y="16883"/>
                  </a:cubicBezTo>
                  <a:cubicBezTo>
                    <a:pt x="6406" y="16097"/>
                    <a:pt x="7850" y="15691"/>
                    <a:pt x="9325" y="15691"/>
                  </a:cubicBezTo>
                  <a:cubicBezTo>
                    <a:pt x="11727" y="15691"/>
                    <a:pt x="14210" y="16769"/>
                    <a:pt x="17361" y="19043"/>
                  </a:cubicBezTo>
                  <a:cubicBezTo>
                    <a:pt x="17131" y="18642"/>
                    <a:pt x="16959" y="18240"/>
                    <a:pt x="16730" y="17839"/>
                  </a:cubicBezTo>
                  <a:cubicBezTo>
                    <a:pt x="13974" y="15923"/>
                    <a:pt x="11658" y="15025"/>
                    <a:pt x="9393" y="15025"/>
                  </a:cubicBezTo>
                  <a:cubicBezTo>
                    <a:pt x="7792" y="15025"/>
                    <a:pt x="6218" y="15473"/>
                    <a:pt x="4531" y="16328"/>
                  </a:cubicBezTo>
                  <a:cubicBezTo>
                    <a:pt x="4325" y="16421"/>
                    <a:pt x="4129" y="16466"/>
                    <a:pt x="3943" y="16466"/>
                  </a:cubicBezTo>
                  <a:cubicBezTo>
                    <a:pt x="3631" y="16466"/>
                    <a:pt x="3349" y="16339"/>
                    <a:pt x="3098" y="16099"/>
                  </a:cubicBezTo>
                  <a:cubicBezTo>
                    <a:pt x="1434" y="14665"/>
                    <a:pt x="708" y="10114"/>
                    <a:pt x="2142" y="6137"/>
                  </a:cubicBezTo>
                  <a:cubicBezTo>
                    <a:pt x="2715" y="4455"/>
                    <a:pt x="4054" y="1988"/>
                    <a:pt x="7017" y="478"/>
                  </a:cubicBezTo>
                  <a:cubicBezTo>
                    <a:pt x="6845" y="325"/>
                    <a:pt x="6692" y="153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4089175" y="2461575"/>
              <a:ext cx="289200" cy="516475"/>
            </a:xfrm>
            <a:custGeom>
              <a:avLst/>
              <a:gdLst/>
              <a:ahLst/>
              <a:cxnLst/>
              <a:rect l="l" t="t" r="r" b="b"/>
              <a:pathLst>
                <a:path w="11568" h="20659" extrusionOk="0">
                  <a:moveTo>
                    <a:pt x="515" y="0"/>
                  </a:moveTo>
                  <a:cubicBezTo>
                    <a:pt x="451" y="0"/>
                    <a:pt x="386" y="10"/>
                    <a:pt x="325" y="29"/>
                  </a:cubicBezTo>
                  <a:cubicBezTo>
                    <a:pt x="96" y="201"/>
                    <a:pt x="0" y="430"/>
                    <a:pt x="172" y="679"/>
                  </a:cubicBezTo>
                  <a:lnTo>
                    <a:pt x="10611" y="20353"/>
                  </a:lnTo>
                  <a:cubicBezTo>
                    <a:pt x="10688" y="20506"/>
                    <a:pt x="10841" y="20659"/>
                    <a:pt x="10994" y="20659"/>
                  </a:cubicBezTo>
                  <a:cubicBezTo>
                    <a:pt x="11089" y="20659"/>
                    <a:pt x="11166" y="20582"/>
                    <a:pt x="11242" y="20582"/>
                  </a:cubicBezTo>
                  <a:cubicBezTo>
                    <a:pt x="11472" y="20429"/>
                    <a:pt x="11567" y="20181"/>
                    <a:pt x="11472" y="19951"/>
                  </a:cubicBezTo>
                  <a:lnTo>
                    <a:pt x="956" y="277"/>
                  </a:lnTo>
                  <a:cubicBezTo>
                    <a:pt x="898" y="90"/>
                    <a:pt x="710" y="0"/>
                    <a:pt x="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4071475" y="2563600"/>
              <a:ext cx="107575" cy="40175"/>
            </a:xfrm>
            <a:custGeom>
              <a:avLst/>
              <a:gdLst/>
              <a:ahLst/>
              <a:cxnLst/>
              <a:rect l="l" t="t" r="r" b="b"/>
              <a:pathLst>
                <a:path w="4303" h="1607" extrusionOk="0">
                  <a:moveTo>
                    <a:pt x="509" y="0"/>
                  </a:moveTo>
                  <a:cubicBezTo>
                    <a:pt x="319" y="0"/>
                    <a:pt x="140" y="137"/>
                    <a:pt x="77" y="326"/>
                  </a:cubicBezTo>
                  <a:cubicBezTo>
                    <a:pt x="1" y="651"/>
                    <a:pt x="230" y="900"/>
                    <a:pt x="479" y="976"/>
                  </a:cubicBezTo>
                  <a:lnTo>
                    <a:pt x="3672" y="1607"/>
                  </a:lnTo>
                  <a:lnTo>
                    <a:pt x="3825" y="1607"/>
                  </a:lnTo>
                  <a:cubicBezTo>
                    <a:pt x="3977" y="1607"/>
                    <a:pt x="4226" y="1454"/>
                    <a:pt x="4226" y="1205"/>
                  </a:cubicBezTo>
                  <a:cubicBezTo>
                    <a:pt x="4302" y="976"/>
                    <a:pt x="4150" y="727"/>
                    <a:pt x="3901" y="651"/>
                  </a:cubicBezTo>
                  <a:lnTo>
                    <a:pt x="632" y="20"/>
                  </a:lnTo>
                  <a:cubicBezTo>
                    <a:pt x="591" y="6"/>
                    <a:pt x="550" y="0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92" name="Google Shape;392;p3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3" name="Google Shape;393;p3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Picture Placeholder 1593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069" y="1228566"/>
            <a:ext cx="2633488" cy="2633488"/>
          </a:xfrm>
          <a:prstGeom prst="rect">
            <a:avLst/>
          </a:prstGeom>
        </p:spPr>
      </p:pic>
      <p:sp>
        <p:nvSpPr>
          <p:cNvPr id="398" name="Google Shape;398;p37"/>
          <p:cNvSpPr txBox="1">
            <a:spLocks noGrp="1"/>
          </p:cNvSpPr>
          <p:nvPr>
            <p:ph type="title"/>
          </p:nvPr>
        </p:nvSpPr>
        <p:spPr>
          <a:xfrm>
            <a:off x="1064648" y="290075"/>
            <a:ext cx="4090448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Comunicarea</a:t>
            </a:r>
            <a:r>
              <a:rPr lang="en" dirty="0"/>
              <a:t> </a:t>
            </a:r>
            <a:r>
              <a:rPr lang="ro-RO" dirty="0" smtClean="0">
                <a:highlight>
                  <a:schemeClr val="accent1"/>
                </a:highlight>
              </a:rPr>
              <a:t>o</a:t>
            </a:r>
            <a:r>
              <a:rPr lang="en" dirty="0" smtClean="0">
                <a:highlight>
                  <a:schemeClr val="accent1"/>
                </a:highlight>
              </a:rPr>
              <a:t>n</a:t>
            </a:r>
            <a:r>
              <a:rPr lang="ro-RO" dirty="0" smtClean="0">
                <a:highlight>
                  <a:schemeClr val="accent1"/>
                </a:highlight>
              </a:rPr>
              <a:t>line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399" name="Google Shape;399;p37"/>
          <p:cNvSpPr txBox="1">
            <a:spLocks noGrp="1"/>
          </p:cNvSpPr>
          <p:nvPr>
            <p:ph type="subTitle" idx="1"/>
          </p:nvPr>
        </p:nvSpPr>
        <p:spPr>
          <a:xfrm>
            <a:off x="163418" y="1721466"/>
            <a:ext cx="4792895" cy="14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b="1" dirty="0" smtClean="0"/>
              <a:t>Se referă la interacțiunile care au loc prin intermediul platformelor digitale utilizând texte, imagini și/sau video pentru a transmite un mesaj la distanță.</a:t>
            </a:r>
          </a:p>
          <a:p>
            <a:endParaRPr lang="ro-RO" b="1" dirty="0"/>
          </a:p>
          <a:p>
            <a:r>
              <a:rPr lang="ro-RO" b="1" dirty="0" smtClean="0"/>
              <a:t>Facilitează </a:t>
            </a:r>
            <a:r>
              <a:rPr lang="ro-RO" b="1" dirty="0"/>
              <a:t>colaborarea, schimbul rapid de informații și conectarea </a:t>
            </a:r>
            <a:r>
              <a:rPr lang="ro-RO" b="1" dirty="0" smtClean="0"/>
              <a:t>între </a:t>
            </a:r>
            <a:r>
              <a:rPr lang="ro-RO" b="1" dirty="0"/>
              <a:t>diferite culturi și locații</a:t>
            </a:r>
            <a:r>
              <a:rPr lang="ro-RO" b="1" dirty="0" smtClean="0"/>
              <a:t>.</a:t>
            </a:r>
            <a:r>
              <a:rPr lang="ro-RO" b="1" dirty="0"/>
              <a:t/>
            </a:r>
            <a:br>
              <a:rPr lang="ro-RO" b="1" dirty="0"/>
            </a:br>
            <a:endParaRPr lang="ro-RO" b="1" dirty="0"/>
          </a:p>
          <a:p>
            <a:r>
              <a:rPr lang="ro-RO" b="1" dirty="0" smtClean="0"/>
              <a:t>De </a:t>
            </a:r>
            <a:r>
              <a:rPr lang="ro-RO" b="1" dirty="0"/>
              <a:t>la primele forme de email la rețelele sociale și de mesagerie instant, comunicarea </a:t>
            </a:r>
            <a:r>
              <a:rPr lang="ro-RO" b="1" dirty="0" smtClean="0"/>
              <a:t>digitală </a:t>
            </a:r>
            <a:r>
              <a:rPr lang="ro-RO" b="1" dirty="0"/>
              <a:t>a evoluat rapid, adaptându-se la nevoile utilizatorilor și la tehnologie.</a:t>
            </a:r>
            <a:endParaRPr lang="ro-RO" b="1" dirty="0">
              <a:effectLst/>
            </a:endParaRPr>
          </a:p>
        </p:txBody>
      </p:sp>
      <p:sp>
        <p:nvSpPr>
          <p:cNvPr id="401" name="Google Shape;401;p37"/>
          <p:cNvSpPr/>
          <p:nvPr/>
        </p:nvSpPr>
        <p:spPr>
          <a:xfrm flipH="1">
            <a:off x="362201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"/>
          <p:cNvSpPr txBox="1">
            <a:spLocks noGrp="1"/>
          </p:cNvSpPr>
          <p:nvPr>
            <p:ph type="title"/>
          </p:nvPr>
        </p:nvSpPr>
        <p:spPr>
          <a:xfrm>
            <a:off x="715100" y="1736102"/>
            <a:ext cx="5813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Emailul</a:t>
            </a:r>
            <a:endParaRPr dirty="0"/>
          </a:p>
        </p:txBody>
      </p:sp>
      <p:sp>
        <p:nvSpPr>
          <p:cNvPr id="462" name="Google Shape;462;p42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</a:t>
            </a:r>
            <a:endParaRPr dirty="0"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808409" y="2934064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 smtClean="0">
                <a:solidFill>
                  <a:srgbClr val="C00000"/>
                </a:solidFill>
              </a:rPr>
              <a:t>Cu ce se compară un email?</a:t>
            </a:r>
            <a:endParaRPr b="1" dirty="0">
              <a:solidFill>
                <a:srgbClr val="C00000"/>
              </a:solidFill>
            </a:endParaRPr>
          </a:p>
        </p:txBody>
      </p:sp>
      <p:grpSp>
        <p:nvGrpSpPr>
          <p:cNvPr id="464" name="Google Shape;464;p42"/>
          <p:cNvGrpSpPr/>
          <p:nvPr/>
        </p:nvGrpSpPr>
        <p:grpSpPr>
          <a:xfrm flipH="1">
            <a:off x="5206149" y="922609"/>
            <a:ext cx="2938889" cy="4220435"/>
            <a:chOff x="2611400" y="0"/>
            <a:chExt cx="3690681" cy="5300056"/>
          </a:xfrm>
        </p:grpSpPr>
        <p:sp>
          <p:nvSpPr>
            <p:cNvPr id="465" name="Google Shape;465;p42"/>
            <p:cNvSpPr/>
            <p:nvPr/>
          </p:nvSpPr>
          <p:spPr>
            <a:xfrm>
              <a:off x="5718185" y="1058034"/>
              <a:ext cx="583896" cy="594399"/>
            </a:xfrm>
            <a:custGeom>
              <a:avLst/>
              <a:gdLst/>
              <a:ahLst/>
              <a:cxnLst/>
              <a:rect l="l" t="t" r="r" b="b"/>
              <a:pathLst>
                <a:path w="11675" h="11885" extrusionOk="0">
                  <a:moveTo>
                    <a:pt x="6792" y="0"/>
                  </a:moveTo>
                  <a:cubicBezTo>
                    <a:pt x="5860" y="0"/>
                    <a:pt x="4709" y="1328"/>
                    <a:pt x="4075" y="2428"/>
                  </a:cubicBezTo>
                  <a:cubicBezTo>
                    <a:pt x="3937" y="2652"/>
                    <a:pt x="3937" y="2721"/>
                    <a:pt x="3937" y="2721"/>
                  </a:cubicBezTo>
                  <a:cubicBezTo>
                    <a:pt x="3937" y="2721"/>
                    <a:pt x="3868" y="2721"/>
                    <a:pt x="3714" y="2652"/>
                  </a:cubicBezTo>
                  <a:cubicBezTo>
                    <a:pt x="3450" y="2570"/>
                    <a:pt x="2866" y="2393"/>
                    <a:pt x="2269" y="2393"/>
                  </a:cubicBezTo>
                  <a:cubicBezTo>
                    <a:pt x="1735" y="2393"/>
                    <a:pt x="1192" y="2534"/>
                    <a:pt x="860" y="3013"/>
                  </a:cubicBezTo>
                  <a:cubicBezTo>
                    <a:pt x="0" y="4216"/>
                    <a:pt x="1290" y="8669"/>
                    <a:pt x="1290" y="8669"/>
                  </a:cubicBezTo>
                  <a:cubicBezTo>
                    <a:pt x="1290" y="8669"/>
                    <a:pt x="2648" y="11885"/>
                    <a:pt x="5296" y="11885"/>
                  </a:cubicBezTo>
                  <a:cubicBezTo>
                    <a:pt x="7376" y="11816"/>
                    <a:pt x="8803" y="9460"/>
                    <a:pt x="9233" y="8515"/>
                  </a:cubicBezTo>
                  <a:cubicBezTo>
                    <a:pt x="9301" y="8308"/>
                    <a:pt x="9370" y="8171"/>
                    <a:pt x="9370" y="8171"/>
                  </a:cubicBezTo>
                  <a:cubicBezTo>
                    <a:pt x="9370" y="8171"/>
                    <a:pt x="9525" y="8171"/>
                    <a:pt x="9731" y="8085"/>
                  </a:cubicBezTo>
                  <a:cubicBezTo>
                    <a:pt x="10316" y="7947"/>
                    <a:pt x="11176" y="7586"/>
                    <a:pt x="11382" y="6881"/>
                  </a:cubicBezTo>
                  <a:cubicBezTo>
                    <a:pt x="11674" y="5798"/>
                    <a:pt x="9594" y="5661"/>
                    <a:pt x="9594" y="5661"/>
                  </a:cubicBezTo>
                  <a:cubicBezTo>
                    <a:pt x="9594" y="5661"/>
                    <a:pt x="10385" y="4578"/>
                    <a:pt x="9955" y="4010"/>
                  </a:cubicBezTo>
                  <a:cubicBezTo>
                    <a:pt x="9722" y="3689"/>
                    <a:pt x="9075" y="3632"/>
                    <a:pt x="8645" y="3632"/>
                  </a:cubicBezTo>
                  <a:cubicBezTo>
                    <a:pt x="8407" y="3632"/>
                    <a:pt x="8236" y="3649"/>
                    <a:pt x="8236" y="3649"/>
                  </a:cubicBezTo>
                  <a:cubicBezTo>
                    <a:pt x="8236" y="3649"/>
                    <a:pt x="9370" y="2428"/>
                    <a:pt x="8734" y="1792"/>
                  </a:cubicBezTo>
                  <a:cubicBezTo>
                    <a:pt x="8501" y="1555"/>
                    <a:pt x="8263" y="1463"/>
                    <a:pt x="8033" y="1463"/>
                  </a:cubicBezTo>
                  <a:cubicBezTo>
                    <a:pt x="7282" y="1463"/>
                    <a:pt x="6622" y="2444"/>
                    <a:pt x="6516" y="2497"/>
                  </a:cubicBezTo>
                  <a:cubicBezTo>
                    <a:pt x="6585" y="2428"/>
                    <a:pt x="7943" y="73"/>
                    <a:pt x="6877" y="4"/>
                  </a:cubicBezTo>
                  <a:cubicBezTo>
                    <a:pt x="6849" y="2"/>
                    <a:pt x="6820" y="0"/>
                    <a:pt x="6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5890132" y="1325056"/>
              <a:ext cx="99825" cy="237959"/>
            </a:xfrm>
            <a:custGeom>
              <a:avLst/>
              <a:gdLst/>
              <a:ahLst/>
              <a:cxnLst/>
              <a:rect l="l" t="t" r="r" b="b"/>
              <a:pathLst>
                <a:path w="1996" h="4758" extrusionOk="0">
                  <a:moveTo>
                    <a:pt x="1720" y="1"/>
                  </a:moveTo>
                  <a:cubicBezTo>
                    <a:pt x="1689" y="1"/>
                    <a:pt x="1659" y="9"/>
                    <a:pt x="1634" y="29"/>
                  </a:cubicBezTo>
                  <a:cubicBezTo>
                    <a:pt x="1565" y="98"/>
                    <a:pt x="1" y="1456"/>
                    <a:pt x="1" y="3038"/>
                  </a:cubicBezTo>
                  <a:cubicBezTo>
                    <a:pt x="1" y="3692"/>
                    <a:pt x="276" y="4259"/>
                    <a:pt x="860" y="4689"/>
                  </a:cubicBezTo>
                  <a:cubicBezTo>
                    <a:pt x="860" y="4758"/>
                    <a:pt x="860" y="4758"/>
                    <a:pt x="929" y="4758"/>
                  </a:cubicBezTo>
                  <a:cubicBezTo>
                    <a:pt x="998" y="4758"/>
                    <a:pt x="1067" y="4758"/>
                    <a:pt x="1135" y="4689"/>
                  </a:cubicBezTo>
                  <a:cubicBezTo>
                    <a:pt x="1204" y="4620"/>
                    <a:pt x="1204" y="4465"/>
                    <a:pt x="1067" y="4396"/>
                  </a:cubicBezTo>
                  <a:cubicBezTo>
                    <a:pt x="637" y="3967"/>
                    <a:pt x="430" y="3537"/>
                    <a:pt x="430" y="3038"/>
                  </a:cubicBezTo>
                  <a:cubicBezTo>
                    <a:pt x="430" y="1680"/>
                    <a:pt x="1858" y="390"/>
                    <a:pt x="1858" y="390"/>
                  </a:cubicBezTo>
                  <a:cubicBezTo>
                    <a:pt x="1995" y="322"/>
                    <a:pt x="1995" y="167"/>
                    <a:pt x="1926" y="98"/>
                  </a:cubicBezTo>
                  <a:cubicBezTo>
                    <a:pt x="1878" y="50"/>
                    <a:pt x="1795" y="1"/>
                    <a:pt x="1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5958050" y="1248786"/>
              <a:ext cx="246862" cy="238360"/>
            </a:xfrm>
            <a:custGeom>
              <a:avLst/>
              <a:gdLst/>
              <a:ahLst/>
              <a:cxnLst/>
              <a:rect l="l" t="t" r="r" b="b"/>
              <a:pathLst>
                <a:path w="4936" h="4766" extrusionOk="0">
                  <a:moveTo>
                    <a:pt x="246" y="1"/>
                  </a:moveTo>
                  <a:cubicBezTo>
                    <a:pt x="171" y="1"/>
                    <a:pt x="109" y="39"/>
                    <a:pt x="70" y="127"/>
                  </a:cubicBezTo>
                  <a:cubicBezTo>
                    <a:pt x="1" y="488"/>
                    <a:pt x="1" y="764"/>
                    <a:pt x="1" y="987"/>
                  </a:cubicBezTo>
                  <a:cubicBezTo>
                    <a:pt x="70" y="1262"/>
                    <a:pt x="207" y="1417"/>
                    <a:pt x="431" y="1486"/>
                  </a:cubicBezTo>
                  <a:lnTo>
                    <a:pt x="568" y="1486"/>
                  </a:lnTo>
                  <a:cubicBezTo>
                    <a:pt x="614" y="1509"/>
                    <a:pt x="662" y="1516"/>
                    <a:pt x="708" y="1516"/>
                  </a:cubicBezTo>
                  <a:cubicBezTo>
                    <a:pt x="799" y="1516"/>
                    <a:pt x="883" y="1486"/>
                    <a:pt x="929" y="1486"/>
                  </a:cubicBezTo>
                  <a:cubicBezTo>
                    <a:pt x="861" y="1554"/>
                    <a:pt x="792" y="1692"/>
                    <a:pt x="792" y="1778"/>
                  </a:cubicBezTo>
                  <a:cubicBezTo>
                    <a:pt x="706" y="1847"/>
                    <a:pt x="637" y="1915"/>
                    <a:pt x="637" y="2053"/>
                  </a:cubicBezTo>
                  <a:cubicBezTo>
                    <a:pt x="637" y="2122"/>
                    <a:pt x="706" y="2345"/>
                    <a:pt x="861" y="2483"/>
                  </a:cubicBezTo>
                  <a:cubicBezTo>
                    <a:pt x="1160" y="2734"/>
                    <a:pt x="1634" y="2811"/>
                    <a:pt x="2086" y="2811"/>
                  </a:cubicBezTo>
                  <a:cubicBezTo>
                    <a:pt x="2283" y="2811"/>
                    <a:pt x="2476" y="2796"/>
                    <a:pt x="2649" y="2775"/>
                  </a:cubicBezTo>
                  <a:lnTo>
                    <a:pt x="2649" y="2775"/>
                  </a:lnTo>
                  <a:cubicBezTo>
                    <a:pt x="2288" y="3067"/>
                    <a:pt x="2081" y="3566"/>
                    <a:pt x="1995" y="3927"/>
                  </a:cubicBezTo>
                  <a:cubicBezTo>
                    <a:pt x="1995" y="4133"/>
                    <a:pt x="2081" y="4357"/>
                    <a:pt x="2219" y="4494"/>
                  </a:cubicBezTo>
                  <a:cubicBezTo>
                    <a:pt x="2356" y="4563"/>
                    <a:pt x="2511" y="4632"/>
                    <a:pt x="2717" y="4701"/>
                  </a:cubicBezTo>
                  <a:cubicBezTo>
                    <a:pt x="3001" y="4744"/>
                    <a:pt x="3306" y="4765"/>
                    <a:pt x="3603" y="4765"/>
                  </a:cubicBezTo>
                  <a:cubicBezTo>
                    <a:pt x="3899" y="4765"/>
                    <a:pt x="4187" y="4744"/>
                    <a:pt x="4437" y="4701"/>
                  </a:cubicBezTo>
                  <a:cubicBezTo>
                    <a:pt x="4574" y="4494"/>
                    <a:pt x="4574" y="4357"/>
                    <a:pt x="4574" y="4357"/>
                  </a:cubicBezTo>
                  <a:cubicBezTo>
                    <a:pt x="4574" y="4357"/>
                    <a:pt x="4729" y="4357"/>
                    <a:pt x="4935" y="4271"/>
                  </a:cubicBezTo>
                  <a:lnTo>
                    <a:pt x="4867" y="4271"/>
                  </a:lnTo>
                  <a:cubicBezTo>
                    <a:pt x="4540" y="4310"/>
                    <a:pt x="4083" y="4345"/>
                    <a:pt x="3655" y="4345"/>
                  </a:cubicBezTo>
                  <a:cubicBezTo>
                    <a:pt x="3137" y="4345"/>
                    <a:pt x="2662" y="4293"/>
                    <a:pt x="2511" y="4133"/>
                  </a:cubicBezTo>
                  <a:cubicBezTo>
                    <a:pt x="2425" y="4133"/>
                    <a:pt x="2356" y="4065"/>
                    <a:pt x="2425" y="3927"/>
                  </a:cubicBezTo>
                  <a:cubicBezTo>
                    <a:pt x="2425" y="3566"/>
                    <a:pt x="3010" y="2844"/>
                    <a:pt x="3577" y="2552"/>
                  </a:cubicBezTo>
                  <a:cubicBezTo>
                    <a:pt x="3646" y="2483"/>
                    <a:pt x="3715" y="2414"/>
                    <a:pt x="3646" y="2277"/>
                  </a:cubicBezTo>
                  <a:cubicBezTo>
                    <a:pt x="3646" y="2228"/>
                    <a:pt x="3578" y="2172"/>
                    <a:pt x="3514" y="2172"/>
                  </a:cubicBezTo>
                  <a:cubicBezTo>
                    <a:pt x="3487" y="2172"/>
                    <a:pt x="3460" y="2182"/>
                    <a:pt x="3440" y="2208"/>
                  </a:cubicBezTo>
                  <a:cubicBezTo>
                    <a:pt x="3124" y="2251"/>
                    <a:pt x="2494" y="2377"/>
                    <a:pt x="1942" y="2377"/>
                  </a:cubicBezTo>
                  <a:cubicBezTo>
                    <a:pt x="1620" y="2377"/>
                    <a:pt x="1326" y="2334"/>
                    <a:pt x="1136" y="2208"/>
                  </a:cubicBezTo>
                  <a:cubicBezTo>
                    <a:pt x="1067" y="2122"/>
                    <a:pt x="1067" y="2053"/>
                    <a:pt x="1067" y="2053"/>
                  </a:cubicBezTo>
                  <a:cubicBezTo>
                    <a:pt x="1067" y="1984"/>
                    <a:pt x="1136" y="1847"/>
                    <a:pt x="1290" y="1692"/>
                  </a:cubicBezTo>
                  <a:cubicBezTo>
                    <a:pt x="1565" y="1486"/>
                    <a:pt x="1995" y="1193"/>
                    <a:pt x="2356" y="987"/>
                  </a:cubicBezTo>
                  <a:lnTo>
                    <a:pt x="2425" y="918"/>
                  </a:lnTo>
                  <a:lnTo>
                    <a:pt x="2425" y="695"/>
                  </a:lnTo>
                  <a:cubicBezTo>
                    <a:pt x="2377" y="646"/>
                    <a:pt x="2293" y="597"/>
                    <a:pt x="2225" y="597"/>
                  </a:cubicBezTo>
                  <a:cubicBezTo>
                    <a:pt x="2196" y="597"/>
                    <a:pt x="2170" y="606"/>
                    <a:pt x="2150" y="626"/>
                  </a:cubicBezTo>
                  <a:cubicBezTo>
                    <a:pt x="2081" y="695"/>
                    <a:pt x="1927" y="764"/>
                    <a:pt x="1789" y="832"/>
                  </a:cubicBezTo>
                  <a:cubicBezTo>
                    <a:pt x="1497" y="987"/>
                    <a:pt x="1136" y="1056"/>
                    <a:pt x="929" y="1125"/>
                  </a:cubicBezTo>
                  <a:lnTo>
                    <a:pt x="568" y="1125"/>
                  </a:lnTo>
                  <a:cubicBezTo>
                    <a:pt x="500" y="1056"/>
                    <a:pt x="431" y="1056"/>
                    <a:pt x="431" y="918"/>
                  </a:cubicBezTo>
                  <a:cubicBezTo>
                    <a:pt x="362" y="764"/>
                    <a:pt x="431" y="488"/>
                    <a:pt x="500" y="265"/>
                  </a:cubicBezTo>
                  <a:cubicBezTo>
                    <a:pt x="500" y="196"/>
                    <a:pt x="500" y="127"/>
                    <a:pt x="431" y="59"/>
                  </a:cubicBezTo>
                  <a:cubicBezTo>
                    <a:pt x="365" y="22"/>
                    <a:pt x="302" y="1"/>
                    <a:pt x="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5903885" y="324487"/>
              <a:ext cx="79170" cy="855014"/>
            </a:xfrm>
            <a:custGeom>
              <a:avLst/>
              <a:gdLst/>
              <a:ahLst/>
              <a:cxnLst/>
              <a:rect l="l" t="t" r="r" b="b"/>
              <a:pathLst>
                <a:path w="1583" h="17096" extrusionOk="0">
                  <a:moveTo>
                    <a:pt x="209" y="0"/>
                  </a:moveTo>
                  <a:cubicBezTo>
                    <a:pt x="103" y="0"/>
                    <a:pt x="1" y="75"/>
                    <a:pt x="1" y="195"/>
                  </a:cubicBezTo>
                  <a:lnTo>
                    <a:pt x="362" y="17095"/>
                  </a:lnTo>
                  <a:cubicBezTo>
                    <a:pt x="499" y="16889"/>
                    <a:pt x="654" y="16734"/>
                    <a:pt x="860" y="16390"/>
                  </a:cubicBezTo>
                  <a:cubicBezTo>
                    <a:pt x="1084" y="16029"/>
                    <a:pt x="1290" y="15737"/>
                    <a:pt x="1583" y="15445"/>
                  </a:cubicBezTo>
                  <a:lnTo>
                    <a:pt x="431" y="195"/>
                  </a:lnTo>
                  <a:cubicBezTo>
                    <a:pt x="398" y="58"/>
                    <a:pt x="303" y="0"/>
                    <a:pt x="2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928842" y="1308452"/>
              <a:ext cx="93773" cy="283671"/>
            </a:xfrm>
            <a:custGeom>
              <a:avLst/>
              <a:gdLst/>
              <a:ahLst/>
              <a:cxnLst/>
              <a:rect l="l" t="t" r="r" b="b"/>
              <a:pathLst>
                <a:path w="1875" h="5672" extrusionOk="0">
                  <a:moveTo>
                    <a:pt x="722" y="0"/>
                  </a:moveTo>
                  <a:cubicBezTo>
                    <a:pt x="585" y="224"/>
                    <a:pt x="430" y="361"/>
                    <a:pt x="155" y="430"/>
                  </a:cubicBezTo>
                  <a:cubicBezTo>
                    <a:pt x="155" y="430"/>
                    <a:pt x="86" y="499"/>
                    <a:pt x="0" y="499"/>
                  </a:cubicBezTo>
                  <a:lnTo>
                    <a:pt x="155" y="5451"/>
                  </a:lnTo>
                  <a:cubicBezTo>
                    <a:pt x="584" y="5613"/>
                    <a:pt x="909" y="5671"/>
                    <a:pt x="1153" y="5671"/>
                  </a:cubicBezTo>
                  <a:cubicBezTo>
                    <a:pt x="1761" y="5671"/>
                    <a:pt x="1874" y="5313"/>
                    <a:pt x="1874" y="5313"/>
                  </a:cubicBezTo>
                  <a:lnTo>
                    <a:pt x="1513" y="1359"/>
                  </a:lnTo>
                  <a:cubicBezTo>
                    <a:pt x="1513" y="1359"/>
                    <a:pt x="1513" y="1290"/>
                    <a:pt x="1445" y="1290"/>
                  </a:cubicBezTo>
                  <a:cubicBezTo>
                    <a:pt x="1290" y="1152"/>
                    <a:pt x="1221" y="929"/>
                    <a:pt x="1221" y="860"/>
                  </a:cubicBezTo>
                  <a:cubicBezTo>
                    <a:pt x="1221" y="722"/>
                    <a:pt x="1290" y="654"/>
                    <a:pt x="1376" y="585"/>
                  </a:cubicBezTo>
                  <a:cubicBezTo>
                    <a:pt x="1376" y="499"/>
                    <a:pt x="1445" y="430"/>
                    <a:pt x="1445" y="361"/>
                  </a:cubicBezTo>
                  <a:lnTo>
                    <a:pt x="1445" y="293"/>
                  </a:lnTo>
                  <a:lnTo>
                    <a:pt x="1015" y="293"/>
                  </a:lnTo>
                  <a:cubicBezTo>
                    <a:pt x="860" y="224"/>
                    <a:pt x="791" y="155"/>
                    <a:pt x="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5796406" y="1179467"/>
              <a:ext cx="193548" cy="156339"/>
            </a:xfrm>
            <a:custGeom>
              <a:avLst/>
              <a:gdLst/>
              <a:ahLst/>
              <a:cxnLst/>
              <a:rect l="l" t="t" r="r" b="b"/>
              <a:pathLst>
                <a:path w="3870" h="3126" extrusionOk="0">
                  <a:moveTo>
                    <a:pt x="2511" y="0"/>
                  </a:moveTo>
                  <a:cubicBezTo>
                    <a:pt x="2373" y="224"/>
                    <a:pt x="2373" y="293"/>
                    <a:pt x="2373" y="293"/>
                  </a:cubicBezTo>
                  <a:cubicBezTo>
                    <a:pt x="2373" y="293"/>
                    <a:pt x="2304" y="293"/>
                    <a:pt x="2150" y="224"/>
                  </a:cubicBezTo>
                  <a:lnTo>
                    <a:pt x="2150" y="224"/>
                  </a:lnTo>
                  <a:cubicBezTo>
                    <a:pt x="2580" y="654"/>
                    <a:pt x="3370" y="1513"/>
                    <a:pt x="3078" y="2304"/>
                  </a:cubicBezTo>
                  <a:cubicBezTo>
                    <a:pt x="3009" y="2442"/>
                    <a:pt x="2872" y="2579"/>
                    <a:pt x="2734" y="2648"/>
                  </a:cubicBezTo>
                  <a:cubicBezTo>
                    <a:pt x="2607" y="2687"/>
                    <a:pt x="2462" y="2704"/>
                    <a:pt x="2308" y="2704"/>
                  </a:cubicBezTo>
                  <a:cubicBezTo>
                    <a:pt x="1584" y="2704"/>
                    <a:pt x="647" y="2334"/>
                    <a:pt x="293" y="2150"/>
                  </a:cubicBezTo>
                  <a:cubicBezTo>
                    <a:pt x="273" y="2129"/>
                    <a:pt x="245" y="2121"/>
                    <a:pt x="215" y="2121"/>
                  </a:cubicBezTo>
                  <a:cubicBezTo>
                    <a:pt x="141" y="2121"/>
                    <a:pt x="49" y="2170"/>
                    <a:pt x="1" y="2218"/>
                  </a:cubicBezTo>
                  <a:cubicBezTo>
                    <a:pt x="1" y="2373"/>
                    <a:pt x="1" y="2442"/>
                    <a:pt x="155" y="2511"/>
                  </a:cubicBezTo>
                  <a:cubicBezTo>
                    <a:pt x="155" y="2511"/>
                    <a:pt x="860" y="2872"/>
                    <a:pt x="1651" y="3009"/>
                  </a:cubicBezTo>
                  <a:cubicBezTo>
                    <a:pt x="1866" y="3087"/>
                    <a:pt x="2081" y="3125"/>
                    <a:pt x="2279" y="3125"/>
                  </a:cubicBezTo>
                  <a:cubicBezTo>
                    <a:pt x="2476" y="3125"/>
                    <a:pt x="2657" y="3087"/>
                    <a:pt x="2803" y="3009"/>
                  </a:cubicBezTo>
                  <a:cubicBezTo>
                    <a:pt x="3078" y="2940"/>
                    <a:pt x="3302" y="2734"/>
                    <a:pt x="3439" y="2442"/>
                  </a:cubicBezTo>
                  <a:cubicBezTo>
                    <a:pt x="3869" y="1445"/>
                    <a:pt x="3009" y="499"/>
                    <a:pt x="2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4342365" y="1372919"/>
              <a:ext cx="1751588" cy="1178945"/>
            </a:xfrm>
            <a:custGeom>
              <a:avLst/>
              <a:gdLst/>
              <a:ahLst/>
              <a:cxnLst/>
              <a:rect l="l" t="t" r="r" b="b"/>
              <a:pathLst>
                <a:path w="35023" h="23573" extrusionOk="0">
                  <a:moveTo>
                    <a:pt x="19702" y="14254"/>
                  </a:moveTo>
                  <a:cubicBezTo>
                    <a:pt x="19665" y="14275"/>
                    <a:pt x="19635" y="14294"/>
                    <a:pt x="19617" y="14309"/>
                  </a:cubicBezTo>
                  <a:lnTo>
                    <a:pt x="19617" y="14309"/>
                  </a:lnTo>
                  <a:lnTo>
                    <a:pt x="19617" y="14254"/>
                  </a:lnTo>
                  <a:close/>
                  <a:moveTo>
                    <a:pt x="21491" y="14340"/>
                  </a:moveTo>
                  <a:lnTo>
                    <a:pt x="21491" y="14409"/>
                  </a:lnTo>
                  <a:lnTo>
                    <a:pt x="21362" y="14340"/>
                  </a:lnTo>
                  <a:close/>
                  <a:moveTo>
                    <a:pt x="8081" y="1"/>
                  </a:moveTo>
                  <a:lnTo>
                    <a:pt x="0" y="2872"/>
                  </a:lnTo>
                  <a:lnTo>
                    <a:pt x="138" y="3371"/>
                  </a:lnTo>
                  <a:cubicBezTo>
                    <a:pt x="206" y="3508"/>
                    <a:pt x="206" y="3594"/>
                    <a:pt x="275" y="3732"/>
                  </a:cubicBezTo>
                  <a:cubicBezTo>
                    <a:pt x="344" y="3869"/>
                    <a:pt x="344" y="4024"/>
                    <a:pt x="430" y="4093"/>
                  </a:cubicBezTo>
                  <a:cubicBezTo>
                    <a:pt x="499" y="4230"/>
                    <a:pt x="499" y="4368"/>
                    <a:pt x="567" y="4523"/>
                  </a:cubicBezTo>
                  <a:cubicBezTo>
                    <a:pt x="774" y="4952"/>
                    <a:pt x="997" y="5451"/>
                    <a:pt x="1204" y="5881"/>
                  </a:cubicBezTo>
                  <a:cubicBezTo>
                    <a:pt x="1633" y="6878"/>
                    <a:pt x="2063" y="7738"/>
                    <a:pt x="2579" y="8666"/>
                  </a:cubicBezTo>
                  <a:cubicBezTo>
                    <a:pt x="3576" y="10385"/>
                    <a:pt x="4728" y="12105"/>
                    <a:pt x="6018" y="13687"/>
                  </a:cubicBezTo>
                  <a:lnTo>
                    <a:pt x="6516" y="14340"/>
                  </a:lnTo>
                  <a:cubicBezTo>
                    <a:pt x="6723" y="14546"/>
                    <a:pt x="6877" y="14684"/>
                    <a:pt x="7015" y="14907"/>
                  </a:cubicBezTo>
                  <a:cubicBezTo>
                    <a:pt x="7221" y="15114"/>
                    <a:pt x="7376" y="15268"/>
                    <a:pt x="7513" y="15475"/>
                  </a:cubicBezTo>
                  <a:lnTo>
                    <a:pt x="8081" y="16059"/>
                  </a:lnTo>
                  <a:cubicBezTo>
                    <a:pt x="8803" y="16764"/>
                    <a:pt x="9525" y="17555"/>
                    <a:pt x="10385" y="18208"/>
                  </a:cubicBezTo>
                  <a:cubicBezTo>
                    <a:pt x="11090" y="18913"/>
                    <a:pt x="11949" y="19567"/>
                    <a:pt x="12809" y="20203"/>
                  </a:cubicBezTo>
                  <a:cubicBezTo>
                    <a:pt x="13669" y="20787"/>
                    <a:pt x="14614" y="21355"/>
                    <a:pt x="15474" y="21922"/>
                  </a:cubicBezTo>
                  <a:cubicBezTo>
                    <a:pt x="15749" y="21991"/>
                    <a:pt x="15972" y="22146"/>
                    <a:pt x="16179" y="22283"/>
                  </a:cubicBezTo>
                  <a:lnTo>
                    <a:pt x="16901" y="22644"/>
                  </a:lnTo>
                  <a:lnTo>
                    <a:pt x="17262" y="22851"/>
                  </a:lnTo>
                  <a:lnTo>
                    <a:pt x="17331" y="22851"/>
                  </a:lnTo>
                  <a:lnTo>
                    <a:pt x="17468" y="22936"/>
                  </a:lnTo>
                  <a:lnTo>
                    <a:pt x="17623" y="23005"/>
                  </a:lnTo>
                  <a:cubicBezTo>
                    <a:pt x="17761" y="23074"/>
                    <a:pt x="17898" y="23143"/>
                    <a:pt x="18053" y="23212"/>
                  </a:cubicBezTo>
                  <a:cubicBezTo>
                    <a:pt x="18758" y="23435"/>
                    <a:pt x="19480" y="23573"/>
                    <a:pt x="20202" y="23573"/>
                  </a:cubicBezTo>
                  <a:lnTo>
                    <a:pt x="21268" y="23573"/>
                  </a:lnTo>
                  <a:cubicBezTo>
                    <a:pt x="21405" y="23504"/>
                    <a:pt x="21560" y="23504"/>
                    <a:pt x="21767" y="23435"/>
                  </a:cubicBezTo>
                  <a:cubicBezTo>
                    <a:pt x="21921" y="23435"/>
                    <a:pt x="22059" y="23435"/>
                    <a:pt x="22196" y="23366"/>
                  </a:cubicBezTo>
                  <a:cubicBezTo>
                    <a:pt x="22265" y="23366"/>
                    <a:pt x="22351" y="23366"/>
                    <a:pt x="22420" y="23280"/>
                  </a:cubicBezTo>
                  <a:lnTo>
                    <a:pt x="22626" y="23212"/>
                  </a:lnTo>
                  <a:cubicBezTo>
                    <a:pt x="22781" y="23212"/>
                    <a:pt x="22850" y="23143"/>
                    <a:pt x="22987" y="23074"/>
                  </a:cubicBezTo>
                  <a:cubicBezTo>
                    <a:pt x="23125" y="23074"/>
                    <a:pt x="23280" y="23005"/>
                    <a:pt x="23348" y="22936"/>
                  </a:cubicBezTo>
                  <a:cubicBezTo>
                    <a:pt x="23417" y="22936"/>
                    <a:pt x="23486" y="22936"/>
                    <a:pt x="23555" y="22851"/>
                  </a:cubicBezTo>
                  <a:lnTo>
                    <a:pt x="23709" y="22782"/>
                  </a:lnTo>
                  <a:cubicBezTo>
                    <a:pt x="24569" y="22352"/>
                    <a:pt x="25205" y="21922"/>
                    <a:pt x="25790" y="21423"/>
                  </a:cubicBezTo>
                  <a:cubicBezTo>
                    <a:pt x="26357" y="20994"/>
                    <a:pt x="26787" y="20495"/>
                    <a:pt x="27217" y="20065"/>
                  </a:cubicBezTo>
                  <a:cubicBezTo>
                    <a:pt x="27578" y="19635"/>
                    <a:pt x="27939" y="19206"/>
                    <a:pt x="28283" y="18776"/>
                  </a:cubicBezTo>
                  <a:cubicBezTo>
                    <a:pt x="29005" y="17847"/>
                    <a:pt x="29572" y="16988"/>
                    <a:pt x="30088" y="16128"/>
                  </a:cubicBezTo>
                  <a:cubicBezTo>
                    <a:pt x="30363" y="15698"/>
                    <a:pt x="30655" y="15268"/>
                    <a:pt x="30862" y="14839"/>
                  </a:cubicBezTo>
                  <a:cubicBezTo>
                    <a:pt x="31154" y="14409"/>
                    <a:pt x="31377" y="13979"/>
                    <a:pt x="31584" y="13480"/>
                  </a:cubicBezTo>
                  <a:lnTo>
                    <a:pt x="32873" y="10901"/>
                  </a:lnTo>
                  <a:cubicBezTo>
                    <a:pt x="33303" y="10042"/>
                    <a:pt x="33664" y="9096"/>
                    <a:pt x="34025" y="8236"/>
                  </a:cubicBezTo>
                  <a:cubicBezTo>
                    <a:pt x="34163" y="7807"/>
                    <a:pt x="34386" y="7308"/>
                    <a:pt x="34524" y="6878"/>
                  </a:cubicBezTo>
                  <a:lnTo>
                    <a:pt x="34816" y="6242"/>
                  </a:lnTo>
                  <a:lnTo>
                    <a:pt x="34885" y="5881"/>
                  </a:lnTo>
                  <a:lnTo>
                    <a:pt x="35022" y="5520"/>
                  </a:lnTo>
                  <a:lnTo>
                    <a:pt x="27509" y="2373"/>
                  </a:lnTo>
                  <a:lnTo>
                    <a:pt x="26924" y="3508"/>
                  </a:lnTo>
                  <a:cubicBezTo>
                    <a:pt x="26718" y="3869"/>
                    <a:pt x="26495" y="4230"/>
                    <a:pt x="26288" y="4660"/>
                  </a:cubicBezTo>
                  <a:cubicBezTo>
                    <a:pt x="25927" y="5382"/>
                    <a:pt x="25497" y="6173"/>
                    <a:pt x="25068" y="6878"/>
                  </a:cubicBezTo>
                  <a:cubicBezTo>
                    <a:pt x="24638" y="7600"/>
                    <a:pt x="24208" y="8391"/>
                    <a:pt x="23778" y="9096"/>
                  </a:cubicBezTo>
                  <a:cubicBezTo>
                    <a:pt x="23348" y="9749"/>
                    <a:pt x="22850" y="10471"/>
                    <a:pt x="22420" y="11108"/>
                  </a:cubicBezTo>
                  <a:cubicBezTo>
                    <a:pt x="21990" y="11761"/>
                    <a:pt x="21491" y="12397"/>
                    <a:pt x="21062" y="12964"/>
                  </a:cubicBezTo>
                  <a:cubicBezTo>
                    <a:pt x="20838" y="13188"/>
                    <a:pt x="20632" y="13480"/>
                    <a:pt x="20408" y="13687"/>
                  </a:cubicBezTo>
                  <a:cubicBezTo>
                    <a:pt x="20391" y="13705"/>
                    <a:pt x="20374" y="13722"/>
                    <a:pt x="20357" y="13740"/>
                  </a:cubicBezTo>
                  <a:lnTo>
                    <a:pt x="20357" y="13740"/>
                  </a:lnTo>
                  <a:cubicBezTo>
                    <a:pt x="20328" y="13719"/>
                    <a:pt x="20300" y="13701"/>
                    <a:pt x="20271" y="13687"/>
                  </a:cubicBezTo>
                  <a:cubicBezTo>
                    <a:pt x="19549" y="13326"/>
                    <a:pt x="18981" y="12896"/>
                    <a:pt x="18328" y="12466"/>
                  </a:cubicBezTo>
                  <a:cubicBezTo>
                    <a:pt x="17692" y="12036"/>
                    <a:pt x="17107" y="11537"/>
                    <a:pt x="16540" y="11039"/>
                  </a:cubicBezTo>
                  <a:cubicBezTo>
                    <a:pt x="16248" y="10815"/>
                    <a:pt x="15972" y="10540"/>
                    <a:pt x="15680" y="10317"/>
                  </a:cubicBezTo>
                  <a:cubicBezTo>
                    <a:pt x="15543" y="10179"/>
                    <a:pt x="15388" y="10042"/>
                    <a:pt x="15250" y="9887"/>
                  </a:cubicBezTo>
                  <a:cubicBezTo>
                    <a:pt x="15113" y="9749"/>
                    <a:pt x="14958" y="9612"/>
                    <a:pt x="14820" y="9457"/>
                  </a:cubicBezTo>
                  <a:cubicBezTo>
                    <a:pt x="14253" y="8958"/>
                    <a:pt x="13755" y="8391"/>
                    <a:pt x="13239" y="7738"/>
                  </a:cubicBezTo>
                  <a:cubicBezTo>
                    <a:pt x="12964" y="7463"/>
                    <a:pt x="12671" y="7170"/>
                    <a:pt x="12465" y="6878"/>
                  </a:cubicBezTo>
                  <a:cubicBezTo>
                    <a:pt x="12242" y="6517"/>
                    <a:pt x="11949" y="6242"/>
                    <a:pt x="11743" y="5950"/>
                  </a:cubicBezTo>
                  <a:cubicBezTo>
                    <a:pt x="11244" y="5314"/>
                    <a:pt x="10815" y="4591"/>
                    <a:pt x="10385" y="3938"/>
                  </a:cubicBezTo>
                  <a:cubicBezTo>
                    <a:pt x="9955" y="3302"/>
                    <a:pt x="9525" y="2580"/>
                    <a:pt x="9095" y="1944"/>
                  </a:cubicBezTo>
                  <a:cubicBezTo>
                    <a:pt x="8940" y="1583"/>
                    <a:pt x="8734" y="1222"/>
                    <a:pt x="8597" y="860"/>
                  </a:cubicBezTo>
                  <a:cubicBezTo>
                    <a:pt x="8511" y="792"/>
                    <a:pt x="8442" y="723"/>
                    <a:pt x="8442" y="654"/>
                  </a:cubicBezTo>
                  <a:cubicBezTo>
                    <a:pt x="8373" y="499"/>
                    <a:pt x="8373" y="431"/>
                    <a:pt x="8304" y="362"/>
                  </a:cubicBezTo>
                  <a:lnTo>
                    <a:pt x="8167" y="156"/>
                  </a:lnTo>
                  <a:lnTo>
                    <a:pt x="81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5817912" y="1630288"/>
              <a:ext cx="61115" cy="55464"/>
            </a:xfrm>
            <a:custGeom>
              <a:avLst/>
              <a:gdLst/>
              <a:ahLst/>
              <a:cxnLst/>
              <a:rect l="l" t="t" r="r" b="b"/>
              <a:pathLst>
                <a:path w="1222" h="1109" extrusionOk="0">
                  <a:moveTo>
                    <a:pt x="607" y="0"/>
                  </a:moveTo>
                  <a:cubicBezTo>
                    <a:pt x="571" y="0"/>
                    <a:pt x="535" y="4"/>
                    <a:pt x="499" y="13"/>
                  </a:cubicBezTo>
                  <a:cubicBezTo>
                    <a:pt x="224" y="13"/>
                    <a:pt x="0" y="305"/>
                    <a:pt x="69" y="666"/>
                  </a:cubicBezTo>
                  <a:cubicBezTo>
                    <a:pt x="69" y="907"/>
                    <a:pt x="293" y="1108"/>
                    <a:pt x="592" y="1108"/>
                  </a:cubicBezTo>
                  <a:cubicBezTo>
                    <a:pt x="634" y="1108"/>
                    <a:pt x="678" y="1104"/>
                    <a:pt x="723" y="1096"/>
                  </a:cubicBezTo>
                  <a:cubicBezTo>
                    <a:pt x="1015" y="1027"/>
                    <a:pt x="1221" y="735"/>
                    <a:pt x="1152" y="443"/>
                  </a:cubicBezTo>
                  <a:cubicBezTo>
                    <a:pt x="1092" y="202"/>
                    <a:pt x="860" y="0"/>
                    <a:pt x="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5344985" y="2049201"/>
              <a:ext cx="97224" cy="217754"/>
            </a:xfrm>
            <a:custGeom>
              <a:avLst/>
              <a:gdLst/>
              <a:ahLst/>
              <a:cxnLst/>
              <a:rect l="l" t="t" r="r" b="b"/>
              <a:pathLst>
                <a:path w="1944" h="4354" extrusionOk="0">
                  <a:moveTo>
                    <a:pt x="332" y="0"/>
                  </a:moveTo>
                  <a:cubicBezTo>
                    <a:pt x="297" y="0"/>
                    <a:pt x="261" y="9"/>
                    <a:pt x="224" y="27"/>
                  </a:cubicBezTo>
                  <a:cubicBezTo>
                    <a:pt x="69" y="27"/>
                    <a:pt x="0" y="165"/>
                    <a:pt x="69" y="302"/>
                  </a:cubicBezTo>
                  <a:cubicBezTo>
                    <a:pt x="69" y="388"/>
                    <a:pt x="585" y="2606"/>
                    <a:pt x="1444" y="4257"/>
                  </a:cubicBezTo>
                  <a:cubicBezTo>
                    <a:pt x="1493" y="4305"/>
                    <a:pt x="1576" y="4354"/>
                    <a:pt x="1645" y="4354"/>
                  </a:cubicBezTo>
                  <a:cubicBezTo>
                    <a:pt x="1673" y="4354"/>
                    <a:pt x="1699" y="4345"/>
                    <a:pt x="1720" y="4325"/>
                  </a:cubicBezTo>
                  <a:lnTo>
                    <a:pt x="1788" y="4325"/>
                  </a:lnTo>
                  <a:cubicBezTo>
                    <a:pt x="1874" y="4257"/>
                    <a:pt x="1943" y="4102"/>
                    <a:pt x="1874" y="3964"/>
                  </a:cubicBezTo>
                  <a:cubicBezTo>
                    <a:pt x="1015" y="2382"/>
                    <a:pt x="499" y="233"/>
                    <a:pt x="499" y="165"/>
                  </a:cubicBezTo>
                  <a:cubicBezTo>
                    <a:pt x="499" y="64"/>
                    <a:pt x="425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5320028" y="2062955"/>
              <a:ext cx="57664" cy="138085"/>
            </a:xfrm>
            <a:custGeom>
              <a:avLst/>
              <a:gdLst/>
              <a:ahLst/>
              <a:cxnLst/>
              <a:rect l="l" t="t" r="r" b="b"/>
              <a:pathLst>
                <a:path w="1153" h="2761" extrusionOk="0">
                  <a:moveTo>
                    <a:pt x="863" y="0"/>
                  </a:moveTo>
                  <a:cubicBezTo>
                    <a:pt x="793" y="0"/>
                    <a:pt x="705" y="68"/>
                    <a:pt x="654" y="182"/>
                  </a:cubicBezTo>
                  <a:cubicBezTo>
                    <a:pt x="362" y="680"/>
                    <a:pt x="1" y="2400"/>
                    <a:pt x="1" y="2469"/>
                  </a:cubicBezTo>
                  <a:cubicBezTo>
                    <a:pt x="1" y="2606"/>
                    <a:pt x="69" y="2761"/>
                    <a:pt x="224" y="2761"/>
                  </a:cubicBezTo>
                  <a:lnTo>
                    <a:pt x="293" y="2761"/>
                  </a:lnTo>
                  <a:cubicBezTo>
                    <a:pt x="362" y="2761"/>
                    <a:pt x="430" y="2692"/>
                    <a:pt x="499" y="2537"/>
                  </a:cubicBezTo>
                  <a:cubicBezTo>
                    <a:pt x="499" y="2537"/>
                    <a:pt x="860" y="887"/>
                    <a:pt x="1084" y="388"/>
                  </a:cubicBezTo>
                  <a:cubicBezTo>
                    <a:pt x="1153" y="251"/>
                    <a:pt x="1084" y="113"/>
                    <a:pt x="929" y="27"/>
                  </a:cubicBezTo>
                  <a:cubicBezTo>
                    <a:pt x="911" y="9"/>
                    <a:pt x="888" y="0"/>
                    <a:pt x="8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42"/>
            <p:cNvSpPr/>
            <p:nvPr/>
          </p:nvSpPr>
          <p:spPr>
            <a:xfrm>
              <a:off x="5614107" y="1654495"/>
              <a:ext cx="415354" cy="202601"/>
            </a:xfrm>
            <a:custGeom>
              <a:avLst/>
              <a:gdLst/>
              <a:ahLst/>
              <a:cxnLst/>
              <a:rect l="l" t="t" r="r" b="b"/>
              <a:pathLst>
                <a:path w="8305" h="4051" extrusionOk="0">
                  <a:moveTo>
                    <a:pt x="244" y="1"/>
                  </a:moveTo>
                  <a:cubicBezTo>
                    <a:pt x="139" y="1"/>
                    <a:pt x="51" y="68"/>
                    <a:pt x="1" y="182"/>
                  </a:cubicBezTo>
                  <a:cubicBezTo>
                    <a:pt x="1" y="251"/>
                    <a:pt x="69" y="388"/>
                    <a:pt x="138" y="457"/>
                  </a:cubicBezTo>
                  <a:cubicBezTo>
                    <a:pt x="207" y="457"/>
                    <a:pt x="5434" y="2538"/>
                    <a:pt x="7875" y="4051"/>
                  </a:cubicBezTo>
                  <a:lnTo>
                    <a:pt x="8099" y="4051"/>
                  </a:lnTo>
                  <a:cubicBezTo>
                    <a:pt x="8167" y="4051"/>
                    <a:pt x="8167" y="3982"/>
                    <a:pt x="8236" y="3982"/>
                  </a:cubicBezTo>
                  <a:cubicBezTo>
                    <a:pt x="8305" y="3827"/>
                    <a:pt x="8236" y="3690"/>
                    <a:pt x="8167" y="3621"/>
                  </a:cubicBezTo>
                  <a:cubicBezTo>
                    <a:pt x="5657" y="2108"/>
                    <a:pt x="430" y="27"/>
                    <a:pt x="362" y="27"/>
                  </a:cubicBezTo>
                  <a:cubicBezTo>
                    <a:pt x="321" y="9"/>
                    <a:pt x="282" y="1"/>
                    <a:pt x="2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42"/>
            <p:cNvSpPr/>
            <p:nvPr/>
          </p:nvSpPr>
          <p:spPr>
            <a:xfrm>
              <a:off x="5885830" y="1601080"/>
              <a:ext cx="107527" cy="194949"/>
            </a:xfrm>
            <a:custGeom>
              <a:avLst/>
              <a:gdLst/>
              <a:ahLst/>
              <a:cxnLst/>
              <a:rect l="l" t="t" r="r" b="b"/>
              <a:pathLst>
                <a:path w="2150" h="3898" extrusionOk="0">
                  <a:moveTo>
                    <a:pt x="1890" y="1"/>
                  </a:moveTo>
                  <a:cubicBezTo>
                    <a:pt x="1791" y="1"/>
                    <a:pt x="1700" y="50"/>
                    <a:pt x="1651" y="98"/>
                  </a:cubicBezTo>
                  <a:lnTo>
                    <a:pt x="1" y="3537"/>
                  </a:lnTo>
                  <a:cubicBezTo>
                    <a:pt x="1" y="3674"/>
                    <a:pt x="1" y="3829"/>
                    <a:pt x="155" y="3898"/>
                  </a:cubicBezTo>
                  <a:lnTo>
                    <a:pt x="293" y="3898"/>
                  </a:lnTo>
                  <a:cubicBezTo>
                    <a:pt x="362" y="3898"/>
                    <a:pt x="431" y="3829"/>
                    <a:pt x="431" y="3760"/>
                  </a:cubicBezTo>
                  <a:lnTo>
                    <a:pt x="2081" y="322"/>
                  </a:lnTo>
                  <a:cubicBezTo>
                    <a:pt x="2150" y="236"/>
                    <a:pt x="2081" y="98"/>
                    <a:pt x="2012" y="29"/>
                  </a:cubicBezTo>
                  <a:cubicBezTo>
                    <a:pt x="1972" y="9"/>
                    <a:pt x="1930" y="1"/>
                    <a:pt x="18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3421418" y="3386811"/>
              <a:ext cx="1554689" cy="926282"/>
            </a:xfrm>
            <a:custGeom>
              <a:avLst/>
              <a:gdLst/>
              <a:ahLst/>
              <a:cxnLst/>
              <a:rect l="l" t="t" r="r" b="b"/>
              <a:pathLst>
                <a:path w="31086" h="18521" extrusionOk="0">
                  <a:moveTo>
                    <a:pt x="26426" y="0"/>
                  </a:moveTo>
                  <a:lnTo>
                    <a:pt x="568" y="5519"/>
                  </a:lnTo>
                  <a:cubicBezTo>
                    <a:pt x="568" y="5519"/>
                    <a:pt x="0" y="11038"/>
                    <a:pt x="997" y="14975"/>
                  </a:cubicBezTo>
                  <a:cubicBezTo>
                    <a:pt x="997" y="15182"/>
                    <a:pt x="1066" y="15405"/>
                    <a:pt x="1135" y="15612"/>
                  </a:cubicBezTo>
                  <a:cubicBezTo>
                    <a:pt x="1221" y="15904"/>
                    <a:pt x="1358" y="16196"/>
                    <a:pt x="1427" y="16402"/>
                  </a:cubicBezTo>
                  <a:cubicBezTo>
                    <a:pt x="2055" y="17901"/>
                    <a:pt x="5399" y="18521"/>
                    <a:pt x="9624" y="18521"/>
                  </a:cubicBezTo>
                  <a:cubicBezTo>
                    <a:pt x="11651" y="18521"/>
                    <a:pt x="13881" y="18378"/>
                    <a:pt x="16110" y="18122"/>
                  </a:cubicBezTo>
                  <a:cubicBezTo>
                    <a:pt x="21423" y="17554"/>
                    <a:pt x="26650" y="16265"/>
                    <a:pt x="28936" y="14752"/>
                  </a:cubicBezTo>
                  <a:cubicBezTo>
                    <a:pt x="31085" y="13325"/>
                    <a:pt x="26426" y="0"/>
                    <a:pt x="264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4245189" y="3949162"/>
              <a:ext cx="767042" cy="1350888"/>
            </a:xfrm>
            <a:custGeom>
              <a:avLst/>
              <a:gdLst/>
              <a:ahLst/>
              <a:cxnLst/>
              <a:rect l="l" t="t" r="r" b="b"/>
              <a:pathLst>
                <a:path w="15337" h="27011" extrusionOk="0">
                  <a:moveTo>
                    <a:pt x="12895" y="0"/>
                  </a:moveTo>
                  <a:lnTo>
                    <a:pt x="10385" y="1152"/>
                  </a:lnTo>
                  <a:lnTo>
                    <a:pt x="9817" y="1428"/>
                  </a:lnTo>
                  <a:lnTo>
                    <a:pt x="0" y="5949"/>
                  </a:lnTo>
                  <a:lnTo>
                    <a:pt x="138" y="6809"/>
                  </a:lnTo>
                  <a:lnTo>
                    <a:pt x="2510" y="27011"/>
                  </a:lnTo>
                  <a:lnTo>
                    <a:pt x="15336" y="27011"/>
                  </a:lnTo>
                  <a:cubicBezTo>
                    <a:pt x="14838" y="19910"/>
                    <a:pt x="14116" y="11898"/>
                    <a:pt x="13256" y="3508"/>
                  </a:cubicBezTo>
                  <a:cubicBezTo>
                    <a:pt x="13256" y="3302"/>
                    <a:pt x="13256" y="3078"/>
                    <a:pt x="13187" y="2872"/>
                  </a:cubicBezTo>
                  <a:cubicBezTo>
                    <a:pt x="13119" y="2150"/>
                    <a:pt x="13033" y="1359"/>
                    <a:pt x="12964" y="654"/>
                  </a:cubicBezTo>
                  <a:cubicBezTo>
                    <a:pt x="12964" y="430"/>
                    <a:pt x="12895" y="224"/>
                    <a:pt x="128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42"/>
            <p:cNvSpPr/>
            <p:nvPr/>
          </p:nvSpPr>
          <p:spPr>
            <a:xfrm>
              <a:off x="4313108" y="4296555"/>
              <a:ext cx="165141" cy="1003501"/>
            </a:xfrm>
            <a:custGeom>
              <a:avLst/>
              <a:gdLst/>
              <a:ahLst/>
              <a:cxnLst/>
              <a:rect l="l" t="t" r="r" b="b"/>
              <a:pathLst>
                <a:path w="3302" h="20065" extrusionOk="0">
                  <a:moveTo>
                    <a:pt x="293" y="1"/>
                  </a:moveTo>
                  <a:cubicBezTo>
                    <a:pt x="155" y="1"/>
                    <a:pt x="0" y="224"/>
                    <a:pt x="69" y="362"/>
                  </a:cubicBezTo>
                  <a:lnTo>
                    <a:pt x="2648" y="20065"/>
                  </a:lnTo>
                  <a:lnTo>
                    <a:pt x="3302" y="20065"/>
                  </a:lnTo>
                  <a:lnTo>
                    <a:pt x="654" y="293"/>
                  </a:lnTo>
                  <a:cubicBezTo>
                    <a:pt x="654" y="69"/>
                    <a:pt x="499" y="1"/>
                    <a:pt x="293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42"/>
            <p:cNvSpPr/>
            <p:nvPr/>
          </p:nvSpPr>
          <p:spPr>
            <a:xfrm>
              <a:off x="4596034" y="3716149"/>
              <a:ext cx="312178" cy="408452"/>
            </a:xfrm>
            <a:custGeom>
              <a:avLst/>
              <a:gdLst/>
              <a:ahLst/>
              <a:cxnLst/>
              <a:rect l="l" t="t" r="r" b="b"/>
              <a:pathLst>
                <a:path w="6242" h="8167" extrusionOk="0">
                  <a:moveTo>
                    <a:pt x="292" y="0"/>
                  </a:moveTo>
                  <a:cubicBezTo>
                    <a:pt x="86" y="69"/>
                    <a:pt x="0" y="224"/>
                    <a:pt x="0" y="430"/>
                  </a:cubicBezTo>
                  <a:cubicBezTo>
                    <a:pt x="86" y="585"/>
                    <a:pt x="653" y="3800"/>
                    <a:pt x="2802" y="6087"/>
                  </a:cubicBezTo>
                  <a:cubicBezTo>
                    <a:pt x="3232" y="6602"/>
                    <a:pt x="3662" y="7032"/>
                    <a:pt x="4230" y="7376"/>
                  </a:cubicBezTo>
                  <a:cubicBezTo>
                    <a:pt x="4659" y="7599"/>
                    <a:pt x="5089" y="7806"/>
                    <a:pt x="5588" y="8029"/>
                  </a:cubicBezTo>
                  <a:cubicBezTo>
                    <a:pt x="5811" y="8098"/>
                    <a:pt x="6018" y="8167"/>
                    <a:pt x="6241" y="8167"/>
                  </a:cubicBezTo>
                  <a:cubicBezTo>
                    <a:pt x="6241" y="7961"/>
                    <a:pt x="6241" y="7737"/>
                    <a:pt x="6172" y="7531"/>
                  </a:cubicBezTo>
                  <a:cubicBezTo>
                    <a:pt x="6104" y="7531"/>
                    <a:pt x="5949" y="7462"/>
                    <a:pt x="5880" y="7462"/>
                  </a:cubicBezTo>
                  <a:cubicBezTo>
                    <a:pt x="5450" y="7307"/>
                    <a:pt x="5020" y="7101"/>
                    <a:pt x="4591" y="6809"/>
                  </a:cubicBezTo>
                  <a:cubicBezTo>
                    <a:pt x="4161" y="6516"/>
                    <a:pt x="3731" y="6172"/>
                    <a:pt x="3370" y="5811"/>
                  </a:cubicBezTo>
                  <a:cubicBezTo>
                    <a:pt x="1289" y="3662"/>
                    <a:pt x="653" y="361"/>
                    <a:pt x="653" y="292"/>
                  </a:cubicBezTo>
                  <a:cubicBezTo>
                    <a:pt x="585" y="155"/>
                    <a:pt x="430" y="0"/>
                    <a:pt x="292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4256342" y="3533850"/>
              <a:ext cx="78320" cy="705976"/>
            </a:xfrm>
            <a:custGeom>
              <a:avLst/>
              <a:gdLst/>
              <a:ahLst/>
              <a:cxnLst/>
              <a:rect l="l" t="t" r="r" b="b"/>
              <a:pathLst>
                <a:path w="1566" h="14116" extrusionOk="0">
                  <a:moveTo>
                    <a:pt x="499" y="0"/>
                  </a:moveTo>
                  <a:cubicBezTo>
                    <a:pt x="345" y="0"/>
                    <a:pt x="207" y="0"/>
                    <a:pt x="1" y="69"/>
                  </a:cubicBezTo>
                  <a:cubicBezTo>
                    <a:pt x="69" y="430"/>
                    <a:pt x="69" y="860"/>
                    <a:pt x="138" y="1358"/>
                  </a:cubicBezTo>
                  <a:lnTo>
                    <a:pt x="138" y="1857"/>
                  </a:lnTo>
                  <a:cubicBezTo>
                    <a:pt x="345" y="4075"/>
                    <a:pt x="637" y="7238"/>
                    <a:pt x="860" y="10385"/>
                  </a:cubicBezTo>
                  <a:cubicBezTo>
                    <a:pt x="860" y="10591"/>
                    <a:pt x="860" y="10746"/>
                    <a:pt x="929" y="10952"/>
                  </a:cubicBezTo>
                  <a:cubicBezTo>
                    <a:pt x="929" y="11881"/>
                    <a:pt x="998" y="12895"/>
                    <a:pt x="1067" y="13823"/>
                  </a:cubicBezTo>
                  <a:cubicBezTo>
                    <a:pt x="1067" y="13961"/>
                    <a:pt x="1204" y="14116"/>
                    <a:pt x="1359" y="14116"/>
                  </a:cubicBezTo>
                  <a:cubicBezTo>
                    <a:pt x="1497" y="14116"/>
                    <a:pt x="1565" y="13961"/>
                    <a:pt x="1565" y="13823"/>
                  </a:cubicBezTo>
                  <a:cubicBezTo>
                    <a:pt x="1565" y="12826"/>
                    <a:pt x="1497" y="11812"/>
                    <a:pt x="1428" y="10815"/>
                  </a:cubicBezTo>
                  <a:cubicBezTo>
                    <a:pt x="1428" y="10591"/>
                    <a:pt x="1428" y="10454"/>
                    <a:pt x="1359" y="10247"/>
                  </a:cubicBezTo>
                  <a:cubicBezTo>
                    <a:pt x="1135" y="7084"/>
                    <a:pt x="929" y="4006"/>
                    <a:pt x="706" y="1788"/>
                  </a:cubicBezTo>
                  <a:cubicBezTo>
                    <a:pt x="706" y="1565"/>
                    <a:pt x="637" y="1427"/>
                    <a:pt x="637" y="1290"/>
                  </a:cubicBezTo>
                  <a:cubicBezTo>
                    <a:pt x="568" y="791"/>
                    <a:pt x="568" y="361"/>
                    <a:pt x="499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42"/>
            <p:cNvSpPr/>
            <p:nvPr/>
          </p:nvSpPr>
          <p:spPr>
            <a:xfrm>
              <a:off x="4148863" y="3547604"/>
              <a:ext cx="232208" cy="537434"/>
            </a:xfrm>
            <a:custGeom>
              <a:avLst/>
              <a:gdLst/>
              <a:ahLst/>
              <a:cxnLst/>
              <a:rect l="l" t="t" r="r" b="b"/>
              <a:pathLst>
                <a:path w="4643" h="10746" extrusionOk="0">
                  <a:moveTo>
                    <a:pt x="499" y="0"/>
                  </a:moveTo>
                  <a:cubicBezTo>
                    <a:pt x="344" y="0"/>
                    <a:pt x="138" y="86"/>
                    <a:pt x="1" y="86"/>
                  </a:cubicBezTo>
                  <a:cubicBezTo>
                    <a:pt x="69" y="430"/>
                    <a:pt x="69" y="860"/>
                    <a:pt x="138" y="1290"/>
                  </a:cubicBezTo>
                  <a:lnTo>
                    <a:pt x="138" y="1806"/>
                  </a:lnTo>
                  <a:cubicBezTo>
                    <a:pt x="430" y="4728"/>
                    <a:pt x="860" y="8820"/>
                    <a:pt x="1067" y="9749"/>
                  </a:cubicBezTo>
                  <a:cubicBezTo>
                    <a:pt x="1135" y="10179"/>
                    <a:pt x="1359" y="10471"/>
                    <a:pt x="1634" y="10608"/>
                  </a:cubicBezTo>
                  <a:cubicBezTo>
                    <a:pt x="1926" y="10677"/>
                    <a:pt x="2218" y="10746"/>
                    <a:pt x="2580" y="10746"/>
                  </a:cubicBezTo>
                  <a:cubicBezTo>
                    <a:pt x="2717" y="10677"/>
                    <a:pt x="2855" y="10677"/>
                    <a:pt x="3078" y="10677"/>
                  </a:cubicBezTo>
                  <a:cubicBezTo>
                    <a:pt x="3216" y="10608"/>
                    <a:pt x="3439" y="10608"/>
                    <a:pt x="3577" y="10540"/>
                  </a:cubicBezTo>
                  <a:cubicBezTo>
                    <a:pt x="4007" y="10402"/>
                    <a:pt x="4436" y="10179"/>
                    <a:pt x="4505" y="10179"/>
                  </a:cubicBezTo>
                  <a:cubicBezTo>
                    <a:pt x="4643" y="10110"/>
                    <a:pt x="4643" y="9972"/>
                    <a:pt x="4574" y="9818"/>
                  </a:cubicBezTo>
                  <a:cubicBezTo>
                    <a:pt x="4574" y="9680"/>
                    <a:pt x="4368" y="9680"/>
                    <a:pt x="4213" y="9680"/>
                  </a:cubicBezTo>
                  <a:cubicBezTo>
                    <a:pt x="4075" y="9818"/>
                    <a:pt x="3869" y="9886"/>
                    <a:pt x="3508" y="9972"/>
                  </a:cubicBezTo>
                  <a:cubicBezTo>
                    <a:pt x="3353" y="10041"/>
                    <a:pt x="3216" y="10110"/>
                    <a:pt x="3009" y="10110"/>
                  </a:cubicBezTo>
                  <a:cubicBezTo>
                    <a:pt x="2794" y="10179"/>
                    <a:pt x="2580" y="10213"/>
                    <a:pt x="2382" y="10213"/>
                  </a:cubicBezTo>
                  <a:cubicBezTo>
                    <a:pt x="2184" y="10213"/>
                    <a:pt x="2004" y="10179"/>
                    <a:pt x="1857" y="10110"/>
                  </a:cubicBezTo>
                  <a:cubicBezTo>
                    <a:pt x="1720" y="10041"/>
                    <a:pt x="1634" y="9886"/>
                    <a:pt x="1565" y="9680"/>
                  </a:cubicBezTo>
                  <a:cubicBezTo>
                    <a:pt x="1359" y="8752"/>
                    <a:pt x="998" y="4660"/>
                    <a:pt x="705" y="1806"/>
                  </a:cubicBezTo>
                  <a:cubicBezTo>
                    <a:pt x="705" y="1582"/>
                    <a:pt x="637" y="1444"/>
                    <a:pt x="637" y="1221"/>
                  </a:cubicBezTo>
                  <a:cubicBezTo>
                    <a:pt x="568" y="791"/>
                    <a:pt x="568" y="361"/>
                    <a:pt x="499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3" name="Google Shape;483;p42"/>
            <p:cNvSpPr/>
            <p:nvPr/>
          </p:nvSpPr>
          <p:spPr>
            <a:xfrm>
              <a:off x="3453226" y="3864989"/>
              <a:ext cx="773943" cy="1435059"/>
            </a:xfrm>
            <a:custGeom>
              <a:avLst/>
              <a:gdLst/>
              <a:ahLst/>
              <a:cxnLst/>
              <a:rect l="l" t="t" r="r" b="b"/>
              <a:pathLst>
                <a:path w="15475" h="28694" extrusionOk="0">
                  <a:moveTo>
                    <a:pt x="1612" y="0"/>
                  </a:moveTo>
                  <a:cubicBezTo>
                    <a:pt x="982" y="0"/>
                    <a:pt x="433" y="80"/>
                    <a:pt x="0" y="256"/>
                  </a:cubicBezTo>
                  <a:cubicBezTo>
                    <a:pt x="0" y="256"/>
                    <a:pt x="155" y="2251"/>
                    <a:pt x="430" y="5414"/>
                  </a:cubicBezTo>
                  <a:cubicBezTo>
                    <a:pt x="499" y="5621"/>
                    <a:pt x="499" y="5844"/>
                    <a:pt x="499" y="6051"/>
                  </a:cubicBezTo>
                  <a:cubicBezTo>
                    <a:pt x="499" y="6274"/>
                    <a:pt x="585" y="6480"/>
                    <a:pt x="585" y="6704"/>
                  </a:cubicBezTo>
                  <a:cubicBezTo>
                    <a:pt x="1152" y="12790"/>
                    <a:pt x="2012" y="21885"/>
                    <a:pt x="2803" y="28694"/>
                  </a:cubicBezTo>
                  <a:lnTo>
                    <a:pt x="15474" y="28694"/>
                  </a:lnTo>
                  <a:lnTo>
                    <a:pt x="15474" y="4400"/>
                  </a:lnTo>
                  <a:cubicBezTo>
                    <a:pt x="15474" y="4400"/>
                    <a:pt x="11898" y="2681"/>
                    <a:pt x="8098" y="1391"/>
                  </a:cubicBezTo>
                  <a:cubicBezTo>
                    <a:pt x="7892" y="1322"/>
                    <a:pt x="7668" y="1254"/>
                    <a:pt x="7531" y="1185"/>
                  </a:cubicBezTo>
                  <a:cubicBezTo>
                    <a:pt x="7101" y="1116"/>
                    <a:pt x="6740" y="961"/>
                    <a:pt x="6310" y="824"/>
                  </a:cubicBezTo>
                  <a:cubicBezTo>
                    <a:pt x="6087" y="755"/>
                    <a:pt x="5880" y="755"/>
                    <a:pt x="5657" y="686"/>
                  </a:cubicBezTo>
                  <a:cubicBezTo>
                    <a:pt x="4180" y="264"/>
                    <a:pt x="2761" y="0"/>
                    <a:pt x="16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4" name="Google Shape;484;p42"/>
            <p:cNvSpPr/>
            <p:nvPr/>
          </p:nvSpPr>
          <p:spPr>
            <a:xfrm>
              <a:off x="3571858" y="4232088"/>
              <a:ext cx="110978" cy="1067967"/>
            </a:xfrm>
            <a:custGeom>
              <a:avLst/>
              <a:gdLst/>
              <a:ahLst/>
              <a:cxnLst/>
              <a:rect l="l" t="t" r="r" b="b"/>
              <a:pathLst>
                <a:path w="2219" h="21354" extrusionOk="0">
                  <a:moveTo>
                    <a:pt x="276" y="0"/>
                  </a:moveTo>
                  <a:cubicBezTo>
                    <a:pt x="70" y="69"/>
                    <a:pt x="1" y="224"/>
                    <a:pt x="1" y="361"/>
                  </a:cubicBezTo>
                  <a:cubicBezTo>
                    <a:pt x="1" y="499"/>
                    <a:pt x="861" y="13050"/>
                    <a:pt x="1652" y="21354"/>
                  </a:cubicBezTo>
                  <a:lnTo>
                    <a:pt x="2219" y="21354"/>
                  </a:lnTo>
                  <a:cubicBezTo>
                    <a:pt x="1497" y="13050"/>
                    <a:pt x="637" y="499"/>
                    <a:pt x="637" y="292"/>
                  </a:cubicBezTo>
                  <a:cubicBezTo>
                    <a:pt x="568" y="155"/>
                    <a:pt x="431" y="0"/>
                    <a:pt x="276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5" name="Google Shape;485;p42"/>
            <p:cNvSpPr/>
            <p:nvPr/>
          </p:nvSpPr>
          <p:spPr>
            <a:xfrm>
              <a:off x="3478133" y="3829680"/>
              <a:ext cx="423106" cy="374043"/>
            </a:xfrm>
            <a:custGeom>
              <a:avLst/>
              <a:gdLst/>
              <a:ahLst/>
              <a:cxnLst/>
              <a:rect l="l" t="t" r="r" b="b"/>
              <a:pathLst>
                <a:path w="8460" h="7479" extrusionOk="0">
                  <a:moveTo>
                    <a:pt x="8050" y="1"/>
                  </a:moveTo>
                  <a:cubicBezTo>
                    <a:pt x="7931" y="1"/>
                    <a:pt x="7801" y="88"/>
                    <a:pt x="7738" y="240"/>
                  </a:cubicBezTo>
                  <a:cubicBezTo>
                    <a:pt x="7738" y="240"/>
                    <a:pt x="7532" y="962"/>
                    <a:pt x="7033" y="1891"/>
                  </a:cubicBezTo>
                  <a:cubicBezTo>
                    <a:pt x="6741" y="2389"/>
                    <a:pt x="6380" y="2957"/>
                    <a:pt x="6019" y="3610"/>
                  </a:cubicBezTo>
                  <a:cubicBezTo>
                    <a:pt x="5090" y="4831"/>
                    <a:pt x="3955" y="6052"/>
                    <a:pt x="2511" y="6550"/>
                  </a:cubicBezTo>
                  <a:cubicBezTo>
                    <a:pt x="1984" y="6734"/>
                    <a:pt x="1426" y="6833"/>
                    <a:pt x="858" y="6833"/>
                  </a:cubicBezTo>
                  <a:cubicBezTo>
                    <a:pt x="574" y="6833"/>
                    <a:pt x="288" y="6808"/>
                    <a:pt x="1" y="6757"/>
                  </a:cubicBezTo>
                  <a:lnTo>
                    <a:pt x="1" y="6757"/>
                  </a:lnTo>
                  <a:cubicBezTo>
                    <a:pt x="1" y="6980"/>
                    <a:pt x="87" y="7186"/>
                    <a:pt x="87" y="7410"/>
                  </a:cubicBezTo>
                  <a:cubicBezTo>
                    <a:pt x="392" y="7455"/>
                    <a:pt x="690" y="7478"/>
                    <a:pt x="983" y="7478"/>
                  </a:cubicBezTo>
                  <a:cubicBezTo>
                    <a:pt x="1581" y="7478"/>
                    <a:pt x="2158" y="7383"/>
                    <a:pt x="2735" y="7186"/>
                  </a:cubicBezTo>
                  <a:cubicBezTo>
                    <a:pt x="4299" y="6550"/>
                    <a:pt x="5589" y="5261"/>
                    <a:pt x="6534" y="3902"/>
                  </a:cubicBezTo>
                  <a:cubicBezTo>
                    <a:pt x="6964" y="3318"/>
                    <a:pt x="7308" y="2682"/>
                    <a:pt x="7600" y="2097"/>
                  </a:cubicBezTo>
                  <a:cubicBezTo>
                    <a:pt x="8099" y="1169"/>
                    <a:pt x="8322" y="533"/>
                    <a:pt x="8391" y="378"/>
                  </a:cubicBezTo>
                  <a:cubicBezTo>
                    <a:pt x="8460" y="240"/>
                    <a:pt x="8322" y="103"/>
                    <a:pt x="8168" y="34"/>
                  </a:cubicBezTo>
                  <a:cubicBezTo>
                    <a:pt x="8132" y="12"/>
                    <a:pt x="8091" y="1"/>
                    <a:pt x="8050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42"/>
            <p:cNvSpPr/>
            <p:nvPr/>
          </p:nvSpPr>
          <p:spPr>
            <a:xfrm>
              <a:off x="3245971" y="1096895"/>
              <a:ext cx="1669067" cy="2749237"/>
            </a:xfrm>
            <a:custGeom>
              <a:avLst/>
              <a:gdLst/>
              <a:ahLst/>
              <a:cxnLst/>
              <a:rect l="l" t="t" r="r" b="b"/>
              <a:pathLst>
                <a:path w="33373" h="54971" extrusionOk="0">
                  <a:moveTo>
                    <a:pt x="12741" y="1"/>
                  </a:moveTo>
                  <a:cubicBezTo>
                    <a:pt x="12741" y="1"/>
                    <a:pt x="12105" y="517"/>
                    <a:pt x="10953" y="1153"/>
                  </a:cubicBezTo>
                  <a:cubicBezTo>
                    <a:pt x="10884" y="1153"/>
                    <a:pt x="10747" y="1222"/>
                    <a:pt x="10592" y="1290"/>
                  </a:cubicBezTo>
                  <a:cubicBezTo>
                    <a:pt x="10317" y="1445"/>
                    <a:pt x="10024" y="1583"/>
                    <a:pt x="9663" y="1720"/>
                  </a:cubicBezTo>
                  <a:cubicBezTo>
                    <a:pt x="8872" y="2012"/>
                    <a:pt x="7875" y="2305"/>
                    <a:pt x="6723" y="2511"/>
                  </a:cubicBezTo>
                  <a:cubicBezTo>
                    <a:pt x="3147" y="3096"/>
                    <a:pt x="1067" y="6809"/>
                    <a:pt x="706" y="12982"/>
                  </a:cubicBezTo>
                  <a:cubicBezTo>
                    <a:pt x="499" y="16128"/>
                    <a:pt x="345" y="18999"/>
                    <a:pt x="207" y="21853"/>
                  </a:cubicBezTo>
                  <a:cubicBezTo>
                    <a:pt x="207" y="22008"/>
                    <a:pt x="138" y="22214"/>
                    <a:pt x="138" y="22438"/>
                  </a:cubicBezTo>
                  <a:cubicBezTo>
                    <a:pt x="1" y="25791"/>
                    <a:pt x="1" y="29092"/>
                    <a:pt x="207" y="32393"/>
                  </a:cubicBezTo>
                  <a:cubicBezTo>
                    <a:pt x="207" y="33029"/>
                    <a:pt x="276" y="33682"/>
                    <a:pt x="345" y="34387"/>
                  </a:cubicBezTo>
                  <a:cubicBezTo>
                    <a:pt x="706" y="37757"/>
                    <a:pt x="1995" y="49087"/>
                    <a:pt x="3216" y="52302"/>
                  </a:cubicBezTo>
                  <a:cubicBezTo>
                    <a:pt x="7144" y="54203"/>
                    <a:pt x="11488" y="54970"/>
                    <a:pt x="15710" y="54970"/>
                  </a:cubicBezTo>
                  <a:cubicBezTo>
                    <a:pt x="16109" y="54970"/>
                    <a:pt x="16506" y="54963"/>
                    <a:pt x="16902" y="54950"/>
                  </a:cubicBezTo>
                  <a:cubicBezTo>
                    <a:pt x="17830" y="54881"/>
                    <a:pt x="18690" y="54813"/>
                    <a:pt x="19549" y="54744"/>
                  </a:cubicBezTo>
                  <a:cubicBezTo>
                    <a:pt x="20271" y="54589"/>
                    <a:pt x="21062" y="54520"/>
                    <a:pt x="21767" y="54383"/>
                  </a:cubicBezTo>
                  <a:cubicBezTo>
                    <a:pt x="26564" y="53454"/>
                    <a:pt x="30725" y="51511"/>
                    <a:pt x="33373" y="49087"/>
                  </a:cubicBezTo>
                  <a:cubicBezTo>
                    <a:pt x="32083" y="44273"/>
                    <a:pt x="30656" y="35677"/>
                    <a:pt x="30158" y="31963"/>
                  </a:cubicBezTo>
                  <a:cubicBezTo>
                    <a:pt x="30003" y="31310"/>
                    <a:pt x="29934" y="30605"/>
                    <a:pt x="29865" y="29951"/>
                  </a:cubicBezTo>
                  <a:cubicBezTo>
                    <a:pt x="29796" y="29315"/>
                    <a:pt x="29728" y="28731"/>
                    <a:pt x="29659" y="28094"/>
                  </a:cubicBezTo>
                  <a:cubicBezTo>
                    <a:pt x="29573" y="27372"/>
                    <a:pt x="29504" y="26736"/>
                    <a:pt x="29504" y="26083"/>
                  </a:cubicBezTo>
                  <a:cubicBezTo>
                    <a:pt x="29435" y="25361"/>
                    <a:pt x="29367" y="24725"/>
                    <a:pt x="29367" y="24002"/>
                  </a:cubicBezTo>
                  <a:cubicBezTo>
                    <a:pt x="29298" y="23366"/>
                    <a:pt x="29298" y="22644"/>
                    <a:pt x="29298" y="22008"/>
                  </a:cubicBezTo>
                  <a:cubicBezTo>
                    <a:pt x="29074" y="13119"/>
                    <a:pt x="30725" y="8683"/>
                    <a:pt x="30295" y="6534"/>
                  </a:cubicBezTo>
                  <a:cubicBezTo>
                    <a:pt x="29659" y="3371"/>
                    <a:pt x="26650" y="3371"/>
                    <a:pt x="23985" y="2373"/>
                  </a:cubicBezTo>
                  <a:cubicBezTo>
                    <a:pt x="23779" y="2305"/>
                    <a:pt x="23641" y="2236"/>
                    <a:pt x="23487" y="2236"/>
                  </a:cubicBezTo>
                  <a:cubicBezTo>
                    <a:pt x="23418" y="2150"/>
                    <a:pt x="23280" y="2081"/>
                    <a:pt x="23212" y="2081"/>
                  </a:cubicBezTo>
                  <a:cubicBezTo>
                    <a:pt x="22266" y="1583"/>
                    <a:pt x="21406" y="1015"/>
                    <a:pt x="207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42"/>
            <p:cNvSpPr/>
            <p:nvPr/>
          </p:nvSpPr>
          <p:spPr>
            <a:xfrm>
              <a:off x="3933906" y="1501904"/>
              <a:ext cx="418805" cy="1888322"/>
            </a:xfrm>
            <a:custGeom>
              <a:avLst/>
              <a:gdLst/>
              <a:ahLst/>
              <a:cxnLst/>
              <a:rect l="l" t="t" r="r" b="b"/>
              <a:pathLst>
                <a:path w="8374" h="37757" extrusionOk="0">
                  <a:moveTo>
                    <a:pt x="4574" y="1"/>
                  </a:moveTo>
                  <a:lnTo>
                    <a:pt x="2854" y="70"/>
                  </a:lnTo>
                  <a:lnTo>
                    <a:pt x="2786" y="1290"/>
                  </a:lnTo>
                  <a:lnTo>
                    <a:pt x="2648" y="2373"/>
                  </a:lnTo>
                  <a:lnTo>
                    <a:pt x="2579" y="3302"/>
                  </a:lnTo>
                  <a:lnTo>
                    <a:pt x="2356" y="5520"/>
                  </a:lnTo>
                  <a:lnTo>
                    <a:pt x="2218" y="6448"/>
                  </a:lnTo>
                  <a:lnTo>
                    <a:pt x="1995" y="8666"/>
                  </a:lnTo>
                  <a:lnTo>
                    <a:pt x="1926" y="9681"/>
                  </a:lnTo>
                  <a:lnTo>
                    <a:pt x="1720" y="11830"/>
                  </a:lnTo>
                  <a:lnTo>
                    <a:pt x="1634" y="12827"/>
                  </a:lnTo>
                  <a:lnTo>
                    <a:pt x="1427" y="14976"/>
                  </a:lnTo>
                  <a:lnTo>
                    <a:pt x="1290" y="15973"/>
                  </a:lnTo>
                  <a:lnTo>
                    <a:pt x="1066" y="18122"/>
                  </a:lnTo>
                  <a:lnTo>
                    <a:pt x="998" y="19137"/>
                  </a:lnTo>
                  <a:lnTo>
                    <a:pt x="774" y="21286"/>
                  </a:lnTo>
                  <a:lnTo>
                    <a:pt x="636" y="22283"/>
                  </a:lnTo>
                  <a:lnTo>
                    <a:pt x="430" y="24501"/>
                  </a:lnTo>
                  <a:lnTo>
                    <a:pt x="344" y="25429"/>
                  </a:lnTo>
                  <a:lnTo>
                    <a:pt x="138" y="27665"/>
                  </a:lnTo>
                  <a:lnTo>
                    <a:pt x="69" y="28593"/>
                  </a:lnTo>
                  <a:lnTo>
                    <a:pt x="0" y="28731"/>
                  </a:lnTo>
                  <a:lnTo>
                    <a:pt x="636" y="29951"/>
                  </a:lnTo>
                  <a:lnTo>
                    <a:pt x="929" y="30519"/>
                  </a:lnTo>
                  <a:lnTo>
                    <a:pt x="1634" y="31808"/>
                  </a:lnTo>
                  <a:lnTo>
                    <a:pt x="1926" y="32393"/>
                  </a:lnTo>
                  <a:lnTo>
                    <a:pt x="2579" y="33682"/>
                  </a:lnTo>
                  <a:lnTo>
                    <a:pt x="2854" y="34250"/>
                  </a:lnTo>
                  <a:lnTo>
                    <a:pt x="3576" y="35539"/>
                  </a:lnTo>
                  <a:lnTo>
                    <a:pt x="3869" y="36106"/>
                  </a:lnTo>
                  <a:lnTo>
                    <a:pt x="4728" y="37757"/>
                  </a:lnTo>
                  <a:lnTo>
                    <a:pt x="6448" y="33527"/>
                  </a:lnTo>
                  <a:lnTo>
                    <a:pt x="7015" y="32100"/>
                  </a:lnTo>
                  <a:lnTo>
                    <a:pt x="8373" y="28731"/>
                  </a:lnTo>
                  <a:lnTo>
                    <a:pt x="8305" y="27940"/>
                  </a:lnTo>
                  <a:lnTo>
                    <a:pt x="8081" y="26220"/>
                  </a:lnTo>
                  <a:lnTo>
                    <a:pt x="7944" y="25429"/>
                  </a:lnTo>
                  <a:lnTo>
                    <a:pt x="7737" y="23710"/>
                  </a:lnTo>
                  <a:lnTo>
                    <a:pt x="7651" y="22936"/>
                  </a:lnTo>
                  <a:lnTo>
                    <a:pt x="7376" y="21217"/>
                  </a:lnTo>
                  <a:lnTo>
                    <a:pt x="7307" y="20426"/>
                  </a:lnTo>
                  <a:lnTo>
                    <a:pt x="7084" y="18707"/>
                  </a:lnTo>
                  <a:lnTo>
                    <a:pt x="6946" y="17916"/>
                  </a:lnTo>
                  <a:lnTo>
                    <a:pt x="6723" y="16197"/>
                  </a:lnTo>
                  <a:lnTo>
                    <a:pt x="6585" y="15406"/>
                  </a:lnTo>
                  <a:lnTo>
                    <a:pt x="6362" y="13687"/>
                  </a:lnTo>
                  <a:lnTo>
                    <a:pt x="6293" y="12896"/>
                  </a:lnTo>
                  <a:lnTo>
                    <a:pt x="6087" y="11176"/>
                  </a:lnTo>
                  <a:lnTo>
                    <a:pt x="5932" y="10385"/>
                  </a:lnTo>
                  <a:lnTo>
                    <a:pt x="5726" y="8666"/>
                  </a:lnTo>
                  <a:lnTo>
                    <a:pt x="5588" y="7892"/>
                  </a:lnTo>
                  <a:lnTo>
                    <a:pt x="5365" y="6173"/>
                  </a:lnTo>
                  <a:lnTo>
                    <a:pt x="5296" y="5382"/>
                  </a:lnTo>
                  <a:lnTo>
                    <a:pt x="5003" y="3663"/>
                  </a:lnTo>
                  <a:lnTo>
                    <a:pt x="4935" y="2941"/>
                  </a:lnTo>
                  <a:lnTo>
                    <a:pt x="4728" y="1445"/>
                  </a:lnTo>
                  <a:lnTo>
                    <a:pt x="4728" y="1153"/>
                  </a:lnTo>
                  <a:lnTo>
                    <a:pt x="4574" y="431"/>
                  </a:lnTo>
                  <a:lnTo>
                    <a:pt x="45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42"/>
            <p:cNvSpPr/>
            <p:nvPr/>
          </p:nvSpPr>
          <p:spPr>
            <a:xfrm>
              <a:off x="4073193" y="1501904"/>
              <a:ext cx="97224" cy="158290"/>
            </a:xfrm>
            <a:custGeom>
              <a:avLst/>
              <a:gdLst/>
              <a:ahLst/>
              <a:cxnLst/>
              <a:rect l="l" t="t" r="r" b="b"/>
              <a:pathLst>
                <a:path w="1944" h="3165" extrusionOk="0">
                  <a:moveTo>
                    <a:pt x="1789" y="1"/>
                  </a:moveTo>
                  <a:lnTo>
                    <a:pt x="69" y="70"/>
                  </a:lnTo>
                  <a:lnTo>
                    <a:pt x="1" y="1290"/>
                  </a:lnTo>
                  <a:lnTo>
                    <a:pt x="929" y="3164"/>
                  </a:lnTo>
                  <a:lnTo>
                    <a:pt x="1943" y="1445"/>
                  </a:lnTo>
                  <a:lnTo>
                    <a:pt x="1943" y="1153"/>
                  </a:lnTo>
                  <a:lnTo>
                    <a:pt x="1789" y="431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42"/>
            <p:cNvSpPr/>
            <p:nvPr/>
          </p:nvSpPr>
          <p:spPr>
            <a:xfrm>
              <a:off x="3245971" y="1182918"/>
              <a:ext cx="1669067" cy="2663216"/>
            </a:xfrm>
            <a:custGeom>
              <a:avLst/>
              <a:gdLst/>
              <a:ahLst/>
              <a:cxnLst/>
              <a:rect l="l" t="t" r="r" b="b"/>
              <a:pathLst>
                <a:path w="33373" h="53251" extrusionOk="0">
                  <a:moveTo>
                    <a:pt x="9663" y="0"/>
                  </a:moveTo>
                  <a:cubicBezTo>
                    <a:pt x="8872" y="292"/>
                    <a:pt x="7875" y="585"/>
                    <a:pt x="6723" y="791"/>
                  </a:cubicBezTo>
                  <a:cubicBezTo>
                    <a:pt x="3147" y="1376"/>
                    <a:pt x="1067" y="5089"/>
                    <a:pt x="706" y="11262"/>
                  </a:cubicBezTo>
                  <a:cubicBezTo>
                    <a:pt x="499" y="14408"/>
                    <a:pt x="345" y="17279"/>
                    <a:pt x="207" y="20133"/>
                  </a:cubicBezTo>
                  <a:cubicBezTo>
                    <a:pt x="207" y="20288"/>
                    <a:pt x="138" y="20494"/>
                    <a:pt x="138" y="20718"/>
                  </a:cubicBezTo>
                  <a:cubicBezTo>
                    <a:pt x="1" y="24071"/>
                    <a:pt x="1" y="27372"/>
                    <a:pt x="207" y="30673"/>
                  </a:cubicBezTo>
                  <a:cubicBezTo>
                    <a:pt x="207" y="31309"/>
                    <a:pt x="276" y="31962"/>
                    <a:pt x="345" y="32667"/>
                  </a:cubicBezTo>
                  <a:cubicBezTo>
                    <a:pt x="706" y="36037"/>
                    <a:pt x="1995" y="47367"/>
                    <a:pt x="3216" y="50582"/>
                  </a:cubicBezTo>
                  <a:cubicBezTo>
                    <a:pt x="7144" y="52483"/>
                    <a:pt x="11488" y="53250"/>
                    <a:pt x="15710" y="53250"/>
                  </a:cubicBezTo>
                  <a:cubicBezTo>
                    <a:pt x="16109" y="53250"/>
                    <a:pt x="16506" y="53243"/>
                    <a:pt x="16902" y="53230"/>
                  </a:cubicBezTo>
                  <a:lnTo>
                    <a:pt x="19343" y="49362"/>
                  </a:lnTo>
                  <a:lnTo>
                    <a:pt x="21767" y="52663"/>
                  </a:lnTo>
                  <a:cubicBezTo>
                    <a:pt x="26564" y="51734"/>
                    <a:pt x="30725" y="49791"/>
                    <a:pt x="33373" y="47367"/>
                  </a:cubicBezTo>
                  <a:cubicBezTo>
                    <a:pt x="32874" y="45648"/>
                    <a:pt x="32444" y="43413"/>
                    <a:pt x="31946" y="41057"/>
                  </a:cubicBezTo>
                  <a:cubicBezTo>
                    <a:pt x="31877" y="40490"/>
                    <a:pt x="31808" y="39974"/>
                    <a:pt x="31653" y="39407"/>
                  </a:cubicBezTo>
                  <a:cubicBezTo>
                    <a:pt x="31017" y="35831"/>
                    <a:pt x="30433" y="32323"/>
                    <a:pt x="30158" y="30243"/>
                  </a:cubicBezTo>
                  <a:cubicBezTo>
                    <a:pt x="30003" y="29590"/>
                    <a:pt x="29934" y="28885"/>
                    <a:pt x="29865" y="28231"/>
                  </a:cubicBezTo>
                  <a:cubicBezTo>
                    <a:pt x="29796" y="27595"/>
                    <a:pt x="29728" y="27011"/>
                    <a:pt x="29659" y="26374"/>
                  </a:cubicBezTo>
                  <a:cubicBezTo>
                    <a:pt x="29573" y="25652"/>
                    <a:pt x="29504" y="25016"/>
                    <a:pt x="29504" y="24363"/>
                  </a:cubicBezTo>
                  <a:cubicBezTo>
                    <a:pt x="29435" y="23641"/>
                    <a:pt x="29367" y="23005"/>
                    <a:pt x="29367" y="22282"/>
                  </a:cubicBezTo>
                  <a:cubicBezTo>
                    <a:pt x="29298" y="21646"/>
                    <a:pt x="29298" y="20924"/>
                    <a:pt x="29298" y="20288"/>
                  </a:cubicBezTo>
                  <a:cubicBezTo>
                    <a:pt x="29074" y="11399"/>
                    <a:pt x="30725" y="6963"/>
                    <a:pt x="30295" y="4814"/>
                  </a:cubicBezTo>
                  <a:cubicBezTo>
                    <a:pt x="29659" y="1651"/>
                    <a:pt x="26650" y="1651"/>
                    <a:pt x="23985" y="653"/>
                  </a:cubicBezTo>
                  <a:cubicBezTo>
                    <a:pt x="23916" y="653"/>
                    <a:pt x="23848" y="722"/>
                    <a:pt x="23848" y="722"/>
                  </a:cubicBezTo>
                  <a:lnTo>
                    <a:pt x="17899" y="26873"/>
                  </a:lnTo>
                  <a:lnTo>
                    <a:pt x="98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42"/>
            <p:cNvSpPr/>
            <p:nvPr/>
          </p:nvSpPr>
          <p:spPr>
            <a:xfrm>
              <a:off x="3299285" y="2240552"/>
              <a:ext cx="221905" cy="1533233"/>
            </a:xfrm>
            <a:custGeom>
              <a:avLst/>
              <a:gdLst/>
              <a:ahLst/>
              <a:cxnLst/>
              <a:rect l="l" t="t" r="r" b="b"/>
              <a:pathLst>
                <a:path w="4437" h="30657" extrusionOk="0">
                  <a:moveTo>
                    <a:pt x="362" y="1"/>
                  </a:moveTo>
                  <a:cubicBezTo>
                    <a:pt x="224" y="1"/>
                    <a:pt x="70" y="69"/>
                    <a:pt x="70" y="207"/>
                  </a:cubicBezTo>
                  <a:cubicBezTo>
                    <a:pt x="70" y="431"/>
                    <a:pt x="1" y="20117"/>
                    <a:pt x="3869" y="30519"/>
                  </a:cubicBezTo>
                  <a:cubicBezTo>
                    <a:pt x="3938" y="30587"/>
                    <a:pt x="4007" y="30656"/>
                    <a:pt x="4162" y="30656"/>
                  </a:cubicBezTo>
                  <a:lnTo>
                    <a:pt x="4230" y="30656"/>
                  </a:lnTo>
                  <a:cubicBezTo>
                    <a:pt x="4368" y="30587"/>
                    <a:pt x="4437" y="30433"/>
                    <a:pt x="4437" y="30295"/>
                  </a:cubicBezTo>
                  <a:cubicBezTo>
                    <a:pt x="568" y="20048"/>
                    <a:pt x="654" y="431"/>
                    <a:pt x="654" y="276"/>
                  </a:cubicBezTo>
                  <a:cubicBezTo>
                    <a:pt x="654" y="69"/>
                    <a:pt x="499" y="1"/>
                    <a:pt x="3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42"/>
            <p:cNvSpPr/>
            <p:nvPr/>
          </p:nvSpPr>
          <p:spPr>
            <a:xfrm>
              <a:off x="4492806" y="3064324"/>
              <a:ext cx="350888" cy="172043"/>
            </a:xfrm>
            <a:custGeom>
              <a:avLst/>
              <a:gdLst/>
              <a:ahLst/>
              <a:cxnLst/>
              <a:rect l="l" t="t" r="r" b="b"/>
              <a:pathLst>
                <a:path w="7016" h="3440" extrusionOk="0">
                  <a:moveTo>
                    <a:pt x="431" y="1"/>
                  </a:moveTo>
                  <a:lnTo>
                    <a:pt x="1" y="1359"/>
                  </a:lnTo>
                  <a:cubicBezTo>
                    <a:pt x="2288" y="2287"/>
                    <a:pt x="5159" y="3010"/>
                    <a:pt x="7016" y="3439"/>
                  </a:cubicBezTo>
                  <a:cubicBezTo>
                    <a:pt x="6947" y="2872"/>
                    <a:pt x="6878" y="2356"/>
                    <a:pt x="6723" y="1789"/>
                  </a:cubicBezTo>
                  <a:cubicBezTo>
                    <a:pt x="3783" y="1067"/>
                    <a:pt x="431" y="1"/>
                    <a:pt x="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42"/>
            <p:cNvSpPr/>
            <p:nvPr/>
          </p:nvSpPr>
          <p:spPr>
            <a:xfrm>
              <a:off x="3474732" y="3117638"/>
              <a:ext cx="454914" cy="294124"/>
            </a:xfrm>
            <a:custGeom>
              <a:avLst/>
              <a:gdLst/>
              <a:ahLst/>
              <a:cxnLst/>
              <a:rect l="l" t="t" r="r" b="b"/>
              <a:pathLst>
                <a:path w="9096" h="5881" extrusionOk="0">
                  <a:moveTo>
                    <a:pt x="8390" y="1"/>
                  </a:moveTo>
                  <a:cubicBezTo>
                    <a:pt x="8390" y="1"/>
                    <a:pt x="2648" y="3525"/>
                    <a:pt x="0" y="4454"/>
                  </a:cubicBezTo>
                  <a:lnTo>
                    <a:pt x="791" y="5881"/>
                  </a:lnTo>
                  <a:cubicBezTo>
                    <a:pt x="791" y="5881"/>
                    <a:pt x="5811" y="3594"/>
                    <a:pt x="9095" y="1290"/>
                  </a:cubicBezTo>
                  <a:lnTo>
                    <a:pt x="83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42"/>
            <p:cNvSpPr/>
            <p:nvPr/>
          </p:nvSpPr>
          <p:spPr>
            <a:xfrm>
              <a:off x="4141111" y="1205224"/>
              <a:ext cx="476419" cy="1321730"/>
            </a:xfrm>
            <a:custGeom>
              <a:avLst/>
              <a:gdLst/>
              <a:ahLst/>
              <a:cxnLst/>
              <a:rect l="l" t="t" r="r" b="b"/>
              <a:pathLst>
                <a:path w="9526" h="26428" extrusionOk="0">
                  <a:moveTo>
                    <a:pt x="7186" y="1"/>
                  </a:moveTo>
                  <a:cubicBezTo>
                    <a:pt x="6469" y="1"/>
                    <a:pt x="5950" y="276"/>
                    <a:pt x="5950" y="276"/>
                  </a:cubicBezTo>
                  <a:lnTo>
                    <a:pt x="1" y="26427"/>
                  </a:lnTo>
                  <a:lnTo>
                    <a:pt x="4952" y="22765"/>
                  </a:lnTo>
                  <a:lnTo>
                    <a:pt x="7239" y="12810"/>
                  </a:lnTo>
                  <a:lnTo>
                    <a:pt x="5159" y="11589"/>
                  </a:lnTo>
                  <a:lnTo>
                    <a:pt x="8168" y="9870"/>
                  </a:lnTo>
                  <a:lnTo>
                    <a:pt x="9526" y="1273"/>
                  </a:lnTo>
                  <a:cubicBezTo>
                    <a:pt x="8756" y="259"/>
                    <a:pt x="7879" y="1"/>
                    <a:pt x="71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42"/>
            <p:cNvSpPr/>
            <p:nvPr/>
          </p:nvSpPr>
          <p:spPr>
            <a:xfrm>
              <a:off x="3611419" y="1157661"/>
              <a:ext cx="529732" cy="1369292"/>
            </a:xfrm>
            <a:custGeom>
              <a:avLst/>
              <a:gdLst/>
              <a:ahLst/>
              <a:cxnLst/>
              <a:rect l="l" t="t" r="r" b="b"/>
              <a:pathLst>
                <a:path w="10592" h="27379" extrusionOk="0">
                  <a:moveTo>
                    <a:pt x="2115" y="1"/>
                  </a:moveTo>
                  <a:cubicBezTo>
                    <a:pt x="1434" y="1"/>
                    <a:pt x="650" y="256"/>
                    <a:pt x="1" y="1158"/>
                  </a:cubicBezTo>
                  <a:lnTo>
                    <a:pt x="1858" y="10821"/>
                  </a:lnTo>
                  <a:lnTo>
                    <a:pt x="4867" y="12626"/>
                  </a:lnTo>
                  <a:lnTo>
                    <a:pt x="2855" y="13830"/>
                  </a:lnTo>
                  <a:lnTo>
                    <a:pt x="5159" y="23716"/>
                  </a:lnTo>
                  <a:lnTo>
                    <a:pt x="10592" y="27378"/>
                  </a:lnTo>
                  <a:lnTo>
                    <a:pt x="3715" y="436"/>
                  </a:lnTo>
                  <a:cubicBezTo>
                    <a:pt x="3715" y="436"/>
                    <a:pt x="3003" y="1"/>
                    <a:pt x="21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42"/>
            <p:cNvSpPr/>
            <p:nvPr/>
          </p:nvSpPr>
          <p:spPr>
            <a:xfrm>
              <a:off x="4166068" y="3487388"/>
              <a:ext cx="61115" cy="60265"/>
            </a:xfrm>
            <a:custGeom>
              <a:avLst/>
              <a:gdLst/>
              <a:ahLst/>
              <a:cxnLst/>
              <a:rect l="l" t="t" r="r" b="b"/>
              <a:pathLst>
                <a:path w="1222" h="1205" extrusionOk="0">
                  <a:moveTo>
                    <a:pt x="654" y="1"/>
                  </a:moveTo>
                  <a:cubicBezTo>
                    <a:pt x="293" y="1"/>
                    <a:pt x="0" y="207"/>
                    <a:pt x="0" y="568"/>
                  </a:cubicBezTo>
                  <a:cubicBezTo>
                    <a:pt x="0" y="860"/>
                    <a:pt x="224" y="1204"/>
                    <a:pt x="585" y="1204"/>
                  </a:cubicBezTo>
                  <a:cubicBezTo>
                    <a:pt x="860" y="1204"/>
                    <a:pt x="1152" y="998"/>
                    <a:pt x="1221" y="637"/>
                  </a:cubicBezTo>
                  <a:cubicBezTo>
                    <a:pt x="1221" y="345"/>
                    <a:pt x="1015" y="70"/>
                    <a:pt x="6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4152314" y="3264678"/>
              <a:ext cx="64516" cy="61115"/>
            </a:xfrm>
            <a:custGeom>
              <a:avLst/>
              <a:gdLst/>
              <a:ahLst/>
              <a:cxnLst/>
              <a:rect l="l" t="t" r="r" b="b"/>
              <a:pathLst>
                <a:path w="1290" h="1222" extrusionOk="0">
                  <a:moveTo>
                    <a:pt x="705" y="1"/>
                  </a:moveTo>
                  <a:cubicBezTo>
                    <a:pt x="361" y="1"/>
                    <a:pt x="69" y="224"/>
                    <a:pt x="0" y="585"/>
                  </a:cubicBezTo>
                  <a:cubicBezTo>
                    <a:pt x="0" y="860"/>
                    <a:pt x="275" y="1221"/>
                    <a:pt x="568" y="1221"/>
                  </a:cubicBezTo>
                  <a:cubicBezTo>
                    <a:pt x="929" y="1221"/>
                    <a:pt x="1221" y="1015"/>
                    <a:pt x="1221" y="654"/>
                  </a:cubicBezTo>
                  <a:cubicBezTo>
                    <a:pt x="1290" y="362"/>
                    <a:pt x="998" y="70"/>
                    <a:pt x="7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4141111" y="3042818"/>
              <a:ext cx="61115" cy="61115"/>
            </a:xfrm>
            <a:custGeom>
              <a:avLst/>
              <a:gdLst/>
              <a:ahLst/>
              <a:cxnLst/>
              <a:rect l="l" t="t" r="r" b="b"/>
              <a:pathLst>
                <a:path w="1222" h="1222" extrusionOk="0">
                  <a:moveTo>
                    <a:pt x="654" y="1"/>
                  </a:moveTo>
                  <a:cubicBezTo>
                    <a:pt x="293" y="1"/>
                    <a:pt x="1" y="207"/>
                    <a:pt x="1" y="568"/>
                  </a:cubicBezTo>
                  <a:cubicBezTo>
                    <a:pt x="1" y="861"/>
                    <a:pt x="224" y="1222"/>
                    <a:pt x="585" y="1222"/>
                  </a:cubicBezTo>
                  <a:cubicBezTo>
                    <a:pt x="860" y="1222"/>
                    <a:pt x="1153" y="998"/>
                    <a:pt x="1222" y="637"/>
                  </a:cubicBezTo>
                  <a:cubicBezTo>
                    <a:pt x="1222" y="362"/>
                    <a:pt x="1015" y="70"/>
                    <a:pt x="6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42"/>
            <p:cNvSpPr/>
            <p:nvPr/>
          </p:nvSpPr>
          <p:spPr>
            <a:xfrm>
              <a:off x="4127358" y="2821008"/>
              <a:ext cx="60265" cy="60215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637" y="0"/>
                  </a:moveTo>
                  <a:cubicBezTo>
                    <a:pt x="345" y="0"/>
                    <a:pt x="70" y="206"/>
                    <a:pt x="1" y="567"/>
                  </a:cubicBezTo>
                  <a:cubicBezTo>
                    <a:pt x="1" y="860"/>
                    <a:pt x="207" y="1204"/>
                    <a:pt x="568" y="1204"/>
                  </a:cubicBezTo>
                  <a:cubicBezTo>
                    <a:pt x="929" y="1204"/>
                    <a:pt x="1204" y="997"/>
                    <a:pt x="1204" y="636"/>
                  </a:cubicBezTo>
                  <a:cubicBezTo>
                    <a:pt x="1204" y="344"/>
                    <a:pt x="998" y="69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4112754" y="2598299"/>
              <a:ext cx="64516" cy="61065"/>
            </a:xfrm>
            <a:custGeom>
              <a:avLst/>
              <a:gdLst/>
              <a:ahLst/>
              <a:cxnLst/>
              <a:rect l="l" t="t" r="r" b="b"/>
              <a:pathLst>
                <a:path w="1290" h="1221" extrusionOk="0">
                  <a:moveTo>
                    <a:pt x="723" y="0"/>
                  </a:moveTo>
                  <a:cubicBezTo>
                    <a:pt x="362" y="0"/>
                    <a:pt x="69" y="224"/>
                    <a:pt x="69" y="585"/>
                  </a:cubicBezTo>
                  <a:cubicBezTo>
                    <a:pt x="0" y="860"/>
                    <a:pt x="293" y="1221"/>
                    <a:pt x="568" y="1221"/>
                  </a:cubicBezTo>
                  <a:cubicBezTo>
                    <a:pt x="929" y="1221"/>
                    <a:pt x="1221" y="1014"/>
                    <a:pt x="1290" y="653"/>
                  </a:cubicBezTo>
                  <a:cubicBezTo>
                    <a:pt x="1290" y="361"/>
                    <a:pt x="998" y="69"/>
                    <a:pt x="7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4696611" y="1863951"/>
              <a:ext cx="36159" cy="352888"/>
            </a:xfrm>
            <a:custGeom>
              <a:avLst/>
              <a:gdLst/>
              <a:ahLst/>
              <a:cxnLst/>
              <a:rect l="l" t="t" r="r" b="b"/>
              <a:pathLst>
                <a:path w="723" h="7056" extrusionOk="0">
                  <a:moveTo>
                    <a:pt x="499" y="0"/>
                  </a:moveTo>
                  <a:cubicBezTo>
                    <a:pt x="362" y="0"/>
                    <a:pt x="224" y="138"/>
                    <a:pt x="224" y="224"/>
                  </a:cubicBezTo>
                  <a:lnTo>
                    <a:pt x="224" y="499"/>
                  </a:lnTo>
                  <a:cubicBezTo>
                    <a:pt x="69" y="2717"/>
                    <a:pt x="1" y="4797"/>
                    <a:pt x="1" y="6809"/>
                  </a:cubicBezTo>
                  <a:cubicBezTo>
                    <a:pt x="1" y="6877"/>
                    <a:pt x="1" y="6946"/>
                    <a:pt x="69" y="6946"/>
                  </a:cubicBezTo>
                  <a:cubicBezTo>
                    <a:pt x="123" y="7024"/>
                    <a:pt x="192" y="7056"/>
                    <a:pt x="258" y="7056"/>
                  </a:cubicBezTo>
                  <a:cubicBezTo>
                    <a:pt x="382" y="7056"/>
                    <a:pt x="499" y="6943"/>
                    <a:pt x="499" y="6809"/>
                  </a:cubicBezTo>
                  <a:cubicBezTo>
                    <a:pt x="499" y="4866"/>
                    <a:pt x="568" y="2717"/>
                    <a:pt x="723" y="499"/>
                  </a:cubicBezTo>
                  <a:lnTo>
                    <a:pt x="723" y="292"/>
                  </a:lnTo>
                  <a:cubicBezTo>
                    <a:pt x="723" y="138"/>
                    <a:pt x="654" y="0"/>
                    <a:pt x="4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3711196" y="0"/>
              <a:ext cx="838410" cy="635209"/>
            </a:xfrm>
            <a:custGeom>
              <a:avLst/>
              <a:gdLst/>
              <a:ahLst/>
              <a:cxnLst/>
              <a:rect l="l" t="t" r="r" b="b"/>
              <a:pathLst>
                <a:path w="16764" h="12701" extrusionOk="0">
                  <a:moveTo>
                    <a:pt x="7494" y="1"/>
                  </a:moveTo>
                  <a:cubicBezTo>
                    <a:pt x="3335" y="1"/>
                    <a:pt x="3800" y="2677"/>
                    <a:pt x="3800" y="2677"/>
                  </a:cubicBezTo>
                  <a:cubicBezTo>
                    <a:pt x="3800" y="2677"/>
                    <a:pt x="3654" y="2648"/>
                    <a:pt x="3424" y="2648"/>
                  </a:cubicBezTo>
                  <a:cubicBezTo>
                    <a:pt x="2833" y="2648"/>
                    <a:pt x="1683" y="2835"/>
                    <a:pt x="1015" y="4172"/>
                  </a:cubicBezTo>
                  <a:cubicBezTo>
                    <a:pt x="293" y="5599"/>
                    <a:pt x="1513" y="7611"/>
                    <a:pt x="1513" y="7611"/>
                  </a:cubicBezTo>
                  <a:cubicBezTo>
                    <a:pt x="1513" y="7611"/>
                    <a:pt x="0" y="7611"/>
                    <a:pt x="361" y="9399"/>
                  </a:cubicBezTo>
                  <a:cubicBezTo>
                    <a:pt x="791" y="11411"/>
                    <a:pt x="2648" y="12700"/>
                    <a:pt x="2648" y="12700"/>
                  </a:cubicBezTo>
                  <a:lnTo>
                    <a:pt x="13824" y="8178"/>
                  </a:lnTo>
                  <a:cubicBezTo>
                    <a:pt x="13824" y="8178"/>
                    <a:pt x="13983" y="8228"/>
                    <a:pt x="14227" y="8228"/>
                  </a:cubicBezTo>
                  <a:cubicBezTo>
                    <a:pt x="14639" y="8228"/>
                    <a:pt x="15295" y="8086"/>
                    <a:pt x="15835" y="7319"/>
                  </a:cubicBezTo>
                  <a:cubicBezTo>
                    <a:pt x="16764" y="6184"/>
                    <a:pt x="14907" y="5032"/>
                    <a:pt x="14907" y="5032"/>
                  </a:cubicBezTo>
                  <a:cubicBezTo>
                    <a:pt x="14907" y="5032"/>
                    <a:pt x="16764" y="4465"/>
                    <a:pt x="16059" y="2453"/>
                  </a:cubicBezTo>
                  <a:cubicBezTo>
                    <a:pt x="15337" y="441"/>
                    <a:pt x="12534" y="235"/>
                    <a:pt x="7961" y="12"/>
                  </a:cubicBezTo>
                  <a:cubicBezTo>
                    <a:pt x="7799" y="4"/>
                    <a:pt x="7644" y="1"/>
                    <a:pt x="74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4309657" y="506786"/>
              <a:ext cx="221705" cy="307277"/>
            </a:xfrm>
            <a:custGeom>
              <a:avLst/>
              <a:gdLst/>
              <a:ahLst/>
              <a:cxnLst/>
              <a:rect l="l" t="t" r="r" b="b"/>
              <a:pathLst>
                <a:path w="4433" h="6144" extrusionOk="0">
                  <a:moveTo>
                    <a:pt x="1847" y="0"/>
                  </a:moveTo>
                  <a:cubicBezTo>
                    <a:pt x="470" y="0"/>
                    <a:pt x="1" y="1776"/>
                    <a:pt x="1" y="1776"/>
                  </a:cubicBezTo>
                  <a:lnTo>
                    <a:pt x="1084" y="6143"/>
                  </a:lnTo>
                  <a:cubicBezTo>
                    <a:pt x="1104" y="6144"/>
                    <a:pt x="1123" y="6144"/>
                    <a:pt x="1143" y="6144"/>
                  </a:cubicBezTo>
                  <a:cubicBezTo>
                    <a:pt x="4432" y="6144"/>
                    <a:pt x="4082" y="416"/>
                    <a:pt x="2287" y="57"/>
                  </a:cubicBezTo>
                  <a:cubicBezTo>
                    <a:pt x="2131" y="18"/>
                    <a:pt x="1984" y="0"/>
                    <a:pt x="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42"/>
            <p:cNvSpPr/>
            <p:nvPr/>
          </p:nvSpPr>
          <p:spPr>
            <a:xfrm>
              <a:off x="3872839" y="724595"/>
              <a:ext cx="436859" cy="494374"/>
            </a:xfrm>
            <a:custGeom>
              <a:avLst/>
              <a:gdLst/>
              <a:ahLst/>
              <a:cxnLst/>
              <a:rect l="l" t="t" r="r" b="b"/>
              <a:pathLst>
                <a:path w="8735" h="9885" extrusionOk="0">
                  <a:moveTo>
                    <a:pt x="362" y="0"/>
                  </a:moveTo>
                  <a:lnTo>
                    <a:pt x="430" y="8098"/>
                  </a:lnTo>
                  <a:cubicBezTo>
                    <a:pt x="430" y="8098"/>
                    <a:pt x="1" y="8820"/>
                    <a:pt x="3216" y="9680"/>
                  </a:cubicBezTo>
                  <a:cubicBezTo>
                    <a:pt x="3711" y="9823"/>
                    <a:pt x="4235" y="9884"/>
                    <a:pt x="4756" y="9884"/>
                  </a:cubicBezTo>
                  <a:cubicBezTo>
                    <a:pt x="6043" y="9884"/>
                    <a:pt x="7302" y="9512"/>
                    <a:pt x="8013" y="9095"/>
                  </a:cubicBezTo>
                  <a:cubicBezTo>
                    <a:pt x="8442" y="8889"/>
                    <a:pt x="8666" y="8666"/>
                    <a:pt x="8666" y="8666"/>
                  </a:cubicBezTo>
                  <a:cubicBezTo>
                    <a:pt x="8167" y="6241"/>
                    <a:pt x="8597" y="4660"/>
                    <a:pt x="8666" y="4298"/>
                  </a:cubicBezTo>
                  <a:cubicBezTo>
                    <a:pt x="8735" y="4230"/>
                    <a:pt x="8735" y="4161"/>
                    <a:pt x="8735" y="4161"/>
                  </a:cubicBez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42"/>
            <p:cNvSpPr/>
            <p:nvPr/>
          </p:nvSpPr>
          <p:spPr>
            <a:xfrm>
              <a:off x="3947659" y="889689"/>
              <a:ext cx="358590" cy="289822"/>
            </a:xfrm>
            <a:custGeom>
              <a:avLst/>
              <a:gdLst/>
              <a:ahLst/>
              <a:cxnLst/>
              <a:rect l="l" t="t" r="r" b="b"/>
              <a:pathLst>
                <a:path w="7170" h="5795" extrusionOk="0">
                  <a:moveTo>
                    <a:pt x="0" y="0"/>
                  </a:moveTo>
                  <a:cubicBezTo>
                    <a:pt x="0" y="0"/>
                    <a:pt x="2012" y="5519"/>
                    <a:pt x="6517" y="5794"/>
                  </a:cubicBezTo>
                  <a:cubicBezTo>
                    <a:pt x="6946" y="5588"/>
                    <a:pt x="7170" y="5365"/>
                    <a:pt x="7170" y="5365"/>
                  </a:cubicBezTo>
                  <a:cubicBezTo>
                    <a:pt x="6671" y="2940"/>
                    <a:pt x="7101" y="1359"/>
                    <a:pt x="7170" y="9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42"/>
            <p:cNvSpPr/>
            <p:nvPr/>
          </p:nvSpPr>
          <p:spPr>
            <a:xfrm>
              <a:off x="3797169" y="188651"/>
              <a:ext cx="644961" cy="851313"/>
            </a:xfrm>
            <a:custGeom>
              <a:avLst/>
              <a:gdLst/>
              <a:ahLst/>
              <a:cxnLst/>
              <a:rect l="l" t="t" r="r" b="b"/>
              <a:pathLst>
                <a:path w="12896" h="17022" extrusionOk="0">
                  <a:moveTo>
                    <a:pt x="6789" y="0"/>
                  </a:moveTo>
                  <a:cubicBezTo>
                    <a:pt x="5768" y="0"/>
                    <a:pt x="4718" y="228"/>
                    <a:pt x="3732" y="693"/>
                  </a:cubicBezTo>
                  <a:cubicBezTo>
                    <a:pt x="1" y="2549"/>
                    <a:pt x="1514" y="8361"/>
                    <a:pt x="1514" y="11215"/>
                  </a:cubicBezTo>
                  <a:cubicBezTo>
                    <a:pt x="1582" y="14017"/>
                    <a:pt x="3302" y="16373"/>
                    <a:pt x="6310" y="16871"/>
                  </a:cubicBezTo>
                  <a:cubicBezTo>
                    <a:pt x="6843" y="16973"/>
                    <a:pt x="7359" y="17022"/>
                    <a:pt x="7851" y="17022"/>
                  </a:cubicBezTo>
                  <a:cubicBezTo>
                    <a:pt x="10533" y="17022"/>
                    <a:pt x="12511" y="15559"/>
                    <a:pt x="12758" y="13089"/>
                  </a:cubicBezTo>
                  <a:cubicBezTo>
                    <a:pt x="12827" y="12367"/>
                    <a:pt x="12895" y="11284"/>
                    <a:pt x="12895" y="10218"/>
                  </a:cubicBezTo>
                  <a:lnTo>
                    <a:pt x="12895" y="9495"/>
                  </a:lnTo>
                  <a:lnTo>
                    <a:pt x="12895" y="8997"/>
                  </a:lnTo>
                  <a:cubicBezTo>
                    <a:pt x="12827" y="7140"/>
                    <a:pt x="12758" y="5352"/>
                    <a:pt x="12758" y="5352"/>
                  </a:cubicBezTo>
                  <a:cubicBezTo>
                    <a:pt x="12389" y="1852"/>
                    <a:pt x="9702" y="0"/>
                    <a:pt x="67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42"/>
            <p:cNvSpPr/>
            <p:nvPr/>
          </p:nvSpPr>
          <p:spPr>
            <a:xfrm>
              <a:off x="4144562" y="749502"/>
              <a:ext cx="179745" cy="95174"/>
            </a:xfrm>
            <a:custGeom>
              <a:avLst/>
              <a:gdLst/>
              <a:ahLst/>
              <a:cxnLst/>
              <a:rect l="l" t="t" r="r" b="b"/>
              <a:pathLst>
                <a:path w="3594" h="1903" extrusionOk="0">
                  <a:moveTo>
                    <a:pt x="1" y="1"/>
                  </a:moveTo>
                  <a:cubicBezTo>
                    <a:pt x="1" y="1"/>
                    <a:pt x="516" y="1651"/>
                    <a:pt x="1806" y="1875"/>
                  </a:cubicBezTo>
                  <a:cubicBezTo>
                    <a:pt x="1909" y="1894"/>
                    <a:pt x="2006" y="1903"/>
                    <a:pt x="2098" y="1903"/>
                  </a:cubicBezTo>
                  <a:cubicBezTo>
                    <a:pt x="3341" y="1903"/>
                    <a:pt x="3594" y="293"/>
                    <a:pt x="3594" y="29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42"/>
            <p:cNvSpPr/>
            <p:nvPr/>
          </p:nvSpPr>
          <p:spPr>
            <a:xfrm>
              <a:off x="4041034" y="423614"/>
              <a:ext cx="172393" cy="94424"/>
            </a:xfrm>
            <a:custGeom>
              <a:avLst/>
              <a:gdLst/>
              <a:ahLst/>
              <a:cxnLst/>
              <a:rect l="l" t="t" r="r" b="b"/>
              <a:pathLst>
                <a:path w="3447" h="1888" extrusionOk="0">
                  <a:moveTo>
                    <a:pt x="2071" y="1"/>
                  </a:moveTo>
                  <a:cubicBezTo>
                    <a:pt x="1641" y="1"/>
                    <a:pt x="1211" y="224"/>
                    <a:pt x="781" y="499"/>
                  </a:cubicBezTo>
                  <a:cubicBezTo>
                    <a:pt x="0" y="952"/>
                    <a:pt x="170" y="1887"/>
                    <a:pt x="903" y="1887"/>
                  </a:cubicBezTo>
                  <a:cubicBezTo>
                    <a:pt x="977" y="1887"/>
                    <a:pt x="1057" y="1878"/>
                    <a:pt x="1142" y="1857"/>
                  </a:cubicBezTo>
                  <a:cubicBezTo>
                    <a:pt x="1727" y="1720"/>
                    <a:pt x="2432" y="1428"/>
                    <a:pt x="2793" y="1290"/>
                  </a:cubicBezTo>
                  <a:cubicBezTo>
                    <a:pt x="3446" y="929"/>
                    <a:pt x="3360" y="1"/>
                    <a:pt x="20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42"/>
            <p:cNvSpPr/>
            <p:nvPr/>
          </p:nvSpPr>
          <p:spPr>
            <a:xfrm>
              <a:off x="4256342" y="404659"/>
              <a:ext cx="177494" cy="87122"/>
            </a:xfrm>
            <a:custGeom>
              <a:avLst/>
              <a:gdLst/>
              <a:ahLst/>
              <a:cxnLst/>
              <a:rect l="l" t="t" r="r" b="b"/>
              <a:pathLst>
                <a:path w="3549" h="1742" extrusionOk="0">
                  <a:moveTo>
                    <a:pt x="1522" y="1"/>
                  </a:moveTo>
                  <a:cubicBezTo>
                    <a:pt x="1443" y="1"/>
                    <a:pt x="1366" y="6"/>
                    <a:pt x="1290" y="19"/>
                  </a:cubicBezTo>
                  <a:cubicBezTo>
                    <a:pt x="1" y="173"/>
                    <a:pt x="69" y="1033"/>
                    <a:pt x="706" y="1308"/>
                  </a:cubicBezTo>
                  <a:cubicBezTo>
                    <a:pt x="1067" y="1463"/>
                    <a:pt x="1858" y="1669"/>
                    <a:pt x="2425" y="1738"/>
                  </a:cubicBezTo>
                  <a:cubicBezTo>
                    <a:pt x="2456" y="1740"/>
                    <a:pt x="2487" y="1741"/>
                    <a:pt x="2517" y="1741"/>
                  </a:cubicBezTo>
                  <a:cubicBezTo>
                    <a:pt x="3447" y="1741"/>
                    <a:pt x="3548" y="727"/>
                    <a:pt x="2648" y="311"/>
                  </a:cubicBezTo>
                  <a:cubicBezTo>
                    <a:pt x="2294" y="127"/>
                    <a:pt x="1893" y="1"/>
                    <a:pt x="15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42"/>
            <p:cNvSpPr/>
            <p:nvPr/>
          </p:nvSpPr>
          <p:spPr>
            <a:xfrm>
              <a:off x="4338064" y="638572"/>
              <a:ext cx="104076" cy="65216"/>
            </a:xfrm>
            <a:custGeom>
              <a:avLst/>
              <a:gdLst/>
              <a:ahLst/>
              <a:cxnLst/>
              <a:rect l="l" t="t" r="r" b="b"/>
              <a:pathLst>
                <a:path w="2081" h="1304" extrusionOk="0">
                  <a:moveTo>
                    <a:pt x="1582" y="1"/>
                  </a:moveTo>
                  <a:cubicBezTo>
                    <a:pt x="722" y="70"/>
                    <a:pt x="0" y="431"/>
                    <a:pt x="86" y="792"/>
                  </a:cubicBezTo>
                  <a:cubicBezTo>
                    <a:pt x="86" y="1106"/>
                    <a:pt x="621" y="1304"/>
                    <a:pt x="1328" y="1304"/>
                  </a:cubicBezTo>
                  <a:cubicBezTo>
                    <a:pt x="1432" y="1304"/>
                    <a:pt x="1540" y="1299"/>
                    <a:pt x="1651" y="1290"/>
                  </a:cubicBezTo>
                  <a:cubicBezTo>
                    <a:pt x="1805" y="1290"/>
                    <a:pt x="1943" y="1290"/>
                    <a:pt x="2080" y="1222"/>
                  </a:cubicBezTo>
                  <a:lnTo>
                    <a:pt x="2080" y="499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42"/>
            <p:cNvSpPr/>
            <p:nvPr/>
          </p:nvSpPr>
          <p:spPr>
            <a:xfrm>
              <a:off x="4266695" y="478179"/>
              <a:ext cx="236509" cy="213403"/>
            </a:xfrm>
            <a:custGeom>
              <a:avLst/>
              <a:gdLst/>
              <a:ahLst/>
              <a:cxnLst/>
              <a:rect l="l" t="t" r="r" b="b"/>
              <a:pathLst>
                <a:path w="4729" h="4267" extrusionOk="0">
                  <a:moveTo>
                    <a:pt x="2387" y="298"/>
                  </a:moveTo>
                  <a:cubicBezTo>
                    <a:pt x="3233" y="298"/>
                    <a:pt x="3966" y="895"/>
                    <a:pt x="4161" y="1781"/>
                  </a:cubicBezTo>
                  <a:cubicBezTo>
                    <a:pt x="4367" y="2778"/>
                    <a:pt x="3731" y="3706"/>
                    <a:pt x="2717" y="3930"/>
                  </a:cubicBezTo>
                  <a:cubicBezTo>
                    <a:pt x="2590" y="3956"/>
                    <a:pt x="2465" y="3969"/>
                    <a:pt x="2342" y="3969"/>
                  </a:cubicBezTo>
                  <a:cubicBezTo>
                    <a:pt x="1495" y="3969"/>
                    <a:pt x="763" y="3371"/>
                    <a:pt x="567" y="2486"/>
                  </a:cubicBezTo>
                  <a:cubicBezTo>
                    <a:pt x="361" y="1489"/>
                    <a:pt x="997" y="560"/>
                    <a:pt x="2012" y="337"/>
                  </a:cubicBezTo>
                  <a:cubicBezTo>
                    <a:pt x="2138" y="310"/>
                    <a:pt x="2264" y="298"/>
                    <a:pt x="2387" y="298"/>
                  </a:cubicBezTo>
                  <a:close/>
                  <a:moveTo>
                    <a:pt x="2423" y="0"/>
                  </a:moveTo>
                  <a:cubicBezTo>
                    <a:pt x="2265" y="0"/>
                    <a:pt x="2104" y="20"/>
                    <a:pt x="1943" y="62"/>
                  </a:cubicBezTo>
                  <a:cubicBezTo>
                    <a:pt x="791" y="268"/>
                    <a:pt x="0" y="1420"/>
                    <a:pt x="292" y="2572"/>
                  </a:cubicBezTo>
                  <a:cubicBezTo>
                    <a:pt x="469" y="3546"/>
                    <a:pt x="1343" y="4266"/>
                    <a:pt x="2315" y="4266"/>
                  </a:cubicBezTo>
                  <a:cubicBezTo>
                    <a:pt x="2476" y="4266"/>
                    <a:pt x="2639" y="4247"/>
                    <a:pt x="2803" y="4205"/>
                  </a:cubicBezTo>
                  <a:cubicBezTo>
                    <a:pt x="3937" y="3999"/>
                    <a:pt x="4728" y="2847"/>
                    <a:pt x="4436" y="1712"/>
                  </a:cubicBezTo>
                  <a:cubicBezTo>
                    <a:pt x="4259" y="723"/>
                    <a:pt x="3385" y="0"/>
                    <a:pt x="24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42"/>
            <p:cNvSpPr/>
            <p:nvPr/>
          </p:nvSpPr>
          <p:spPr>
            <a:xfrm>
              <a:off x="4238287" y="494983"/>
              <a:ext cx="89472" cy="222756"/>
            </a:xfrm>
            <a:custGeom>
              <a:avLst/>
              <a:gdLst/>
              <a:ahLst/>
              <a:cxnLst/>
              <a:rect l="l" t="t" r="r" b="b"/>
              <a:pathLst>
                <a:path w="1789" h="4454" extrusionOk="0">
                  <a:moveTo>
                    <a:pt x="138" y="1"/>
                  </a:moveTo>
                  <a:cubicBezTo>
                    <a:pt x="69" y="1"/>
                    <a:pt x="1" y="87"/>
                    <a:pt x="1" y="155"/>
                  </a:cubicBezTo>
                  <a:cubicBezTo>
                    <a:pt x="69" y="946"/>
                    <a:pt x="69" y="1514"/>
                    <a:pt x="362" y="1875"/>
                  </a:cubicBezTo>
                  <a:lnTo>
                    <a:pt x="1428" y="3525"/>
                  </a:lnTo>
                  <a:cubicBezTo>
                    <a:pt x="1359" y="3594"/>
                    <a:pt x="1135" y="3800"/>
                    <a:pt x="637" y="4161"/>
                  </a:cubicBezTo>
                  <a:cubicBezTo>
                    <a:pt x="568" y="4230"/>
                    <a:pt x="568" y="4299"/>
                    <a:pt x="637" y="4385"/>
                  </a:cubicBezTo>
                  <a:cubicBezTo>
                    <a:pt x="637" y="4454"/>
                    <a:pt x="706" y="4454"/>
                    <a:pt x="792" y="4454"/>
                  </a:cubicBezTo>
                  <a:lnTo>
                    <a:pt x="860" y="4454"/>
                  </a:lnTo>
                  <a:cubicBezTo>
                    <a:pt x="1651" y="3869"/>
                    <a:pt x="1789" y="3594"/>
                    <a:pt x="1789" y="3594"/>
                  </a:cubicBezTo>
                  <a:lnTo>
                    <a:pt x="1789" y="3439"/>
                  </a:lnTo>
                  <a:lnTo>
                    <a:pt x="637" y="1720"/>
                  </a:lnTo>
                  <a:cubicBezTo>
                    <a:pt x="362" y="1445"/>
                    <a:pt x="362" y="860"/>
                    <a:pt x="276" y="155"/>
                  </a:cubicBezTo>
                  <a:cubicBezTo>
                    <a:pt x="276" y="87"/>
                    <a:pt x="207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42"/>
            <p:cNvSpPr/>
            <p:nvPr/>
          </p:nvSpPr>
          <p:spPr>
            <a:xfrm>
              <a:off x="3965714" y="634471"/>
              <a:ext cx="161690" cy="62416"/>
            </a:xfrm>
            <a:custGeom>
              <a:avLst/>
              <a:gdLst/>
              <a:ahLst/>
              <a:cxnLst/>
              <a:rect l="l" t="t" r="r" b="b"/>
              <a:pathLst>
                <a:path w="3233" h="1248" extrusionOk="0">
                  <a:moveTo>
                    <a:pt x="1905" y="1"/>
                  </a:moveTo>
                  <a:cubicBezTo>
                    <a:pt x="1801" y="1"/>
                    <a:pt x="1693" y="5"/>
                    <a:pt x="1582" y="14"/>
                  </a:cubicBezTo>
                  <a:cubicBezTo>
                    <a:pt x="723" y="83"/>
                    <a:pt x="0" y="375"/>
                    <a:pt x="69" y="736"/>
                  </a:cubicBezTo>
                  <a:cubicBezTo>
                    <a:pt x="69" y="1038"/>
                    <a:pt x="626" y="1247"/>
                    <a:pt x="1343" y="1247"/>
                  </a:cubicBezTo>
                  <a:cubicBezTo>
                    <a:pt x="1443" y="1247"/>
                    <a:pt x="1546" y="1243"/>
                    <a:pt x="1651" y="1235"/>
                  </a:cubicBezTo>
                  <a:cubicBezTo>
                    <a:pt x="2511" y="1166"/>
                    <a:pt x="3233" y="874"/>
                    <a:pt x="3233" y="513"/>
                  </a:cubicBezTo>
                  <a:cubicBezTo>
                    <a:pt x="3158" y="198"/>
                    <a:pt x="2613" y="1"/>
                    <a:pt x="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4012127" y="485080"/>
              <a:ext cx="233108" cy="213953"/>
            </a:xfrm>
            <a:custGeom>
              <a:avLst/>
              <a:gdLst/>
              <a:ahLst/>
              <a:cxnLst/>
              <a:rect l="l" t="t" r="r" b="b"/>
              <a:pathLst>
                <a:path w="4661" h="4278" extrusionOk="0">
                  <a:moveTo>
                    <a:pt x="2384" y="309"/>
                  </a:moveTo>
                  <a:cubicBezTo>
                    <a:pt x="3192" y="309"/>
                    <a:pt x="3968" y="916"/>
                    <a:pt x="4162" y="1780"/>
                  </a:cubicBezTo>
                  <a:cubicBezTo>
                    <a:pt x="4299" y="2778"/>
                    <a:pt x="3663" y="3723"/>
                    <a:pt x="2649" y="3930"/>
                  </a:cubicBezTo>
                  <a:cubicBezTo>
                    <a:pt x="2525" y="3959"/>
                    <a:pt x="2401" y="3973"/>
                    <a:pt x="2277" y="3973"/>
                  </a:cubicBezTo>
                  <a:cubicBezTo>
                    <a:pt x="1469" y="3973"/>
                    <a:pt x="693" y="3367"/>
                    <a:pt x="499" y="2503"/>
                  </a:cubicBezTo>
                  <a:cubicBezTo>
                    <a:pt x="362" y="1488"/>
                    <a:pt x="1015" y="560"/>
                    <a:pt x="2012" y="353"/>
                  </a:cubicBezTo>
                  <a:cubicBezTo>
                    <a:pt x="2136" y="324"/>
                    <a:pt x="2260" y="309"/>
                    <a:pt x="2384" y="309"/>
                  </a:cubicBezTo>
                  <a:close/>
                  <a:moveTo>
                    <a:pt x="2424" y="0"/>
                  </a:moveTo>
                  <a:cubicBezTo>
                    <a:pt x="2265" y="0"/>
                    <a:pt x="2104" y="20"/>
                    <a:pt x="1944" y="61"/>
                  </a:cubicBezTo>
                  <a:cubicBezTo>
                    <a:pt x="792" y="285"/>
                    <a:pt x="1" y="1351"/>
                    <a:pt x="224" y="2571"/>
                  </a:cubicBezTo>
                  <a:cubicBezTo>
                    <a:pt x="402" y="3565"/>
                    <a:pt x="1284" y="4278"/>
                    <a:pt x="2263" y="4278"/>
                  </a:cubicBezTo>
                  <a:cubicBezTo>
                    <a:pt x="2419" y="4278"/>
                    <a:pt x="2577" y="4260"/>
                    <a:pt x="2735" y="4222"/>
                  </a:cubicBezTo>
                  <a:cubicBezTo>
                    <a:pt x="3938" y="3998"/>
                    <a:pt x="4660" y="2864"/>
                    <a:pt x="4454" y="1712"/>
                  </a:cubicBezTo>
                  <a:cubicBezTo>
                    <a:pt x="4262" y="723"/>
                    <a:pt x="3386" y="0"/>
                    <a:pt x="24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4220233" y="552248"/>
              <a:ext cx="71418" cy="39960"/>
            </a:xfrm>
            <a:custGeom>
              <a:avLst/>
              <a:gdLst/>
              <a:ahLst/>
              <a:cxnLst/>
              <a:rect l="l" t="t" r="r" b="b"/>
              <a:pathLst>
                <a:path w="1428" h="799" extrusionOk="0">
                  <a:moveTo>
                    <a:pt x="826" y="0"/>
                  </a:moveTo>
                  <a:cubicBezTo>
                    <a:pt x="793" y="0"/>
                    <a:pt x="759" y="3"/>
                    <a:pt x="723" y="8"/>
                  </a:cubicBezTo>
                  <a:cubicBezTo>
                    <a:pt x="207" y="8"/>
                    <a:pt x="1" y="575"/>
                    <a:pt x="1" y="575"/>
                  </a:cubicBezTo>
                  <a:cubicBezTo>
                    <a:pt x="1" y="661"/>
                    <a:pt x="1" y="730"/>
                    <a:pt x="138" y="798"/>
                  </a:cubicBezTo>
                  <a:cubicBezTo>
                    <a:pt x="207" y="798"/>
                    <a:pt x="293" y="798"/>
                    <a:pt x="293" y="661"/>
                  </a:cubicBezTo>
                  <a:cubicBezTo>
                    <a:pt x="293" y="661"/>
                    <a:pt x="430" y="300"/>
                    <a:pt x="791" y="300"/>
                  </a:cubicBezTo>
                  <a:cubicBezTo>
                    <a:pt x="1067" y="300"/>
                    <a:pt x="1153" y="661"/>
                    <a:pt x="1153" y="661"/>
                  </a:cubicBezTo>
                  <a:cubicBezTo>
                    <a:pt x="1153" y="798"/>
                    <a:pt x="1221" y="798"/>
                    <a:pt x="1290" y="798"/>
                  </a:cubicBezTo>
                  <a:cubicBezTo>
                    <a:pt x="1428" y="798"/>
                    <a:pt x="1428" y="730"/>
                    <a:pt x="1428" y="661"/>
                  </a:cubicBezTo>
                  <a:cubicBezTo>
                    <a:pt x="1428" y="390"/>
                    <a:pt x="1250" y="0"/>
                    <a:pt x="8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" name="Google Shape;515;p42"/>
            <p:cNvSpPr/>
            <p:nvPr/>
          </p:nvSpPr>
          <p:spPr>
            <a:xfrm>
              <a:off x="3886593" y="512188"/>
              <a:ext cx="154839" cy="65416"/>
            </a:xfrm>
            <a:custGeom>
              <a:avLst/>
              <a:gdLst/>
              <a:ahLst/>
              <a:cxnLst/>
              <a:rect l="l" t="t" r="r" b="b"/>
              <a:pathLst>
                <a:path w="3096" h="1308" extrusionOk="0">
                  <a:moveTo>
                    <a:pt x="1242" y="0"/>
                  </a:moveTo>
                  <a:cubicBezTo>
                    <a:pt x="637" y="0"/>
                    <a:pt x="155" y="241"/>
                    <a:pt x="155" y="241"/>
                  </a:cubicBezTo>
                  <a:cubicBezTo>
                    <a:pt x="1" y="241"/>
                    <a:pt x="1" y="379"/>
                    <a:pt x="87" y="448"/>
                  </a:cubicBezTo>
                  <a:cubicBezTo>
                    <a:pt x="87" y="516"/>
                    <a:pt x="155" y="516"/>
                    <a:pt x="224" y="516"/>
                  </a:cubicBezTo>
                  <a:cubicBezTo>
                    <a:pt x="258" y="482"/>
                    <a:pt x="684" y="291"/>
                    <a:pt x="1200" y="291"/>
                  </a:cubicBezTo>
                  <a:cubicBezTo>
                    <a:pt x="1722" y="291"/>
                    <a:pt x="2337" y="486"/>
                    <a:pt x="2734" y="1238"/>
                  </a:cubicBezTo>
                  <a:cubicBezTo>
                    <a:pt x="2803" y="1307"/>
                    <a:pt x="2872" y="1307"/>
                    <a:pt x="2941" y="1307"/>
                  </a:cubicBezTo>
                  <a:cubicBezTo>
                    <a:pt x="3009" y="1238"/>
                    <a:pt x="3095" y="1170"/>
                    <a:pt x="3009" y="1101"/>
                  </a:cubicBezTo>
                  <a:cubicBezTo>
                    <a:pt x="2520" y="224"/>
                    <a:pt x="1824" y="0"/>
                    <a:pt x="12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" name="Google Shape;516;p42"/>
            <p:cNvSpPr/>
            <p:nvPr/>
          </p:nvSpPr>
          <p:spPr>
            <a:xfrm>
              <a:off x="3808372" y="141538"/>
              <a:ext cx="637209" cy="460965"/>
            </a:xfrm>
            <a:custGeom>
              <a:avLst/>
              <a:gdLst/>
              <a:ahLst/>
              <a:cxnLst/>
              <a:rect l="l" t="t" r="r" b="b"/>
              <a:pathLst>
                <a:path w="12741" h="9217" extrusionOk="0">
                  <a:moveTo>
                    <a:pt x="6592" y="0"/>
                  </a:moveTo>
                  <a:cubicBezTo>
                    <a:pt x="4765" y="0"/>
                    <a:pt x="2970" y="756"/>
                    <a:pt x="1926" y="2202"/>
                  </a:cubicBezTo>
                  <a:cubicBezTo>
                    <a:pt x="0" y="4918"/>
                    <a:pt x="997" y="7360"/>
                    <a:pt x="997" y="7360"/>
                  </a:cubicBezTo>
                  <a:cubicBezTo>
                    <a:pt x="997" y="7360"/>
                    <a:pt x="1788" y="7652"/>
                    <a:pt x="2149" y="9217"/>
                  </a:cubicBezTo>
                  <a:lnTo>
                    <a:pt x="3146" y="9148"/>
                  </a:lnTo>
                  <a:cubicBezTo>
                    <a:pt x="3146" y="9148"/>
                    <a:pt x="3576" y="7859"/>
                    <a:pt x="3146" y="5778"/>
                  </a:cubicBezTo>
                  <a:cubicBezTo>
                    <a:pt x="2755" y="3900"/>
                    <a:pt x="5812" y="2008"/>
                    <a:pt x="8257" y="2008"/>
                  </a:cubicBezTo>
                  <a:cubicBezTo>
                    <a:pt x="8498" y="2008"/>
                    <a:pt x="8733" y="2026"/>
                    <a:pt x="8958" y="2064"/>
                  </a:cubicBezTo>
                  <a:cubicBezTo>
                    <a:pt x="11451" y="2563"/>
                    <a:pt x="12242" y="4850"/>
                    <a:pt x="12242" y="4850"/>
                  </a:cubicBezTo>
                  <a:cubicBezTo>
                    <a:pt x="12242" y="4850"/>
                    <a:pt x="12534" y="5641"/>
                    <a:pt x="12534" y="6638"/>
                  </a:cubicBezTo>
                  <a:cubicBezTo>
                    <a:pt x="12671" y="5641"/>
                    <a:pt x="12740" y="3784"/>
                    <a:pt x="11176" y="1996"/>
                  </a:cubicBezTo>
                  <a:cubicBezTo>
                    <a:pt x="10002" y="648"/>
                    <a:pt x="8283" y="0"/>
                    <a:pt x="6592" y="0"/>
                  </a:cubicBez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4033632" y="214908"/>
              <a:ext cx="376694" cy="144286"/>
            </a:xfrm>
            <a:custGeom>
              <a:avLst/>
              <a:gdLst/>
              <a:ahLst/>
              <a:cxnLst/>
              <a:rect l="l" t="t" r="r" b="b"/>
              <a:pathLst>
                <a:path w="7532" h="2885" extrusionOk="0">
                  <a:moveTo>
                    <a:pt x="4216" y="1"/>
                  </a:moveTo>
                  <a:cubicBezTo>
                    <a:pt x="3973" y="1"/>
                    <a:pt x="3714" y="31"/>
                    <a:pt x="3439" y="99"/>
                  </a:cubicBezTo>
                  <a:cubicBezTo>
                    <a:pt x="585" y="804"/>
                    <a:pt x="585" y="597"/>
                    <a:pt x="1" y="1818"/>
                  </a:cubicBezTo>
                  <a:cubicBezTo>
                    <a:pt x="1" y="1818"/>
                    <a:pt x="1149" y="1382"/>
                    <a:pt x="2038" y="1382"/>
                  </a:cubicBezTo>
                  <a:cubicBezTo>
                    <a:pt x="2237" y="1382"/>
                    <a:pt x="2423" y="1404"/>
                    <a:pt x="2580" y="1457"/>
                  </a:cubicBezTo>
                  <a:cubicBezTo>
                    <a:pt x="3072" y="1682"/>
                    <a:pt x="3758" y="1933"/>
                    <a:pt x="4413" y="1933"/>
                  </a:cubicBezTo>
                  <a:cubicBezTo>
                    <a:pt x="4810" y="1933"/>
                    <a:pt x="5195" y="1841"/>
                    <a:pt x="5520" y="1595"/>
                  </a:cubicBezTo>
                  <a:cubicBezTo>
                    <a:pt x="5661" y="1485"/>
                    <a:pt x="5806" y="1438"/>
                    <a:pt x="5950" y="1438"/>
                  </a:cubicBezTo>
                  <a:cubicBezTo>
                    <a:pt x="6753" y="1438"/>
                    <a:pt x="7531" y="2884"/>
                    <a:pt x="7531" y="2884"/>
                  </a:cubicBezTo>
                  <a:cubicBezTo>
                    <a:pt x="7531" y="2884"/>
                    <a:pt x="6584" y="1"/>
                    <a:pt x="4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4195326" y="850979"/>
              <a:ext cx="71418" cy="26957"/>
            </a:xfrm>
            <a:custGeom>
              <a:avLst/>
              <a:gdLst/>
              <a:ahLst/>
              <a:cxnLst/>
              <a:rect l="l" t="t" r="r" b="b"/>
              <a:pathLst>
                <a:path w="1428" h="539" extrusionOk="0">
                  <a:moveTo>
                    <a:pt x="129" y="1"/>
                  </a:moveTo>
                  <a:cubicBezTo>
                    <a:pt x="86" y="1"/>
                    <a:pt x="34" y="18"/>
                    <a:pt x="0" y="52"/>
                  </a:cubicBezTo>
                  <a:cubicBezTo>
                    <a:pt x="0" y="121"/>
                    <a:pt x="0" y="190"/>
                    <a:pt x="69" y="276"/>
                  </a:cubicBezTo>
                  <a:cubicBezTo>
                    <a:pt x="323" y="479"/>
                    <a:pt x="602" y="538"/>
                    <a:pt x="833" y="538"/>
                  </a:cubicBezTo>
                  <a:cubicBezTo>
                    <a:pt x="992" y="538"/>
                    <a:pt x="1129" y="510"/>
                    <a:pt x="1221" y="482"/>
                  </a:cubicBezTo>
                  <a:lnTo>
                    <a:pt x="1358" y="482"/>
                  </a:lnTo>
                  <a:cubicBezTo>
                    <a:pt x="1427" y="413"/>
                    <a:pt x="1427" y="344"/>
                    <a:pt x="1427" y="276"/>
                  </a:cubicBezTo>
                  <a:cubicBezTo>
                    <a:pt x="1378" y="214"/>
                    <a:pt x="1329" y="162"/>
                    <a:pt x="1280" y="162"/>
                  </a:cubicBezTo>
                  <a:cubicBezTo>
                    <a:pt x="1260" y="162"/>
                    <a:pt x="1240" y="170"/>
                    <a:pt x="1221" y="190"/>
                  </a:cubicBezTo>
                  <a:cubicBezTo>
                    <a:pt x="1221" y="190"/>
                    <a:pt x="1042" y="258"/>
                    <a:pt x="809" y="258"/>
                  </a:cubicBezTo>
                  <a:cubicBezTo>
                    <a:pt x="621" y="258"/>
                    <a:pt x="398" y="213"/>
                    <a:pt x="206" y="52"/>
                  </a:cubicBezTo>
                  <a:cubicBezTo>
                    <a:pt x="206" y="18"/>
                    <a:pt x="172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3697942" y="501985"/>
              <a:ext cx="206752" cy="301325"/>
            </a:xfrm>
            <a:custGeom>
              <a:avLst/>
              <a:gdLst/>
              <a:ahLst/>
              <a:cxnLst/>
              <a:rect l="l" t="t" r="r" b="b"/>
              <a:pathLst>
                <a:path w="4134" h="6025" extrusionOk="0">
                  <a:moveTo>
                    <a:pt x="2430" y="0"/>
                  </a:moveTo>
                  <a:cubicBezTo>
                    <a:pt x="2164" y="0"/>
                    <a:pt x="1871" y="64"/>
                    <a:pt x="1555" y="222"/>
                  </a:cubicBezTo>
                  <a:cubicBezTo>
                    <a:pt x="1" y="966"/>
                    <a:pt x="809" y="6025"/>
                    <a:pt x="3593" y="6025"/>
                  </a:cubicBezTo>
                  <a:cubicBezTo>
                    <a:pt x="3766" y="6025"/>
                    <a:pt x="3946" y="6005"/>
                    <a:pt x="4134" y="5964"/>
                  </a:cubicBezTo>
                  <a:lnTo>
                    <a:pt x="4134" y="1013"/>
                  </a:lnTo>
                  <a:cubicBezTo>
                    <a:pt x="4134" y="1013"/>
                    <a:pt x="3496" y="0"/>
                    <a:pt x="2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3765360" y="592159"/>
              <a:ext cx="114429" cy="107527"/>
            </a:xfrm>
            <a:custGeom>
              <a:avLst/>
              <a:gdLst/>
              <a:ahLst/>
              <a:cxnLst/>
              <a:rect l="l" t="t" r="r" b="b"/>
              <a:pathLst>
                <a:path w="2288" h="2150" extrusionOk="0">
                  <a:moveTo>
                    <a:pt x="207" y="0"/>
                  </a:moveTo>
                  <a:cubicBezTo>
                    <a:pt x="138" y="0"/>
                    <a:pt x="69" y="0"/>
                    <a:pt x="69" y="138"/>
                  </a:cubicBezTo>
                  <a:cubicBezTo>
                    <a:pt x="0" y="207"/>
                    <a:pt x="69" y="293"/>
                    <a:pt x="138" y="293"/>
                  </a:cubicBezTo>
                  <a:cubicBezTo>
                    <a:pt x="1496" y="499"/>
                    <a:pt x="1926" y="2012"/>
                    <a:pt x="1926" y="2012"/>
                  </a:cubicBezTo>
                  <a:cubicBezTo>
                    <a:pt x="1995" y="2081"/>
                    <a:pt x="1995" y="2150"/>
                    <a:pt x="2081" y="2150"/>
                  </a:cubicBezTo>
                  <a:lnTo>
                    <a:pt x="2150" y="2150"/>
                  </a:lnTo>
                  <a:cubicBezTo>
                    <a:pt x="2218" y="2081"/>
                    <a:pt x="2287" y="2012"/>
                    <a:pt x="2218" y="1926"/>
                  </a:cubicBezTo>
                  <a:cubicBezTo>
                    <a:pt x="2218" y="1857"/>
                    <a:pt x="1720" y="207"/>
                    <a:pt x="2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" name="Google Shape;521;p42"/>
            <p:cNvSpPr/>
            <p:nvPr/>
          </p:nvSpPr>
          <p:spPr>
            <a:xfrm>
              <a:off x="3790317" y="625068"/>
              <a:ext cx="49912" cy="49662"/>
            </a:xfrm>
            <a:custGeom>
              <a:avLst/>
              <a:gdLst/>
              <a:ahLst/>
              <a:cxnLst/>
              <a:rect l="l" t="t" r="r" b="b"/>
              <a:pathLst>
                <a:path w="998" h="993" extrusionOk="0">
                  <a:moveTo>
                    <a:pt x="860" y="0"/>
                  </a:moveTo>
                  <a:cubicBezTo>
                    <a:pt x="808" y="0"/>
                    <a:pt x="757" y="22"/>
                    <a:pt x="722" y="65"/>
                  </a:cubicBezTo>
                  <a:cubicBezTo>
                    <a:pt x="361" y="340"/>
                    <a:pt x="69" y="701"/>
                    <a:pt x="69" y="701"/>
                  </a:cubicBezTo>
                  <a:cubicBezTo>
                    <a:pt x="0" y="769"/>
                    <a:pt x="69" y="838"/>
                    <a:pt x="69" y="924"/>
                  </a:cubicBezTo>
                  <a:cubicBezTo>
                    <a:pt x="138" y="993"/>
                    <a:pt x="138" y="993"/>
                    <a:pt x="206" y="993"/>
                  </a:cubicBezTo>
                  <a:cubicBezTo>
                    <a:pt x="292" y="993"/>
                    <a:pt x="292" y="924"/>
                    <a:pt x="292" y="924"/>
                  </a:cubicBezTo>
                  <a:cubicBezTo>
                    <a:pt x="361" y="924"/>
                    <a:pt x="636" y="563"/>
                    <a:pt x="928" y="271"/>
                  </a:cubicBezTo>
                  <a:cubicBezTo>
                    <a:pt x="997" y="202"/>
                    <a:pt x="997" y="133"/>
                    <a:pt x="997" y="65"/>
                  </a:cubicBezTo>
                  <a:cubicBezTo>
                    <a:pt x="963" y="22"/>
                    <a:pt x="911" y="0"/>
                    <a:pt x="8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4119656" y="559500"/>
              <a:ext cx="36159" cy="61065"/>
            </a:xfrm>
            <a:custGeom>
              <a:avLst/>
              <a:gdLst/>
              <a:ahLst/>
              <a:cxnLst/>
              <a:rect l="l" t="t" r="r" b="b"/>
              <a:pathLst>
                <a:path w="723" h="1221" extrusionOk="0">
                  <a:moveTo>
                    <a:pt x="361" y="0"/>
                  </a:moveTo>
                  <a:cubicBezTo>
                    <a:pt x="155" y="0"/>
                    <a:pt x="0" y="292"/>
                    <a:pt x="0" y="585"/>
                  </a:cubicBezTo>
                  <a:cubicBezTo>
                    <a:pt x="0" y="946"/>
                    <a:pt x="155" y="1221"/>
                    <a:pt x="361" y="1221"/>
                  </a:cubicBezTo>
                  <a:cubicBezTo>
                    <a:pt x="585" y="1221"/>
                    <a:pt x="722" y="946"/>
                    <a:pt x="722" y="585"/>
                  </a:cubicBezTo>
                  <a:cubicBezTo>
                    <a:pt x="722" y="292"/>
                    <a:pt x="499" y="0"/>
                    <a:pt x="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4320860" y="559500"/>
              <a:ext cx="35309" cy="61065"/>
            </a:xfrm>
            <a:custGeom>
              <a:avLst/>
              <a:gdLst/>
              <a:ahLst/>
              <a:cxnLst/>
              <a:rect l="l" t="t" r="r" b="b"/>
              <a:pathLst>
                <a:path w="706" h="1221" extrusionOk="0">
                  <a:moveTo>
                    <a:pt x="344" y="0"/>
                  </a:moveTo>
                  <a:cubicBezTo>
                    <a:pt x="138" y="0"/>
                    <a:pt x="0" y="292"/>
                    <a:pt x="0" y="653"/>
                  </a:cubicBezTo>
                  <a:cubicBezTo>
                    <a:pt x="0" y="946"/>
                    <a:pt x="138" y="1221"/>
                    <a:pt x="344" y="1221"/>
                  </a:cubicBezTo>
                  <a:cubicBezTo>
                    <a:pt x="568" y="1221"/>
                    <a:pt x="705" y="946"/>
                    <a:pt x="705" y="653"/>
                  </a:cubicBezTo>
                  <a:cubicBezTo>
                    <a:pt x="705" y="292"/>
                    <a:pt x="499" y="0"/>
                    <a:pt x="3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3797169" y="1028977"/>
              <a:ext cx="322481" cy="408502"/>
            </a:xfrm>
            <a:custGeom>
              <a:avLst/>
              <a:gdLst/>
              <a:ahLst/>
              <a:cxnLst/>
              <a:rect l="l" t="t" r="r" b="b"/>
              <a:pathLst>
                <a:path w="6448" h="8168" extrusionOk="0">
                  <a:moveTo>
                    <a:pt x="1789" y="1"/>
                  </a:moveTo>
                  <a:cubicBezTo>
                    <a:pt x="1789" y="1"/>
                    <a:pt x="654" y="362"/>
                    <a:pt x="1" y="3009"/>
                  </a:cubicBezTo>
                  <a:cubicBezTo>
                    <a:pt x="791" y="5520"/>
                    <a:pt x="3164" y="7600"/>
                    <a:pt x="6448" y="8167"/>
                  </a:cubicBezTo>
                  <a:lnTo>
                    <a:pt x="6448" y="3370"/>
                  </a:lnTo>
                  <a:cubicBezTo>
                    <a:pt x="6448" y="3370"/>
                    <a:pt x="3508" y="2580"/>
                    <a:pt x="17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4119656" y="1061635"/>
              <a:ext cx="319030" cy="375844"/>
            </a:xfrm>
            <a:custGeom>
              <a:avLst/>
              <a:gdLst/>
              <a:ahLst/>
              <a:cxnLst/>
              <a:rect l="l" t="t" r="r" b="b"/>
              <a:pathLst>
                <a:path w="6379" h="7515" extrusionOk="0">
                  <a:moveTo>
                    <a:pt x="3593" y="1"/>
                  </a:moveTo>
                  <a:cubicBezTo>
                    <a:pt x="1874" y="2649"/>
                    <a:pt x="0" y="2717"/>
                    <a:pt x="0" y="2717"/>
                  </a:cubicBezTo>
                  <a:lnTo>
                    <a:pt x="0" y="7514"/>
                  </a:lnTo>
                  <a:cubicBezTo>
                    <a:pt x="3078" y="6723"/>
                    <a:pt x="4230" y="5726"/>
                    <a:pt x="6379" y="3147"/>
                  </a:cubicBezTo>
                  <a:cubicBezTo>
                    <a:pt x="5519" y="431"/>
                    <a:pt x="3593" y="1"/>
                    <a:pt x="35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4008726" y="1261989"/>
              <a:ext cx="218455" cy="304476"/>
            </a:xfrm>
            <a:custGeom>
              <a:avLst/>
              <a:gdLst/>
              <a:ahLst/>
              <a:cxnLst/>
              <a:rect l="l" t="t" r="r" b="b"/>
              <a:pathLst>
                <a:path w="4368" h="6088" extrusionOk="0">
                  <a:moveTo>
                    <a:pt x="2218" y="1"/>
                  </a:moveTo>
                  <a:lnTo>
                    <a:pt x="0" y="2803"/>
                  </a:lnTo>
                  <a:lnTo>
                    <a:pt x="2218" y="6087"/>
                  </a:lnTo>
                  <a:lnTo>
                    <a:pt x="4367" y="2803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42"/>
            <p:cNvSpPr/>
            <p:nvPr/>
          </p:nvSpPr>
          <p:spPr>
            <a:xfrm>
              <a:off x="3883142" y="1251687"/>
              <a:ext cx="476419" cy="322531"/>
            </a:xfrm>
            <a:custGeom>
              <a:avLst/>
              <a:gdLst/>
              <a:ahLst/>
              <a:cxnLst/>
              <a:rect l="l" t="t" r="r" b="b"/>
              <a:pathLst>
                <a:path w="9526" h="6449" extrusionOk="0">
                  <a:moveTo>
                    <a:pt x="4729" y="1"/>
                  </a:moveTo>
                  <a:cubicBezTo>
                    <a:pt x="4660" y="1"/>
                    <a:pt x="4591" y="1"/>
                    <a:pt x="4523" y="69"/>
                  </a:cubicBezTo>
                  <a:lnTo>
                    <a:pt x="70" y="5227"/>
                  </a:lnTo>
                  <a:cubicBezTo>
                    <a:pt x="1" y="5296"/>
                    <a:pt x="1" y="5434"/>
                    <a:pt x="70" y="5588"/>
                  </a:cubicBezTo>
                  <a:cubicBezTo>
                    <a:pt x="132" y="5616"/>
                    <a:pt x="191" y="5632"/>
                    <a:pt x="244" y="5632"/>
                  </a:cubicBezTo>
                  <a:cubicBezTo>
                    <a:pt x="323" y="5632"/>
                    <a:pt x="389" y="5595"/>
                    <a:pt x="431" y="5502"/>
                  </a:cubicBezTo>
                  <a:lnTo>
                    <a:pt x="4729" y="637"/>
                  </a:lnTo>
                  <a:lnTo>
                    <a:pt x="9027" y="6293"/>
                  </a:lnTo>
                  <a:cubicBezTo>
                    <a:pt x="9096" y="6362"/>
                    <a:pt x="9182" y="6448"/>
                    <a:pt x="9251" y="6448"/>
                  </a:cubicBezTo>
                  <a:cubicBezTo>
                    <a:pt x="9320" y="6448"/>
                    <a:pt x="9320" y="6362"/>
                    <a:pt x="9388" y="6362"/>
                  </a:cubicBezTo>
                  <a:cubicBezTo>
                    <a:pt x="9526" y="6293"/>
                    <a:pt x="9526" y="6087"/>
                    <a:pt x="9457" y="6018"/>
                  </a:cubicBezTo>
                  <a:lnTo>
                    <a:pt x="4953" y="69"/>
                  </a:lnTo>
                  <a:cubicBezTo>
                    <a:pt x="4884" y="1"/>
                    <a:pt x="4798" y="1"/>
                    <a:pt x="4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42"/>
            <p:cNvSpPr/>
            <p:nvPr/>
          </p:nvSpPr>
          <p:spPr>
            <a:xfrm>
              <a:off x="4105852" y="1194071"/>
              <a:ext cx="25006" cy="82621"/>
            </a:xfrm>
            <a:custGeom>
              <a:avLst/>
              <a:gdLst/>
              <a:ahLst/>
              <a:cxnLst/>
              <a:rect l="l" t="t" r="r" b="b"/>
              <a:pathLst>
                <a:path w="500" h="1652" extrusionOk="0">
                  <a:moveTo>
                    <a:pt x="276" y="1"/>
                  </a:moveTo>
                  <a:cubicBezTo>
                    <a:pt x="138" y="1"/>
                    <a:pt x="1" y="138"/>
                    <a:pt x="1" y="293"/>
                  </a:cubicBezTo>
                  <a:lnTo>
                    <a:pt x="1" y="1359"/>
                  </a:lnTo>
                  <a:cubicBezTo>
                    <a:pt x="1" y="1496"/>
                    <a:pt x="138" y="1651"/>
                    <a:pt x="276" y="1651"/>
                  </a:cubicBezTo>
                  <a:cubicBezTo>
                    <a:pt x="431" y="1651"/>
                    <a:pt x="500" y="1496"/>
                    <a:pt x="500" y="1359"/>
                  </a:cubicBezTo>
                  <a:lnTo>
                    <a:pt x="500" y="293"/>
                  </a:lnTo>
                  <a:cubicBezTo>
                    <a:pt x="500" y="138"/>
                    <a:pt x="431" y="1"/>
                    <a:pt x="2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42"/>
            <p:cNvSpPr/>
            <p:nvPr/>
          </p:nvSpPr>
          <p:spPr>
            <a:xfrm>
              <a:off x="3288982" y="3647131"/>
              <a:ext cx="615704" cy="525481"/>
            </a:xfrm>
            <a:custGeom>
              <a:avLst/>
              <a:gdLst/>
              <a:ahLst/>
              <a:cxnLst/>
              <a:rect l="l" t="t" r="r" b="b"/>
              <a:pathLst>
                <a:path w="12311" h="10507" extrusionOk="0">
                  <a:moveTo>
                    <a:pt x="3697" y="1"/>
                  </a:moveTo>
                  <a:cubicBezTo>
                    <a:pt x="3632" y="1"/>
                    <a:pt x="3568" y="7"/>
                    <a:pt x="3508" y="22"/>
                  </a:cubicBezTo>
                  <a:cubicBezTo>
                    <a:pt x="1720" y="452"/>
                    <a:pt x="0" y="2738"/>
                    <a:pt x="276" y="3598"/>
                  </a:cubicBezTo>
                  <a:cubicBezTo>
                    <a:pt x="774" y="4973"/>
                    <a:pt x="2425" y="7398"/>
                    <a:pt x="2923" y="8412"/>
                  </a:cubicBezTo>
                  <a:cubicBezTo>
                    <a:pt x="3078" y="8618"/>
                    <a:pt x="3577" y="9770"/>
                    <a:pt x="4006" y="10407"/>
                  </a:cubicBezTo>
                  <a:cubicBezTo>
                    <a:pt x="4329" y="10474"/>
                    <a:pt x="4642" y="10506"/>
                    <a:pt x="4946" y="10506"/>
                  </a:cubicBezTo>
                  <a:cubicBezTo>
                    <a:pt x="7263" y="10506"/>
                    <a:pt x="9021" y="8644"/>
                    <a:pt x="10162" y="6607"/>
                  </a:cubicBezTo>
                  <a:cubicBezTo>
                    <a:pt x="8941" y="5541"/>
                    <a:pt x="8305" y="4888"/>
                    <a:pt x="8305" y="4888"/>
                  </a:cubicBezTo>
                  <a:lnTo>
                    <a:pt x="8305" y="4888"/>
                  </a:lnTo>
                  <a:cubicBezTo>
                    <a:pt x="8305" y="4888"/>
                    <a:pt x="8803" y="5042"/>
                    <a:pt x="9371" y="5472"/>
                  </a:cubicBezTo>
                  <a:cubicBezTo>
                    <a:pt x="9457" y="5472"/>
                    <a:pt x="9801" y="5833"/>
                    <a:pt x="9887" y="5833"/>
                  </a:cubicBezTo>
                  <a:cubicBezTo>
                    <a:pt x="10730" y="6629"/>
                    <a:pt x="11304" y="6866"/>
                    <a:pt x="11672" y="6866"/>
                  </a:cubicBezTo>
                  <a:cubicBezTo>
                    <a:pt x="11829" y="6866"/>
                    <a:pt x="11948" y="6823"/>
                    <a:pt x="12036" y="6762"/>
                  </a:cubicBezTo>
                  <a:cubicBezTo>
                    <a:pt x="12311" y="6538"/>
                    <a:pt x="12311" y="6108"/>
                    <a:pt x="12104" y="5902"/>
                  </a:cubicBezTo>
                  <a:cubicBezTo>
                    <a:pt x="11176" y="4888"/>
                    <a:pt x="9096" y="2532"/>
                    <a:pt x="8666" y="2171"/>
                  </a:cubicBezTo>
                  <a:cubicBezTo>
                    <a:pt x="8012" y="1604"/>
                    <a:pt x="6585" y="882"/>
                    <a:pt x="5588" y="589"/>
                  </a:cubicBezTo>
                  <a:cubicBezTo>
                    <a:pt x="4943" y="466"/>
                    <a:pt x="4243" y="1"/>
                    <a:pt x="3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42"/>
            <p:cNvSpPr/>
            <p:nvPr/>
          </p:nvSpPr>
          <p:spPr>
            <a:xfrm>
              <a:off x="2611400" y="1323056"/>
              <a:ext cx="1129032" cy="2568492"/>
            </a:xfrm>
            <a:custGeom>
              <a:avLst/>
              <a:gdLst/>
              <a:ahLst/>
              <a:cxnLst/>
              <a:rect l="l" t="t" r="r" b="b"/>
              <a:pathLst>
                <a:path w="22575" h="51357" extrusionOk="0">
                  <a:moveTo>
                    <a:pt x="9955" y="26220"/>
                  </a:moveTo>
                  <a:cubicBezTo>
                    <a:pt x="9955" y="26220"/>
                    <a:pt x="10022" y="26220"/>
                    <a:pt x="9957" y="26287"/>
                  </a:cubicBezTo>
                  <a:lnTo>
                    <a:pt x="9957" y="26287"/>
                  </a:lnTo>
                  <a:cubicBezTo>
                    <a:pt x="9955" y="26263"/>
                    <a:pt x="9955" y="26242"/>
                    <a:pt x="9955" y="26220"/>
                  </a:cubicBezTo>
                  <a:close/>
                  <a:moveTo>
                    <a:pt x="15904" y="1"/>
                  </a:moveTo>
                  <a:lnTo>
                    <a:pt x="15612" y="207"/>
                  </a:lnTo>
                  <a:lnTo>
                    <a:pt x="15474" y="362"/>
                  </a:lnTo>
                  <a:lnTo>
                    <a:pt x="15044" y="637"/>
                  </a:lnTo>
                  <a:cubicBezTo>
                    <a:pt x="14838" y="860"/>
                    <a:pt x="14614" y="1067"/>
                    <a:pt x="14322" y="1290"/>
                  </a:cubicBezTo>
                  <a:lnTo>
                    <a:pt x="13033" y="2580"/>
                  </a:lnTo>
                  <a:cubicBezTo>
                    <a:pt x="12173" y="3439"/>
                    <a:pt x="11313" y="4299"/>
                    <a:pt x="10540" y="5227"/>
                  </a:cubicBezTo>
                  <a:cubicBezTo>
                    <a:pt x="8958" y="7015"/>
                    <a:pt x="7445" y="8958"/>
                    <a:pt x="6087" y="10953"/>
                  </a:cubicBezTo>
                  <a:cubicBezTo>
                    <a:pt x="4797" y="13033"/>
                    <a:pt x="3576" y="15182"/>
                    <a:pt x="2579" y="17400"/>
                  </a:cubicBezTo>
                  <a:cubicBezTo>
                    <a:pt x="2081" y="18552"/>
                    <a:pt x="1582" y="19704"/>
                    <a:pt x="1221" y="20925"/>
                  </a:cubicBezTo>
                  <a:cubicBezTo>
                    <a:pt x="997" y="21492"/>
                    <a:pt x="791" y="22059"/>
                    <a:pt x="654" y="22644"/>
                  </a:cubicBezTo>
                  <a:cubicBezTo>
                    <a:pt x="499" y="22988"/>
                    <a:pt x="430" y="23280"/>
                    <a:pt x="361" y="23572"/>
                  </a:cubicBezTo>
                  <a:lnTo>
                    <a:pt x="293" y="23779"/>
                  </a:lnTo>
                  <a:lnTo>
                    <a:pt x="293" y="23933"/>
                  </a:lnTo>
                  <a:lnTo>
                    <a:pt x="224" y="24140"/>
                  </a:lnTo>
                  <a:cubicBezTo>
                    <a:pt x="69" y="24570"/>
                    <a:pt x="69" y="24931"/>
                    <a:pt x="0" y="25223"/>
                  </a:cubicBezTo>
                  <a:lnTo>
                    <a:pt x="0" y="26151"/>
                  </a:lnTo>
                  <a:lnTo>
                    <a:pt x="0" y="27011"/>
                  </a:lnTo>
                  <a:cubicBezTo>
                    <a:pt x="69" y="27510"/>
                    <a:pt x="138" y="27939"/>
                    <a:pt x="224" y="28301"/>
                  </a:cubicBezTo>
                  <a:cubicBezTo>
                    <a:pt x="361" y="29160"/>
                    <a:pt x="568" y="29796"/>
                    <a:pt x="791" y="30518"/>
                  </a:cubicBezTo>
                  <a:cubicBezTo>
                    <a:pt x="997" y="31155"/>
                    <a:pt x="1290" y="31739"/>
                    <a:pt x="1513" y="32307"/>
                  </a:cubicBezTo>
                  <a:cubicBezTo>
                    <a:pt x="1788" y="32960"/>
                    <a:pt x="2012" y="33527"/>
                    <a:pt x="2287" y="34026"/>
                  </a:cubicBezTo>
                  <a:cubicBezTo>
                    <a:pt x="2803" y="35109"/>
                    <a:pt x="3370" y="36175"/>
                    <a:pt x="3938" y="37172"/>
                  </a:cubicBezTo>
                  <a:cubicBezTo>
                    <a:pt x="4522" y="38187"/>
                    <a:pt x="5089" y="39184"/>
                    <a:pt x="5657" y="40181"/>
                  </a:cubicBezTo>
                  <a:cubicBezTo>
                    <a:pt x="6878" y="42124"/>
                    <a:pt x="8098" y="43981"/>
                    <a:pt x="9388" y="45855"/>
                  </a:cubicBezTo>
                  <a:cubicBezTo>
                    <a:pt x="10024" y="46783"/>
                    <a:pt x="10677" y="47712"/>
                    <a:pt x="11313" y="48640"/>
                  </a:cubicBezTo>
                  <a:cubicBezTo>
                    <a:pt x="11606" y="49070"/>
                    <a:pt x="11967" y="49500"/>
                    <a:pt x="12328" y="49930"/>
                  </a:cubicBezTo>
                  <a:lnTo>
                    <a:pt x="12826" y="50652"/>
                  </a:lnTo>
                  <a:lnTo>
                    <a:pt x="13325" y="51357"/>
                  </a:lnTo>
                  <a:lnTo>
                    <a:pt x="20133" y="46491"/>
                  </a:lnTo>
                  <a:lnTo>
                    <a:pt x="19772" y="45855"/>
                  </a:lnTo>
                  <a:lnTo>
                    <a:pt x="19343" y="45201"/>
                  </a:lnTo>
                  <a:lnTo>
                    <a:pt x="18483" y="43843"/>
                  </a:lnTo>
                  <a:cubicBezTo>
                    <a:pt x="17984" y="42915"/>
                    <a:pt x="17417" y="41986"/>
                    <a:pt x="16901" y="41041"/>
                  </a:cubicBezTo>
                  <a:cubicBezTo>
                    <a:pt x="15766" y="39253"/>
                    <a:pt x="14752" y="37396"/>
                    <a:pt x="13755" y="35539"/>
                  </a:cubicBezTo>
                  <a:cubicBezTo>
                    <a:pt x="13325" y="34593"/>
                    <a:pt x="12826" y="33665"/>
                    <a:pt x="12397" y="32805"/>
                  </a:cubicBezTo>
                  <a:cubicBezTo>
                    <a:pt x="11967" y="31877"/>
                    <a:pt x="11537" y="30948"/>
                    <a:pt x="11176" y="30089"/>
                  </a:cubicBezTo>
                  <a:cubicBezTo>
                    <a:pt x="10746" y="29160"/>
                    <a:pt x="10454" y="28301"/>
                    <a:pt x="10247" y="27510"/>
                  </a:cubicBezTo>
                  <a:cubicBezTo>
                    <a:pt x="10110" y="27149"/>
                    <a:pt x="10024" y="26788"/>
                    <a:pt x="10024" y="26512"/>
                  </a:cubicBezTo>
                  <a:cubicBezTo>
                    <a:pt x="10017" y="26497"/>
                    <a:pt x="10011" y="26482"/>
                    <a:pt x="10005" y="26468"/>
                  </a:cubicBezTo>
                  <a:lnTo>
                    <a:pt x="10005" y="26468"/>
                  </a:lnTo>
                  <a:lnTo>
                    <a:pt x="10024" y="26426"/>
                  </a:lnTo>
                  <a:cubicBezTo>
                    <a:pt x="10110" y="26151"/>
                    <a:pt x="10179" y="25928"/>
                    <a:pt x="10247" y="25722"/>
                  </a:cubicBezTo>
                  <a:cubicBezTo>
                    <a:pt x="10385" y="25292"/>
                    <a:pt x="10540" y="24862"/>
                    <a:pt x="10746" y="24432"/>
                  </a:cubicBezTo>
                  <a:cubicBezTo>
                    <a:pt x="11107" y="23572"/>
                    <a:pt x="11468" y="22713"/>
                    <a:pt x="11898" y="21853"/>
                  </a:cubicBezTo>
                  <a:cubicBezTo>
                    <a:pt x="12758" y="20134"/>
                    <a:pt x="13755" y="18483"/>
                    <a:pt x="14838" y="16901"/>
                  </a:cubicBezTo>
                  <a:cubicBezTo>
                    <a:pt x="15405" y="16111"/>
                    <a:pt x="15973" y="15337"/>
                    <a:pt x="16626" y="14615"/>
                  </a:cubicBezTo>
                  <a:cubicBezTo>
                    <a:pt x="17193" y="13824"/>
                    <a:pt x="17847" y="13102"/>
                    <a:pt x="18552" y="12397"/>
                  </a:cubicBezTo>
                  <a:cubicBezTo>
                    <a:pt x="19205" y="11675"/>
                    <a:pt x="19841" y="10953"/>
                    <a:pt x="20563" y="10317"/>
                  </a:cubicBezTo>
                  <a:cubicBezTo>
                    <a:pt x="20924" y="9955"/>
                    <a:pt x="21285" y="9594"/>
                    <a:pt x="21560" y="9319"/>
                  </a:cubicBezTo>
                  <a:cubicBezTo>
                    <a:pt x="21784" y="9165"/>
                    <a:pt x="21922" y="9027"/>
                    <a:pt x="22145" y="8889"/>
                  </a:cubicBezTo>
                  <a:lnTo>
                    <a:pt x="22351" y="8666"/>
                  </a:lnTo>
                  <a:lnTo>
                    <a:pt x="22575" y="8528"/>
                  </a:lnTo>
                  <a:lnTo>
                    <a:pt x="159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42"/>
            <p:cNvSpPr/>
            <p:nvPr/>
          </p:nvSpPr>
          <p:spPr>
            <a:xfrm>
              <a:off x="2890875" y="2601700"/>
              <a:ext cx="221855" cy="54214"/>
            </a:xfrm>
            <a:custGeom>
              <a:avLst/>
              <a:gdLst/>
              <a:ahLst/>
              <a:cxnLst/>
              <a:rect l="l" t="t" r="r" b="b"/>
              <a:pathLst>
                <a:path w="4436" h="1084" extrusionOk="0">
                  <a:moveTo>
                    <a:pt x="224" y="1"/>
                  </a:moveTo>
                  <a:cubicBezTo>
                    <a:pt x="69" y="1"/>
                    <a:pt x="0" y="156"/>
                    <a:pt x="0" y="293"/>
                  </a:cubicBezTo>
                  <a:cubicBezTo>
                    <a:pt x="0" y="431"/>
                    <a:pt x="69" y="517"/>
                    <a:pt x="224" y="517"/>
                  </a:cubicBezTo>
                  <a:cubicBezTo>
                    <a:pt x="1943" y="585"/>
                    <a:pt x="4092" y="1084"/>
                    <a:pt x="4092" y="1084"/>
                  </a:cubicBezTo>
                  <a:lnTo>
                    <a:pt x="4161" y="1084"/>
                  </a:lnTo>
                  <a:cubicBezTo>
                    <a:pt x="4298" y="1084"/>
                    <a:pt x="4367" y="1015"/>
                    <a:pt x="4436" y="860"/>
                  </a:cubicBezTo>
                  <a:cubicBezTo>
                    <a:pt x="4436" y="792"/>
                    <a:pt x="4367" y="654"/>
                    <a:pt x="4230" y="585"/>
                  </a:cubicBezTo>
                  <a:cubicBezTo>
                    <a:pt x="4161" y="585"/>
                    <a:pt x="2012" y="87"/>
                    <a:pt x="2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42"/>
            <p:cNvSpPr/>
            <p:nvPr/>
          </p:nvSpPr>
          <p:spPr>
            <a:xfrm>
              <a:off x="2973397" y="2560138"/>
              <a:ext cx="132483" cy="95774"/>
            </a:xfrm>
            <a:custGeom>
              <a:avLst/>
              <a:gdLst/>
              <a:ahLst/>
              <a:cxnLst/>
              <a:rect l="l" t="t" r="r" b="b"/>
              <a:pathLst>
                <a:path w="2649" h="1915" extrusionOk="0">
                  <a:moveTo>
                    <a:pt x="253" y="0"/>
                  </a:moveTo>
                  <a:cubicBezTo>
                    <a:pt x="176" y="0"/>
                    <a:pt x="109" y="38"/>
                    <a:pt x="69" y="127"/>
                  </a:cubicBezTo>
                  <a:cubicBezTo>
                    <a:pt x="1" y="196"/>
                    <a:pt x="1" y="402"/>
                    <a:pt x="138" y="488"/>
                  </a:cubicBezTo>
                  <a:cubicBezTo>
                    <a:pt x="138" y="488"/>
                    <a:pt x="1359" y="1193"/>
                    <a:pt x="2218" y="1846"/>
                  </a:cubicBezTo>
                  <a:cubicBezTo>
                    <a:pt x="2287" y="1915"/>
                    <a:pt x="2287" y="1915"/>
                    <a:pt x="2356" y="1915"/>
                  </a:cubicBezTo>
                  <a:cubicBezTo>
                    <a:pt x="2442" y="1915"/>
                    <a:pt x="2511" y="1846"/>
                    <a:pt x="2580" y="1777"/>
                  </a:cubicBezTo>
                  <a:cubicBezTo>
                    <a:pt x="2648" y="1691"/>
                    <a:pt x="2648" y="1554"/>
                    <a:pt x="2511" y="1416"/>
                  </a:cubicBezTo>
                  <a:cubicBezTo>
                    <a:pt x="1651" y="763"/>
                    <a:pt x="430" y="58"/>
                    <a:pt x="430" y="58"/>
                  </a:cubicBezTo>
                  <a:cubicBezTo>
                    <a:pt x="372" y="21"/>
                    <a:pt x="310" y="0"/>
                    <a:pt x="2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42"/>
            <p:cNvSpPr/>
            <p:nvPr/>
          </p:nvSpPr>
          <p:spPr>
            <a:xfrm>
              <a:off x="3241669" y="1846747"/>
              <a:ext cx="408502" cy="511678"/>
            </a:xfrm>
            <a:custGeom>
              <a:avLst/>
              <a:gdLst/>
              <a:ahLst/>
              <a:cxnLst/>
              <a:rect l="l" t="t" r="r" b="b"/>
              <a:pathLst>
                <a:path w="8168" h="10231" extrusionOk="0">
                  <a:moveTo>
                    <a:pt x="7899" y="0"/>
                  </a:moveTo>
                  <a:cubicBezTo>
                    <a:pt x="7837" y="0"/>
                    <a:pt x="7781" y="17"/>
                    <a:pt x="7738" y="52"/>
                  </a:cubicBezTo>
                  <a:cubicBezTo>
                    <a:pt x="4729" y="2631"/>
                    <a:pt x="224" y="9594"/>
                    <a:pt x="87" y="9869"/>
                  </a:cubicBezTo>
                  <a:cubicBezTo>
                    <a:pt x="1" y="10024"/>
                    <a:pt x="1" y="10161"/>
                    <a:pt x="156" y="10230"/>
                  </a:cubicBezTo>
                  <a:lnTo>
                    <a:pt x="293" y="10230"/>
                  </a:lnTo>
                  <a:cubicBezTo>
                    <a:pt x="362" y="10230"/>
                    <a:pt x="431" y="10230"/>
                    <a:pt x="517" y="10161"/>
                  </a:cubicBezTo>
                  <a:cubicBezTo>
                    <a:pt x="517" y="10093"/>
                    <a:pt x="5090" y="2992"/>
                    <a:pt x="8030" y="413"/>
                  </a:cubicBezTo>
                  <a:cubicBezTo>
                    <a:pt x="8168" y="344"/>
                    <a:pt x="8168" y="207"/>
                    <a:pt x="8099" y="52"/>
                  </a:cubicBezTo>
                  <a:cubicBezTo>
                    <a:pt x="8030" y="17"/>
                    <a:pt x="7961" y="0"/>
                    <a:pt x="78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42"/>
            <p:cNvSpPr/>
            <p:nvPr/>
          </p:nvSpPr>
          <p:spPr>
            <a:xfrm>
              <a:off x="3148794" y="3470533"/>
              <a:ext cx="368942" cy="256814"/>
            </a:xfrm>
            <a:custGeom>
              <a:avLst/>
              <a:gdLst/>
              <a:ahLst/>
              <a:cxnLst/>
              <a:rect l="l" t="t" r="r" b="b"/>
              <a:pathLst>
                <a:path w="7377" h="5135" extrusionOk="0">
                  <a:moveTo>
                    <a:pt x="7069" y="0"/>
                  </a:moveTo>
                  <a:cubicBezTo>
                    <a:pt x="7019" y="0"/>
                    <a:pt x="6975" y="17"/>
                    <a:pt x="6947" y="45"/>
                  </a:cubicBezTo>
                  <a:lnTo>
                    <a:pt x="139" y="4705"/>
                  </a:lnTo>
                  <a:cubicBezTo>
                    <a:pt x="1" y="4774"/>
                    <a:pt x="1" y="4911"/>
                    <a:pt x="70" y="5066"/>
                  </a:cubicBezTo>
                  <a:cubicBezTo>
                    <a:pt x="139" y="5135"/>
                    <a:pt x="224" y="5135"/>
                    <a:pt x="293" y="5135"/>
                  </a:cubicBezTo>
                  <a:lnTo>
                    <a:pt x="431" y="5135"/>
                  </a:lnTo>
                  <a:lnTo>
                    <a:pt x="7239" y="475"/>
                  </a:lnTo>
                  <a:cubicBezTo>
                    <a:pt x="7308" y="338"/>
                    <a:pt x="7377" y="183"/>
                    <a:pt x="7308" y="114"/>
                  </a:cubicBezTo>
                  <a:cubicBezTo>
                    <a:pt x="7227" y="34"/>
                    <a:pt x="7141" y="0"/>
                    <a:pt x="70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42"/>
            <p:cNvSpPr/>
            <p:nvPr/>
          </p:nvSpPr>
          <p:spPr>
            <a:xfrm>
              <a:off x="3249422" y="3642479"/>
              <a:ext cx="132483" cy="181195"/>
            </a:xfrm>
            <a:custGeom>
              <a:avLst/>
              <a:gdLst/>
              <a:ahLst/>
              <a:cxnLst/>
              <a:rect l="l" t="t" r="r" b="b"/>
              <a:pathLst>
                <a:path w="2649" h="3623" extrusionOk="0">
                  <a:moveTo>
                    <a:pt x="311" y="1"/>
                  </a:moveTo>
                  <a:cubicBezTo>
                    <a:pt x="255" y="1"/>
                    <a:pt x="195" y="18"/>
                    <a:pt x="138" y="46"/>
                  </a:cubicBezTo>
                  <a:cubicBezTo>
                    <a:pt x="1" y="115"/>
                    <a:pt x="1" y="252"/>
                    <a:pt x="69" y="407"/>
                  </a:cubicBezTo>
                  <a:lnTo>
                    <a:pt x="2150" y="3554"/>
                  </a:lnTo>
                  <a:cubicBezTo>
                    <a:pt x="2218" y="3622"/>
                    <a:pt x="2287" y="3622"/>
                    <a:pt x="2356" y="3622"/>
                  </a:cubicBezTo>
                  <a:lnTo>
                    <a:pt x="2511" y="3622"/>
                  </a:lnTo>
                  <a:cubicBezTo>
                    <a:pt x="2648" y="3554"/>
                    <a:pt x="2648" y="3347"/>
                    <a:pt x="2580" y="3261"/>
                  </a:cubicBezTo>
                  <a:lnTo>
                    <a:pt x="499" y="115"/>
                  </a:lnTo>
                  <a:cubicBezTo>
                    <a:pt x="459" y="34"/>
                    <a:pt x="389" y="1"/>
                    <a:pt x="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42"/>
            <p:cNvSpPr/>
            <p:nvPr/>
          </p:nvSpPr>
          <p:spPr>
            <a:xfrm>
              <a:off x="3363802" y="3648981"/>
              <a:ext cx="67967" cy="60265"/>
            </a:xfrm>
            <a:custGeom>
              <a:avLst/>
              <a:gdLst/>
              <a:ahLst/>
              <a:cxnLst/>
              <a:rect l="l" t="t" r="r" b="b"/>
              <a:pathLst>
                <a:path w="1359" h="1205" extrusionOk="0">
                  <a:moveTo>
                    <a:pt x="697" y="0"/>
                  </a:moveTo>
                  <a:cubicBezTo>
                    <a:pt x="476" y="0"/>
                    <a:pt x="251" y="131"/>
                    <a:pt x="138" y="346"/>
                  </a:cubicBezTo>
                  <a:cubicBezTo>
                    <a:pt x="0" y="638"/>
                    <a:pt x="69" y="982"/>
                    <a:pt x="430" y="1137"/>
                  </a:cubicBezTo>
                  <a:cubicBezTo>
                    <a:pt x="526" y="1182"/>
                    <a:pt x="630" y="1205"/>
                    <a:pt x="730" y="1205"/>
                  </a:cubicBezTo>
                  <a:cubicBezTo>
                    <a:pt x="936" y="1205"/>
                    <a:pt x="1129" y="1109"/>
                    <a:pt x="1221" y="913"/>
                  </a:cubicBezTo>
                  <a:cubicBezTo>
                    <a:pt x="1359" y="638"/>
                    <a:pt x="1221" y="208"/>
                    <a:pt x="929" y="54"/>
                  </a:cubicBezTo>
                  <a:cubicBezTo>
                    <a:pt x="856" y="17"/>
                    <a:pt x="777" y="0"/>
                    <a:pt x="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37" name="Google Shape;537;p42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8" name="Google Shape;538;p42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802075" y="3582725"/>
            <a:ext cx="396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/>
              <a:t>Da. E adevărat. Seamănă cu o </a:t>
            </a:r>
            <a:r>
              <a:rPr lang="ro-RO" b="1" dirty="0" smtClean="0">
                <a:solidFill>
                  <a:schemeClr val="accent4"/>
                </a:solidFill>
              </a:rPr>
              <a:t>scrisoare</a:t>
            </a:r>
            <a:r>
              <a:rPr lang="ro-RO" dirty="0" smtClean="0"/>
              <a:t>.</a:t>
            </a:r>
            <a:endParaRPr lang="ro-R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" grpId="0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9"/>
          <p:cNvSpPr txBox="1">
            <a:spLocks noGrp="1"/>
          </p:cNvSpPr>
          <p:nvPr>
            <p:ph type="subTitle" idx="1"/>
          </p:nvPr>
        </p:nvSpPr>
        <p:spPr>
          <a:xfrm>
            <a:off x="1391067" y="1078971"/>
            <a:ext cx="6318139" cy="3372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ro-RO" dirty="0" smtClean="0"/>
              <a:t>Este unul dintre serviciile internetului.</a:t>
            </a:r>
          </a:p>
          <a:p>
            <a:pPr algn="l"/>
            <a:r>
              <a:rPr lang="ro-RO" dirty="0" smtClean="0"/>
              <a:t>Permite </a:t>
            </a:r>
            <a:r>
              <a:rPr lang="ro-RO" dirty="0"/>
              <a:t>transmiterea de informații detaliate, atașamente, și comunicarea î</a:t>
            </a:r>
            <a:r>
              <a:rPr lang="ro-RO" dirty="0" smtClean="0"/>
              <a:t>ntre </a:t>
            </a:r>
            <a:r>
              <a:rPr lang="ro-RO" dirty="0"/>
              <a:t>mai mulți destinatari, fiind un canal direct și documentabil</a:t>
            </a:r>
            <a:r>
              <a:rPr lang="ro-RO" dirty="0" smtClean="0"/>
              <a:t>.</a:t>
            </a:r>
          </a:p>
          <a:p>
            <a:pPr algn="l"/>
            <a:endParaRPr lang="ro-RO" dirty="0"/>
          </a:p>
          <a:p>
            <a:pPr algn="l"/>
            <a:r>
              <a:rPr lang="ro-RO" dirty="0" smtClean="0"/>
              <a:t>Spre </a:t>
            </a:r>
            <a:r>
              <a:rPr lang="ro-RO" dirty="0"/>
              <a:t>deosebire de mesajele instantanee, emailul este mai formal și oferă un cadru mai adecvat pentru comunicări oficiale sau </a:t>
            </a:r>
            <a:r>
              <a:rPr lang="ro-RO" dirty="0" smtClean="0"/>
              <a:t>cu atașare de documente și chiar cu semnătură electronică.</a:t>
            </a:r>
          </a:p>
          <a:p>
            <a:pPr algn="l"/>
            <a:endParaRPr lang="ro-RO" dirty="0"/>
          </a:p>
          <a:p>
            <a:pPr algn="l"/>
            <a:r>
              <a:rPr lang="ro-RO" b="1" dirty="0" smtClean="0"/>
              <a:t>Utilizări </a:t>
            </a:r>
            <a:r>
              <a:rPr lang="ro-RO" b="1" dirty="0"/>
              <a:t>comune</a:t>
            </a:r>
          </a:p>
          <a:p>
            <a:pPr algn="l"/>
            <a:r>
              <a:rPr lang="ro-RO" dirty="0" smtClean="0"/>
              <a:t>Emailul </a:t>
            </a:r>
            <a:r>
              <a:rPr lang="ro-RO" dirty="0"/>
              <a:t>este utilizat în </a:t>
            </a:r>
            <a:r>
              <a:rPr lang="ro-RO" dirty="0" smtClean="0"/>
              <a:t>corespondența profesională, </a:t>
            </a:r>
            <a:r>
              <a:rPr lang="ro-RO" dirty="0"/>
              <a:t>trimiterea de documente, newslettere și campanii de marketing. </a:t>
            </a:r>
            <a:endParaRPr lang="ro-RO" dirty="0" smtClean="0"/>
          </a:p>
        </p:txBody>
      </p:sp>
      <p:sp>
        <p:nvSpPr>
          <p:cNvPr id="437" name="Google Shape;437;p39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8" name="Google Shape;438;p39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9" name="Google Shape;439;p39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0" name="Google Shape;440;p39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401" y="395572"/>
            <a:ext cx="4316961" cy="551757"/>
          </a:xfrm>
        </p:spPr>
        <p:txBody>
          <a:bodyPr/>
          <a:lstStyle/>
          <a:p>
            <a:r>
              <a:rPr lang="ro-RO" sz="3600" dirty="0">
                <a:solidFill>
                  <a:schemeClr val="tx1"/>
                </a:solidFill>
              </a:rPr>
              <a:t>Rolul </a:t>
            </a:r>
            <a:r>
              <a:rPr lang="ro-RO" sz="3600" dirty="0" smtClean="0"/>
              <a:t>Emailului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50377" y="1133738"/>
            <a:ext cx="8406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b="1" dirty="0">
                <a:solidFill>
                  <a:schemeClr val="accent4"/>
                </a:solidFill>
              </a:rPr>
              <a:t>+</a:t>
            </a:r>
            <a:endParaRPr lang="en-US" sz="6000" b="1" dirty="0">
              <a:solidFill>
                <a:schemeClr val="accent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9548" y="2250664"/>
            <a:ext cx="108234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C00000"/>
                </a:solidFill>
              </a:rPr>
              <a:t>&lt;&gt;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6713" y="4451851"/>
            <a:ext cx="3942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Ce înseamnă fiecare dintre aceste scopuri </a:t>
            </a:r>
            <a:r>
              <a:rPr lang="ro-RO" b="1" dirty="0" smtClean="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ro-RO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8"/>
          <p:cNvSpPr txBox="1">
            <a:spLocks noGrp="1"/>
          </p:cNvSpPr>
          <p:nvPr>
            <p:ph type="title" idx="2"/>
          </p:nvPr>
        </p:nvSpPr>
        <p:spPr>
          <a:xfrm>
            <a:off x="388991" y="53219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</a:t>
            </a:r>
            <a:endParaRPr dirty="0"/>
          </a:p>
        </p:txBody>
      </p:sp>
      <p:sp>
        <p:nvSpPr>
          <p:cNvPr id="619" name="Google Shape;619;p48"/>
          <p:cNvSpPr txBox="1">
            <a:spLocks noGrp="1"/>
          </p:cNvSpPr>
          <p:nvPr>
            <p:ph type="subTitle" idx="1"/>
          </p:nvPr>
        </p:nvSpPr>
        <p:spPr>
          <a:xfrm>
            <a:off x="402981" y="2664948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Cum să scrii un email eficient?</a:t>
            </a:r>
            <a:endParaRPr dirty="0"/>
          </a:p>
        </p:txBody>
      </p:sp>
      <p:grpSp>
        <p:nvGrpSpPr>
          <p:cNvPr id="620" name="Google Shape;620;p48"/>
          <p:cNvGrpSpPr/>
          <p:nvPr/>
        </p:nvGrpSpPr>
        <p:grpSpPr>
          <a:xfrm flipH="1">
            <a:off x="6528200" y="110336"/>
            <a:ext cx="2465503" cy="5037834"/>
            <a:chOff x="1254825" y="156213"/>
            <a:chExt cx="2364537" cy="4831065"/>
          </a:xfrm>
        </p:grpSpPr>
        <p:sp>
          <p:nvSpPr>
            <p:cNvPr id="621" name="Google Shape;621;p48"/>
            <p:cNvSpPr/>
            <p:nvPr/>
          </p:nvSpPr>
          <p:spPr>
            <a:xfrm>
              <a:off x="1774518" y="329581"/>
              <a:ext cx="866859" cy="1158733"/>
            </a:xfrm>
            <a:custGeom>
              <a:avLst/>
              <a:gdLst/>
              <a:ahLst/>
              <a:cxnLst/>
              <a:rect l="l" t="t" r="r" b="b"/>
              <a:pathLst>
                <a:path w="14740" h="19703" extrusionOk="0">
                  <a:moveTo>
                    <a:pt x="8785" y="1"/>
                  </a:moveTo>
                  <a:cubicBezTo>
                    <a:pt x="7861" y="1"/>
                    <a:pt x="6664" y="229"/>
                    <a:pt x="5390" y="1067"/>
                  </a:cubicBezTo>
                  <a:cubicBezTo>
                    <a:pt x="2510" y="2976"/>
                    <a:pt x="3464" y="7624"/>
                    <a:pt x="2510" y="10999"/>
                  </a:cubicBezTo>
                  <a:cubicBezTo>
                    <a:pt x="1767" y="13650"/>
                    <a:pt x="0" y="19695"/>
                    <a:pt x="0" y="19695"/>
                  </a:cubicBezTo>
                  <a:cubicBezTo>
                    <a:pt x="0" y="19695"/>
                    <a:pt x="238" y="19702"/>
                    <a:pt x="688" y="19702"/>
                  </a:cubicBezTo>
                  <a:cubicBezTo>
                    <a:pt x="1589" y="19702"/>
                    <a:pt x="3340" y="19671"/>
                    <a:pt x="5744" y="19482"/>
                  </a:cubicBezTo>
                  <a:cubicBezTo>
                    <a:pt x="6473" y="19435"/>
                    <a:pt x="7275" y="19416"/>
                    <a:pt x="8088" y="19416"/>
                  </a:cubicBezTo>
                  <a:cubicBezTo>
                    <a:pt x="11215" y="19416"/>
                    <a:pt x="14510" y="19695"/>
                    <a:pt x="14510" y="19695"/>
                  </a:cubicBezTo>
                  <a:cubicBezTo>
                    <a:pt x="14510" y="19695"/>
                    <a:pt x="13343" y="14622"/>
                    <a:pt x="13626" y="12183"/>
                  </a:cubicBezTo>
                  <a:cubicBezTo>
                    <a:pt x="13856" y="10275"/>
                    <a:pt x="14068" y="8790"/>
                    <a:pt x="14439" y="6069"/>
                  </a:cubicBezTo>
                  <a:cubicBezTo>
                    <a:pt x="14669" y="4602"/>
                    <a:pt x="14739" y="3577"/>
                    <a:pt x="13997" y="2322"/>
                  </a:cubicBezTo>
                  <a:cubicBezTo>
                    <a:pt x="13626" y="1650"/>
                    <a:pt x="12672" y="484"/>
                    <a:pt x="10604" y="325"/>
                  </a:cubicBezTo>
                  <a:cubicBezTo>
                    <a:pt x="10604" y="325"/>
                    <a:pt x="9888" y="1"/>
                    <a:pt x="87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48"/>
            <p:cNvSpPr/>
            <p:nvPr/>
          </p:nvSpPr>
          <p:spPr>
            <a:xfrm>
              <a:off x="1917894" y="156213"/>
              <a:ext cx="407494" cy="326278"/>
            </a:xfrm>
            <a:custGeom>
              <a:avLst/>
              <a:gdLst/>
              <a:ahLst/>
              <a:cxnLst/>
              <a:rect l="l" t="t" r="r" b="b"/>
              <a:pathLst>
                <a:path w="6929" h="5548" extrusionOk="0">
                  <a:moveTo>
                    <a:pt x="4053" y="0"/>
                  </a:moveTo>
                  <a:cubicBezTo>
                    <a:pt x="3890" y="0"/>
                    <a:pt x="3717" y="13"/>
                    <a:pt x="3536" y="39"/>
                  </a:cubicBezTo>
                  <a:cubicBezTo>
                    <a:pt x="1" y="622"/>
                    <a:pt x="814" y="4757"/>
                    <a:pt x="3536" y="5411"/>
                  </a:cubicBezTo>
                  <a:cubicBezTo>
                    <a:pt x="3868" y="5506"/>
                    <a:pt x="4169" y="5547"/>
                    <a:pt x="4442" y="5547"/>
                  </a:cubicBezTo>
                  <a:cubicBezTo>
                    <a:pt x="6515" y="5547"/>
                    <a:pt x="6929" y="3131"/>
                    <a:pt x="6929" y="3131"/>
                  </a:cubicBezTo>
                  <a:cubicBezTo>
                    <a:pt x="6929" y="3131"/>
                    <a:pt x="6663" y="0"/>
                    <a:pt x="40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2043686" y="313291"/>
              <a:ext cx="281700" cy="117561"/>
            </a:xfrm>
            <a:custGeom>
              <a:avLst/>
              <a:gdLst/>
              <a:ahLst/>
              <a:cxnLst/>
              <a:rect l="l" t="t" r="r" b="b"/>
              <a:pathLst>
                <a:path w="4790" h="1999" extrusionOk="0">
                  <a:moveTo>
                    <a:pt x="4147" y="1"/>
                  </a:moveTo>
                  <a:cubicBezTo>
                    <a:pt x="3844" y="1"/>
                    <a:pt x="3420" y="19"/>
                    <a:pt x="2934" y="89"/>
                  </a:cubicBezTo>
                  <a:cubicBezTo>
                    <a:pt x="2139" y="231"/>
                    <a:pt x="884" y="673"/>
                    <a:pt x="0" y="1786"/>
                  </a:cubicBezTo>
                  <a:cubicBezTo>
                    <a:pt x="0" y="1857"/>
                    <a:pt x="0" y="1927"/>
                    <a:pt x="71" y="1927"/>
                  </a:cubicBezTo>
                  <a:cubicBezTo>
                    <a:pt x="71" y="1998"/>
                    <a:pt x="71" y="1998"/>
                    <a:pt x="142" y="1998"/>
                  </a:cubicBezTo>
                  <a:lnTo>
                    <a:pt x="212" y="1927"/>
                  </a:lnTo>
                  <a:cubicBezTo>
                    <a:pt x="1477" y="388"/>
                    <a:pt x="3405" y="217"/>
                    <a:pt x="4232" y="217"/>
                  </a:cubicBezTo>
                  <a:cubicBezTo>
                    <a:pt x="4468" y="217"/>
                    <a:pt x="4615" y="231"/>
                    <a:pt x="4631" y="231"/>
                  </a:cubicBezTo>
                  <a:cubicBezTo>
                    <a:pt x="4652" y="257"/>
                    <a:pt x="4667" y="268"/>
                    <a:pt x="4679" y="268"/>
                  </a:cubicBezTo>
                  <a:cubicBezTo>
                    <a:pt x="4709" y="268"/>
                    <a:pt x="4728" y="210"/>
                    <a:pt x="4790" y="160"/>
                  </a:cubicBezTo>
                  <a:cubicBezTo>
                    <a:pt x="4790" y="89"/>
                    <a:pt x="4701" y="19"/>
                    <a:pt x="4631" y="19"/>
                  </a:cubicBezTo>
                  <a:cubicBezTo>
                    <a:pt x="4631" y="19"/>
                    <a:pt x="4450" y="1"/>
                    <a:pt x="41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2389776" y="1290869"/>
              <a:ext cx="1000946" cy="1491363"/>
            </a:xfrm>
            <a:custGeom>
              <a:avLst/>
              <a:gdLst/>
              <a:ahLst/>
              <a:cxnLst/>
              <a:rect l="l" t="t" r="r" b="b"/>
              <a:pathLst>
                <a:path w="17020" h="25359" extrusionOk="0">
                  <a:moveTo>
                    <a:pt x="3164" y="1"/>
                  </a:moveTo>
                  <a:cubicBezTo>
                    <a:pt x="2896" y="1"/>
                    <a:pt x="2622" y="37"/>
                    <a:pt x="2351" y="114"/>
                  </a:cubicBezTo>
                  <a:cubicBezTo>
                    <a:pt x="884" y="556"/>
                    <a:pt x="1" y="2023"/>
                    <a:pt x="301" y="3490"/>
                  </a:cubicBezTo>
                  <a:lnTo>
                    <a:pt x="372" y="3490"/>
                  </a:lnTo>
                  <a:cubicBezTo>
                    <a:pt x="372" y="3790"/>
                    <a:pt x="442" y="4020"/>
                    <a:pt x="513" y="4303"/>
                  </a:cubicBezTo>
                  <a:cubicBezTo>
                    <a:pt x="584" y="4533"/>
                    <a:pt x="672" y="4745"/>
                    <a:pt x="672" y="5045"/>
                  </a:cubicBezTo>
                  <a:cubicBezTo>
                    <a:pt x="813" y="5487"/>
                    <a:pt x="955" y="6000"/>
                    <a:pt x="1114" y="6512"/>
                  </a:cubicBezTo>
                  <a:cubicBezTo>
                    <a:pt x="1185" y="6954"/>
                    <a:pt x="1326" y="7466"/>
                    <a:pt x="1467" y="7908"/>
                  </a:cubicBezTo>
                  <a:cubicBezTo>
                    <a:pt x="1626" y="8438"/>
                    <a:pt x="1768" y="8951"/>
                    <a:pt x="1909" y="9393"/>
                  </a:cubicBezTo>
                  <a:cubicBezTo>
                    <a:pt x="2210" y="10418"/>
                    <a:pt x="2510" y="11372"/>
                    <a:pt x="2793" y="12327"/>
                  </a:cubicBezTo>
                  <a:cubicBezTo>
                    <a:pt x="2952" y="12857"/>
                    <a:pt x="3164" y="13299"/>
                    <a:pt x="3323" y="13811"/>
                  </a:cubicBezTo>
                  <a:cubicBezTo>
                    <a:pt x="3464" y="14324"/>
                    <a:pt x="3676" y="14836"/>
                    <a:pt x="3906" y="15278"/>
                  </a:cubicBezTo>
                  <a:lnTo>
                    <a:pt x="4048" y="15720"/>
                  </a:lnTo>
                  <a:cubicBezTo>
                    <a:pt x="4048" y="15790"/>
                    <a:pt x="4118" y="15949"/>
                    <a:pt x="4207" y="16091"/>
                  </a:cubicBezTo>
                  <a:cubicBezTo>
                    <a:pt x="4277" y="16232"/>
                    <a:pt x="4348" y="16391"/>
                    <a:pt x="4419" y="16462"/>
                  </a:cubicBezTo>
                  <a:cubicBezTo>
                    <a:pt x="4419" y="16603"/>
                    <a:pt x="4489" y="16745"/>
                    <a:pt x="4560" y="16904"/>
                  </a:cubicBezTo>
                  <a:lnTo>
                    <a:pt x="4649" y="17045"/>
                  </a:lnTo>
                  <a:lnTo>
                    <a:pt x="4719" y="17116"/>
                  </a:lnTo>
                  <a:lnTo>
                    <a:pt x="4861" y="17416"/>
                  </a:lnTo>
                  <a:cubicBezTo>
                    <a:pt x="4931" y="17487"/>
                    <a:pt x="4931" y="17558"/>
                    <a:pt x="5002" y="17628"/>
                  </a:cubicBezTo>
                  <a:cubicBezTo>
                    <a:pt x="5090" y="17717"/>
                    <a:pt x="5090" y="17787"/>
                    <a:pt x="5161" y="17858"/>
                  </a:cubicBezTo>
                  <a:cubicBezTo>
                    <a:pt x="5232" y="18000"/>
                    <a:pt x="5373" y="18159"/>
                    <a:pt x="5444" y="18300"/>
                  </a:cubicBezTo>
                  <a:lnTo>
                    <a:pt x="5603" y="18441"/>
                  </a:lnTo>
                  <a:cubicBezTo>
                    <a:pt x="5674" y="18512"/>
                    <a:pt x="5674" y="18600"/>
                    <a:pt x="5744" y="18671"/>
                  </a:cubicBezTo>
                  <a:cubicBezTo>
                    <a:pt x="6115" y="19113"/>
                    <a:pt x="6487" y="19555"/>
                    <a:pt x="6928" y="19926"/>
                  </a:cubicBezTo>
                  <a:cubicBezTo>
                    <a:pt x="7299" y="20368"/>
                    <a:pt x="7653" y="20721"/>
                    <a:pt x="8024" y="21092"/>
                  </a:cubicBezTo>
                  <a:cubicBezTo>
                    <a:pt x="8837" y="21764"/>
                    <a:pt x="9650" y="22489"/>
                    <a:pt x="10463" y="23089"/>
                  </a:cubicBezTo>
                  <a:cubicBezTo>
                    <a:pt x="10905" y="23461"/>
                    <a:pt x="11276" y="23743"/>
                    <a:pt x="11718" y="24044"/>
                  </a:cubicBezTo>
                  <a:cubicBezTo>
                    <a:pt x="11930" y="24185"/>
                    <a:pt x="12160" y="24344"/>
                    <a:pt x="12301" y="24486"/>
                  </a:cubicBezTo>
                  <a:cubicBezTo>
                    <a:pt x="12442" y="24556"/>
                    <a:pt x="12513" y="24627"/>
                    <a:pt x="12672" y="24698"/>
                  </a:cubicBezTo>
                  <a:lnTo>
                    <a:pt x="12955" y="24927"/>
                  </a:lnTo>
                  <a:cubicBezTo>
                    <a:pt x="13389" y="25217"/>
                    <a:pt x="13888" y="25359"/>
                    <a:pt x="14379" y="25359"/>
                  </a:cubicBezTo>
                  <a:cubicBezTo>
                    <a:pt x="15147" y="25359"/>
                    <a:pt x="15895" y="25012"/>
                    <a:pt x="16348" y="24344"/>
                  </a:cubicBezTo>
                  <a:cubicBezTo>
                    <a:pt x="17020" y="23302"/>
                    <a:pt x="16861" y="22047"/>
                    <a:pt x="16048" y="21251"/>
                  </a:cubicBezTo>
                  <a:lnTo>
                    <a:pt x="15977" y="21251"/>
                  </a:lnTo>
                  <a:lnTo>
                    <a:pt x="14952" y="20209"/>
                  </a:lnTo>
                  <a:cubicBezTo>
                    <a:pt x="14651" y="19838"/>
                    <a:pt x="14280" y="19555"/>
                    <a:pt x="13927" y="19184"/>
                  </a:cubicBezTo>
                  <a:cubicBezTo>
                    <a:pt x="13255" y="18512"/>
                    <a:pt x="12601" y="17787"/>
                    <a:pt x="12001" y="17116"/>
                  </a:cubicBezTo>
                  <a:cubicBezTo>
                    <a:pt x="11629" y="16833"/>
                    <a:pt x="11347" y="16462"/>
                    <a:pt x="11046" y="16091"/>
                  </a:cubicBezTo>
                  <a:cubicBezTo>
                    <a:pt x="10746" y="15790"/>
                    <a:pt x="10534" y="15419"/>
                    <a:pt x="10304" y="15137"/>
                  </a:cubicBezTo>
                  <a:cubicBezTo>
                    <a:pt x="10233" y="15066"/>
                    <a:pt x="10233" y="15066"/>
                    <a:pt x="10233" y="14977"/>
                  </a:cubicBezTo>
                  <a:lnTo>
                    <a:pt x="10163" y="14907"/>
                  </a:lnTo>
                  <a:cubicBezTo>
                    <a:pt x="10092" y="14836"/>
                    <a:pt x="10021" y="14765"/>
                    <a:pt x="10021" y="14695"/>
                  </a:cubicBezTo>
                  <a:cubicBezTo>
                    <a:pt x="9950" y="14695"/>
                    <a:pt x="9950" y="14624"/>
                    <a:pt x="9950" y="14624"/>
                  </a:cubicBezTo>
                  <a:lnTo>
                    <a:pt x="9950" y="14536"/>
                  </a:lnTo>
                  <a:lnTo>
                    <a:pt x="9862" y="14465"/>
                  </a:lnTo>
                  <a:lnTo>
                    <a:pt x="9862" y="14394"/>
                  </a:lnTo>
                  <a:lnTo>
                    <a:pt x="9791" y="14324"/>
                  </a:lnTo>
                  <a:cubicBezTo>
                    <a:pt x="9791" y="14253"/>
                    <a:pt x="9721" y="14182"/>
                    <a:pt x="9721" y="14094"/>
                  </a:cubicBezTo>
                  <a:cubicBezTo>
                    <a:pt x="9650" y="14023"/>
                    <a:pt x="9650" y="13882"/>
                    <a:pt x="9579" y="13811"/>
                  </a:cubicBezTo>
                  <a:cubicBezTo>
                    <a:pt x="9579" y="13740"/>
                    <a:pt x="9509" y="13581"/>
                    <a:pt x="9509" y="13511"/>
                  </a:cubicBezTo>
                  <a:lnTo>
                    <a:pt x="9350" y="13210"/>
                  </a:lnTo>
                  <a:cubicBezTo>
                    <a:pt x="9067" y="12327"/>
                    <a:pt x="8766" y="11443"/>
                    <a:pt x="8466" y="10489"/>
                  </a:cubicBezTo>
                  <a:cubicBezTo>
                    <a:pt x="8183" y="9605"/>
                    <a:pt x="7883" y="8650"/>
                    <a:pt x="7582" y="7696"/>
                  </a:cubicBezTo>
                  <a:lnTo>
                    <a:pt x="5974" y="2094"/>
                  </a:lnTo>
                  <a:cubicBezTo>
                    <a:pt x="5609" y="824"/>
                    <a:pt x="4437" y="1"/>
                    <a:pt x="31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099657" y="1963760"/>
              <a:ext cx="57222" cy="26053"/>
            </a:xfrm>
            <a:custGeom>
              <a:avLst/>
              <a:gdLst/>
              <a:ahLst/>
              <a:cxnLst/>
              <a:rect l="l" t="t" r="r" b="b"/>
              <a:pathLst>
                <a:path w="973" h="443" extrusionOk="0">
                  <a:moveTo>
                    <a:pt x="0" y="1"/>
                  </a:moveTo>
                  <a:lnTo>
                    <a:pt x="601" y="443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2667295" y="1974169"/>
              <a:ext cx="947958" cy="985068"/>
            </a:xfrm>
            <a:custGeom>
              <a:avLst/>
              <a:gdLst/>
              <a:ahLst/>
              <a:cxnLst/>
              <a:rect l="l" t="t" r="r" b="b"/>
              <a:pathLst>
                <a:path w="16119" h="16750" extrusionOk="0">
                  <a:moveTo>
                    <a:pt x="8438" y="1"/>
                  </a:moveTo>
                  <a:cubicBezTo>
                    <a:pt x="8223" y="1"/>
                    <a:pt x="8011" y="94"/>
                    <a:pt x="7882" y="266"/>
                  </a:cubicBezTo>
                  <a:lnTo>
                    <a:pt x="212" y="10428"/>
                  </a:lnTo>
                  <a:cubicBezTo>
                    <a:pt x="0" y="10728"/>
                    <a:pt x="71" y="11099"/>
                    <a:pt x="371" y="11400"/>
                  </a:cubicBezTo>
                  <a:lnTo>
                    <a:pt x="7352" y="16613"/>
                  </a:lnTo>
                  <a:cubicBezTo>
                    <a:pt x="7473" y="16705"/>
                    <a:pt x="7616" y="16749"/>
                    <a:pt x="7759" y="16749"/>
                  </a:cubicBezTo>
                  <a:cubicBezTo>
                    <a:pt x="7973" y="16749"/>
                    <a:pt x="8187" y="16652"/>
                    <a:pt x="8324" y="16472"/>
                  </a:cubicBezTo>
                  <a:lnTo>
                    <a:pt x="15906" y="6310"/>
                  </a:lnTo>
                  <a:cubicBezTo>
                    <a:pt x="16118" y="6009"/>
                    <a:pt x="16047" y="5568"/>
                    <a:pt x="15747" y="5356"/>
                  </a:cubicBezTo>
                  <a:lnTo>
                    <a:pt x="8837" y="124"/>
                  </a:lnTo>
                  <a:cubicBezTo>
                    <a:pt x="8718" y="41"/>
                    <a:pt x="8578" y="1"/>
                    <a:pt x="84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3039378" y="2245454"/>
              <a:ext cx="579984" cy="714071"/>
            </a:xfrm>
            <a:custGeom>
              <a:avLst/>
              <a:gdLst/>
              <a:ahLst/>
              <a:cxnLst/>
              <a:rect l="l" t="t" r="r" b="b"/>
              <a:pathLst>
                <a:path w="9862" h="12142" extrusionOk="0">
                  <a:moveTo>
                    <a:pt x="8466" y="0"/>
                  </a:moveTo>
                  <a:lnTo>
                    <a:pt x="0" y="11276"/>
                  </a:lnTo>
                  <a:lnTo>
                    <a:pt x="1114" y="12000"/>
                  </a:lnTo>
                  <a:cubicBezTo>
                    <a:pt x="1204" y="12098"/>
                    <a:pt x="1322" y="12141"/>
                    <a:pt x="1446" y="12141"/>
                  </a:cubicBezTo>
                  <a:cubicBezTo>
                    <a:pt x="1612" y="12141"/>
                    <a:pt x="1787" y="12062"/>
                    <a:pt x="1909" y="11930"/>
                  </a:cubicBezTo>
                  <a:lnTo>
                    <a:pt x="9650" y="1626"/>
                  </a:lnTo>
                  <a:cubicBezTo>
                    <a:pt x="9862" y="1326"/>
                    <a:pt x="9791" y="955"/>
                    <a:pt x="9508" y="813"/>
                  </a:cubicBezTo>
                  <a:lnTo>
                    <a:pt x="84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3129120" y="2544791"/>
              <a:ext cx="352037" cy="348273"/>
            </a:xfrm>
            <a:custGeom>
              <a:avLst/>
              <a:gdLst/>
              <a:ahLst/>
              <a:cxnLst/>
              <a:rect l="l" t="t" r="r" b="b"/>
              <a:pathLst>
                <a:path w="5986" h="5922" extrusionOk="0">
                  <a:moveTo>
                    <a:pt x="5473" y="0"/>
                  </a:moveTo>
                  <a:lnTo>
                    <a:pt x="5172" y="513"/>
                  </a:lnTo>
                  <a:cubicBezTo>
                    <a:pt x="5031" y="654"/>
                    <a:pt x="4960" y="725"/>
                    <a:pt x="4801" y="954"/>
                  </a:cubicBezTo>
                  <a:lnTo>
                    <a:pt x="4518" y="1396"/>
                  </a:lnTo>
                  <a:cubicBezTo>
                    <a:pt x="4518" y="1396"/>
                    <a:pt x="3193" y="513"/>
                    <a:pt x="2592" y="513"/>
                  </a:cubicBezTo>
                  <a:cubicBezTo>
                    <a:pt x="2566" y="509"/>
                    <a:pt x="2542" y="507"/>
                    <a:pt x="2520" y="507"/>
                  </a:cubicBezTo>
                  <a:cubicBezTo>
                    <a:pt x="2097" y="507"/>
                    <a:pt x="2271" y="1122"/>
                    <a:pt x="2892" y="1608"/>
                  </a:cubicBezTo>
                  <a:cubicBezTo>
                    <a:pt x="3635" y="2050"/>
                    <a:pt x="3776" y="2351"/>
                    <a:pt x="3776" y="2351"/>
                  </a:cubicBezTo>
                  <a:cubicBezTo>
                    <a:pt x="3776" y="2351"/>
                    <a:pt x="3767" y="2369"/>
                    <a:pt x="3713" y="2369"/>
                  </a:cubicBezTo>
                  <a:cubicBezTo>
                    <a:pt x="3614" y="2369"/>
                    <a:pt x="3366" y="2310"/>
                    <a:pt x="2751" y="1980"/>
                  </a:cubicBezTo>
                  <a:cubicBezTo>
                    <a:pt x="2438" y="1804"/>
                    <a:pt x="2159" y="1734"/>
                    <a:pt x="1937" y="1734"/>
                  </a:cubicBezTo>
                  <a:cubicBezTo>
                    <a:pt x="1421" y="1734"/>
                    <a:pt x="1209" y="2112"/>
                    <a:pt x="1567" y="2421"/>
                  </a:cubicBezTo>
                  <a:cubicBezTo>
                    <a:pt x="2150" y="2792"/>
                    <a:pt x="2963" y="3464"/>
                    <a:pt x="2963" y="3464"/>
                  </a:cubicBezTo>
                  <a:cubicBezTo>
                    <a:pt x="2963" y="3464"/>
                    <a:pt x="1938" y="3022"/>
                    <a:pt x="1196" y="2863"/>
                  </a:cubicBezTo>
                  <a:cubicBezTo>
                    <a:pt x="1131" y="2845"/>
                    <a:pt x="1066" y="2837"/>
                    <a:pt x="1004" y="2837"/>
                  </a:cubicBezTo>
                  <a:cubicBezTo>
                    <a:pt x="575" y="2837"/>
                    <a:pt x="273" y="3246"/>
                    <a:pt x="984" y="3818"/>
                  </a:cubicBezTo>
                  <a:cubicBezTo>
                    <a:pt x="1708" y="4418"/>
                    <a:pt x="1867" y="4630"/>
                    <a:pt x="1867" y="4630"/>
                  </a:cubicBezTo>
                  <a:cubicBezTo>
                    <a:pt x="1867" y="4630"/>
                    <a:pt x="1267" y="4418"/>
                    <a:pt x="754" y="4348"/>
                  </a:cubicBezTo>
                  <a:cubicBezTo>
                    <a:pt x="710" y="4339"/>
                    <a:pt x="668" y="4335"/>
                    <a:pt x="626" y="4335"/>
                  </a:cubicBezTo>
                  <a:cubicBezTo>
                    <a:pt x="248" y="4335"/>
                    <a:pt x="0" y="4690"/>
                    <a:pt x="542" y="5231"/>
                  </a:cubicBezTo>
                  <a:cubicBezTo>
                    <a:pt x="965" y="5655"/>
                    <a:pt x="1292" y="5922"/>
                    <a:pt x="1683" y="5922"/>
                  </a:cubicBezTo>
                  <a:cubicBezTo>
                    <a:pt x="1764" y="5922"/>
                    <a:pt x="1849" y="5910"/>
                    <a:pt x="1938" y="5885"/>
                  </a:cubicBezTo>
                  <a:cubicBezTo>
                    <a:pt x="2380" y="5815"/>
                    <a:pt x="2963" y="4701"/>
                    <a:pt x="3405" y="4189"/>
                  </a:cubicBezTo>
                  <a:cubicBezTo>
                    <a:pt x="3776" y="3747"/>
                    <a:pt x="4518" y="2722"/>
                    <a:pt x="5243" y="1980"/>
                  </a:cubicBezTo>
                  <a:cubicBezTo>
                    <a:pt x="5985" y="1255"/>
                    <a:pt x="5473" y="0"/>
                    <a:pt x="54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3125650" y="2163357"/>
              <a:ext cx="229712" cy="203718"/>
            </a:xfrm>
            <a:custGeom>
              <a:avLst/>
              <a:gdLst/>
              <a:ahLst/>
              <a:cxnLst/>
              <a:rect l="l" t="t" r="r" b="b"/>
              <a:pathLst>
                <a:path w="3906" h="3464" extrusionOk="0">
                  <a:moveTo>
                    <a:pt x="972" y="0"/>
                  </a:moveTo>
                  <a:lnTo>
                    <a:pt x="0" y="1255"/>
                  </a:lnTo>
                  <a:lnTo>
                    <a:pt x="3022" y="3464"/>
                  </a:lnTo>
                  <a:lnTo>
                    <a:pt x="3906" y="2280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2341964" y="3081068"/>
              <a:ext cx="757767" cy="1906209"/>
            </a:xfrm>
            <a:custGeom>
              <a:avLst/>
              <a:gdLst/>
              <a:ahLst/>
              <a:cxnLst/>
              <a:rect l="l" t="t" r="r" b="b"/>
              <a:pathLst>
                <a:path w="12885" h="32413" extrusionOk="0">
                  <a:moveTo>
                    <a:pt x="1" y="0"/>
                  </a:moveTo>
                  <a:cubicBezTo>
                    <a:pt x="1" y="372"/>
                    <a:pt x="1" y="743"/>
                    <a:pt x="71" y="1185"/>
                  </a:cubicBezTo>
                  <a:lnTo>
                    <a:pt x="71" y="1255"/>
                  </a:lnTo>
                  <a:cubicBezTo>
                    <a:pt x="230" y="3765"/>
                    <a:pt x="513" y="5903"/>
                    <a:pt x="955" y="7812"/>
                  </a:cubicBezTo>
                  <a:cubicBezTo>
                    <a:pt x="1114" y="8395"/>
                    <a:pt x="1185" y="8925"/>
                    <a:pt x="1326" y="9509"/>
                  </a:cubicBezTo>
                  <a:cubicBezTo>
                    <a:pt x="1397" y="9579"/>
                    <a:pt x="1397" y="9721"/>
                    <a:pt x="1485" y="9809"/>
                  </a:cubicBezTo>
                  <a:cubicBezTo>
                    <a:pt x="1697" y="10834"/>
                    <a:pt x="1998" y="11788"/>
                    <a:pt x="2369" y="12743"/>
                  </a:cubicBezTo>
                  <a:cubicBezTo>
                    <a:pt x="2369" y="12902"/>
                    <a:pt x="2439" y="13043"/>
                    <a:pt x="2510" y="13185"/>
                  </a:cubicBezTo>
                  <a:cubicBezTo>
                    <a:pt x="2811" y="14227"/>
                    <a:pt x="3252" y="15252"/>
                    <a:pt x="3606" y="16348"/>
                  </a:cubicBezTo>
                  <a:cubicBezTo>
                    <a:pt x="4277" y="18045"/>
                    <a:pt x="4931" y="19883"/>
                    <a:pt x="5532" y="22021"/>
                  </a:cubicBezTo>
                  <a:cubicBezTo>
                    <a:pt x="5532" y="22021"/>
                    <a:pt x="5090" y="27040"/>
                    <a:pt x="5815" y="32413"/>
                  </a:cubicBezTo>
                  <a:lnTo>
                    <a:pt x="12884" y="32413"/>
                  </a:lnTo>
                  <a:lnTo>
                    <a:pt x="11718" y="21650"/>
                  </a:lnTo>
                  <a:lnTo>
                    <a:pt x="11647" y="21067"/>
                  </a:lnTo>
                  <a:lnTo>
                    <a:pt x="11559" y="20183"/>
                  </a:lnTo>
                  <a:lnTo>
                    <a:pt x="11276" y="14881"/>
                  </a:lnTo>
                  <a:lnTo>
                    <a:pt x="11205" y="12743"/>
                  </a:lnTo>
                  <a:lnTo>
                    <a:pt x="11046" y="10975"/>
                  </a:lnTo>
                  <a:lnTo>
                    <a:pt x="10905" y="8395"/>
                  </a:lnTo>
                  <a:lnTo>
                    <a:pt x="10675" y="42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2481223" y="3830410"/>
              <a:ext cx="523879" cy="212128"/>
            </a:xfrm>
            <a:custGeom>
              <a:avLst/>
              <a:gdLst/>
              <a:ahLst/>
              <a:cxnLst/>
              <a:rect l="l" t="t" r="r" b="b"/>
              <a:pathLst>
                <a:path w="8908" h="3607" extrusionOk="0">
                  <a:moveTo>
                    <a:pt x="1" y="1"/>
                  </a:moveTo>
                  <a:cubicBezTo>
                    <a:pt x="1" y="160"/>
                    <a:pt x="71" y="301"/>
                    <a:pt x="142" y="443"/>
                  </a:cubicBezTo>
                  <a:cubicBezTo>
                    <a:pt x="443" y="1485"/>
                    <a:pt x="884" y="2510"/>
                    <a:pt x="1238" y="3606"/>
                  </a:cubicBezTo>
                  <a:cubicBezTo>
                    <a:pt x="4331" y="3164"/>
                    <a:pt x="7141" y="2581"/>
                    <a:pt x="8908" y="2139"/>
                  </a:cubicBezTo>
                  <a:lnTo>
                    <a:pt x="8837" y="1"/>
                  </a:lnTo>
                  <a:close/>
                </a:path>
              </a:pathLst>
            </a:custGeom>
            <a:solidFill>
              <a:srgbClr val="FF9025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2865774" y="4319934"/>
              <a:ext cx="165315" cy="65573"/>
            </a:xfrm>
            <a:custGeom>
              <a:avLst/>
              <a:gdLst/>
              <a:ahLst/>
              <a:cxnLst/>
              <a:rect l="l" t="t" r="r" b="b"/>
              <a:pathLst>
                <a:path w="2811" h="1115" extrusionOk="0">
                  <a:moveTo>
                    <a:pt x="2740" y="1"/>
                  </a:moveTo>
                  <a:cubicBezTo>
                    <a:pt x="1998" y="443"/>
                    <a:pt x="814" y="513"/>
                    <a:pt x="301" y="513"/>
                  </a:cubicBezTo>
                  <a:cubicBezTo>
                    <a:pt x="160" y="513"/>
                    <a:pt x="1" y="672"/>
                    <a:pt x="1" y="814"/>
                  </a:cubicBezTo>
                  <a:cubicBezTo>
                    <a:pt x="1" y="955"/>
                    <a:pt x="160" y="1114"/>
                    <a:pt x="301" y="1114"/>
                  </a:cubicBezTo>
                  <a:cubicBezTo>
                    <a:pt x="602" y="1114"/>
                    <a:pt x="1856" y="1026"/>
                    <a:pt x="2811" y="584"/>
                  </a:cubicBezTo>
                  <a:lnTo>
                    <a:pt x="27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1839972" y="3055074"/>
              <a:ext cx="567517" cy="1932203"/>
            </a:xfrm>
            <a:custGeom>
              <a:avLst/>
              <a:gdLst/>
              <a:ahLst/>
              <a:cxnLst/>
              <a:rect l="l" t="t" r="r" b="b"/>
              <a:pathLst>
                <a:path w="9650" h="32855" extrusionOk="0">
                  <a:moveTo>
                    <a:pt x="0" y="1"/>
                  </a:moveTo>
                  <a:cubicBezTo>
                    <a:pt x="0" y="1"/>
                    <a:pt x="0" y="3765"/>
                    <a:pt x="142" y="10392"/>
                  </a:cubicBezTo>
                  <a:cubicBezTo>
                    <a:pt x="142" y="11276"/>
                    <a:pt x="142" y="12230"/>
                    <a:pt x="213" y="13185"/>
                  </a:cubicBezTo>
                  <a:lnTo>
                    <a:pt x="213" y="13627"/>
                  </a:lnTo>
                  <a:cubicBezTo>
                    <a:pt x="213" y="14669"/>
                    <a:pt x="301" y="15694"/>
                    <a:pt x="301" y="16878"/>
                  </a:cubicBezTo>
                  <a:cubicBezTo>
                    <a:pt x="372" y="18345"/>
                    <a:pt x="372" y="19883"/>
                    <a:pt x="442" y="21509"/>
                  </a:cubicBezTo>
                  <a:lnTo>
                    <a:pt x="442" y="22180"/>
                  </a:lnTo>
                  <a:cubicBezTo>
                    <a:pt x="442" y="22622"/>
                    <a:pt x="513" y="23064"/>
                    <a:pt x="513" y="23506"/>
                  </a:cubicBezTo>
                  <a:lnTo>
                    <a:pt x="654" y="32855"/>
                  </a:lnTo>
                  <a:lnTo>
                    <a:pt x="6928" y="32855"/>
                  </a:lnTo>
                  <a:cubicBezTo>
                    <a:pt x="6999" y="32696"/>
                    <a:pt x="6999" y="32484"/>
                    <a:pt x="6999" y="32342"/>
                  </a:cubicBezTo>
                  <a:cubicBezTo>
                    <a:pt x="8254" y="25627"/>
                    <a:pt x="6699" y="22392"/>
                    <a:pt x="6699" y="22392"/>
                  </a:cubicBezTo>
                  <a:cubicBezTo>
                    <a:pt x="7211" y="20996"/>
                    <a:pt x="7724" y="19158"/>
                    <a:pt x="8165" y="17161"/>
                  </a:cubicBezTo>
                  <a:lnTo>
                    <a:pt x="8837" y="13856"/>
                  </a:lnTo>
                  <a:cubicBezTo>
                    <a:pt x="8837" y="13627"/>
                    <a:pt x="8908" y="13414"/>
                    <a:pt x="8908" y="13185"/>
                  </a:cubicBezTo>
                  <a:cubicBezTo>
                    <a:pt x="9049" y="12230"/>
                    <a:pt x="9208" y="11205"/>
                    <a:pt x="9350" y="10251"/>
                  </a:cubicBezTo>
                  <a:lnTo>
                    <a:pt x="9350" y="9880"/>
                  </a:lnTo>
                  <a:cubicBezTo>
                    <a:pt x="9420" y="9367"/>
                    <a:pt x="9420" y="8837"/>
                    <a:pt x="9491" y="8254"/>
                  </a:cubicBezTo>
                  <a:cubicBezTo>
                    <a:pt x="9650" y="5744"/>
                    <a:pt x="9579" y="3465"/>
                    <a:pt x="9208" y="1856"/>
                  </a:cubicBezTo>
                  <a:lnTo>
                    <a:pt x="8607" y="1697"/>
                  </a:lnTo>
                  <a:lnTo>
                    <a:pt x="7953" y="16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1852440" y="3830410"/>
              <a:ext cx="511412" cy="241474"/>
            </a:xfrm>
            <a:custGeom>
              <a:avLst/>
              <a:gdLst/>
              <a:ahLst/>
              <a:cxnLst/>
              <a:rect l="l" t="t" r="r" b="b"/>
              <a:pathLst>
                <a:path w="8696" h="4106" extrusionOk="0">
                  <a:moveTo>
                    <a:pt x="1" y="1"/>
                  </a:moveTo>
                  <a:lnTo>
                    <a:pt x="1" y="443"/>
                  </a:lnTo>
                  <a:cubicBezTo>
                    <a:pt x="1" y="1485"/>
                    <a:pt x="89" y="2510"/>
                    <a:pt x="89" y="3694"/>
                  </a:cubicBezTo>
                  <a:cubicBezTo>
                    <a:pt x="1578" y="3974"/>
                    <a:pt x="3244" y="4105"/>
                    <a:pt x="4957" y="4105"/>
                  </a:cubicBezTo>
                  <a:cubicBezTo>
                    <a:pt x="5949" y="4105"/>
                    <a:pt x="6956" y="4061"/>
                    <a:pt x="7953" y="3977"/>
                  </a:cubicBezTo>
                  <a:lnTo>
                    <a:pt x="8625" y="672"/>
                  </a:lnTo>
                  <a:cubicBezTo>
                    <a:pt x="8625" y="443"/>
                    <a:pt x="8696" y="230"/>
                    <a:pt x="8696" y="1"/>
                  </a:cubicBezTo>
                  <a:close/>
                </a:path>
              </a:pathLst>
            </a:custGeom>
            <a:solidFill>
              <a:srgbClr val="FF9025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1865966" y="4319934"/>
              <a:ext cx="164256" cy="65573"/>
            </a:xfrm>
            <a:custGeom>
              <a:avLst/>
              <a:gdLst/>
              <a:ahLst/>
              <a:cxnLst/>
              <a:rect l="l" t="t" r="r" b="b"/>
              <a:pathLst>
                <a:path w="2793" h="1115" extrusionOk="0">
                  <a:moveTo>
                    <a:pt x="0" y="1"/>
                  </a:moveTo>
                  <a:lnTo>
                    <a:pt x="0" y="672"/>
                  </a:lnTo>
                  <a:cubicBezTo>
                    <a:pt x="955" y="1026"/>
                    <a:pt x="2209" y="1114"/>
                    <a:pt x="2510" y="1114"/>
                  </a:cubicBezTo>
                  <a:cubicBezTo>
                    <a:pt x="2722" y="1114"/>
                    <a:pt x="2793" y="955"/>
                    <a:pt x="2793" y="814"/>
                  </a:cubicBezTo>
                  <a:cubicBezTo>
                    <a:pt x="2793" y="672"/>
                    <a:pt x="2651" y="513"/>
                    <a:pt x="2510" y="513"/>
                  </a:cubicBezTo>
                  <a:cubicBezTo>
                    <a:pt x="1980" y="513"/>
                    <a:pt x="743" y="44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1731882" y="2315083"/>
              <a:ext cx="1467604" cy="1650914"/>
            </a:xfrm>
            <a:custGeom>
              <a:avLst/>
              <a:gdLst/>
              <a:ahLst/>
              <a:cxnLst/>
              <a:rect l="l" t="t" r="r" b="b"/>
              <a:pathLst>
                <a:path w="24955" h="28072" extrusionOk="0">
                  <a:moveTo>
                    <a:pt x="17815" y="0"/>
                  </a:moveTo>
                  <a:cubicBezTo>
                    <a:pt x="12539" y="1319"/>
                    <a:pt x="6939" y="1487"/>
                    <a:pt x="4437" y="1487"/>
                  </a:cubicBezTo>
                  <a:cubicBezTo>
                    <a:pt x="3586" y="1487"/>
                    <a:pt x="3093" y="1467"/>
                    <a:pt x="3093" y="1467"/>
                  </a:cubicBezTo>
                  <a:cubicBezTo>
                    <a:pt x="3093" y="1467"/>
                    <a:pt x="2793" y="2510"/>
                    <a:pt x="2422" y="4189"/>
                  </a:cubicBezTo>
                  <a:cubicBezTo>
                    <a:pt x="2351" y="4277"/>
                    <a:pt x="2351" y="4419"/>
                    <a:pt x="2351" y="4489"/>
                  </a:cubicBezTo>
                  <a:cubicBezTo>
                    <a:pt x="1980" y="6045"/>
                    <a:pt x="1609" y="8095"/>
                    <a:pt x="1326" y="10463"/>
                  </a:cubicBezTo>
                  <a:lnTo>
                    <a:pt x="1326" y="10675"/>
                  </a:lnTo>
                  <a:lnTo>
                    <a:pt x="1326" y="10816"/>
                  </a:lnTo>
                  <a:cubicBezTo>
                    <a:pt x="1255" y="11046"/>
                    <a:pt x="1255" y="11258"/>
                    <a:pt x="1167" y="11488"/>
                  </a:cubicBezTo>
                  <a:cubicBezTo>
                    <a:pt x="1167" y="12000"/>
                    <a:pt x="1096" y="12513"/>
                    <a:pt x="1096" y="13025"/>
                  </a:cubicBezTo>
                  <a:cubicBezTo>
                    <a:pt x="1025" y="13326"/>
                    <a:pt x="1025" y="13697"/>
                    <a:pt x="955" y="14139"/>
                  </a:cubicBezTo>
                  <a:cubicBezTo>
                    <a:pt x="955" y="14651"/>
                    <a:pt x="884" y="15235"/>
                    <a:pt x="813" y="15835"/>
                  </a:cubicBezTo>
                  <a:cubicBezTo>
                    <a:pt x="813" y="16118"/>
                    <a:pt x="813" y="16348"/>
                    <a:pt x="725" y="16648"/>
                  </a:cubicBezTo>
                  <a:cubicBezTo>
                    <a:pt x="654" y="18416"/>
                    <a:pt x="442" y="20324"/>
                    <a:pt x="372" y="21721"/>
                  </a:cubicBezTo>
                  <a:cubicBezTo>
                    <a:pt x="372" y="21862"/>
                    <a:pt x="372" y="21950"/>
                    <a:pt x="283" y="22092"/>
                  </a:cubicBezTo>
                  <a:cubicBezTo>
                    <a:pt x="283" y="22675"/>
                    <a:pt x="142" y="24071"/>
                    <a:pt x="71" y="25255"/>
                  </a:cubicBezTo>
                  <a:lnTo>
                    <a:pt x="71" y="25697"/>
                  </a:lnTo>
                  <a:cubicBezTo>
                    <a:pt x="0" y="26510"/>
                    <a:pt x="0" y="27093"/>
                    <a:pt x="0" y="27093"/>
                  </a:cubicBezTo>
                  <a:cubicBezTo>
                    <a:pt x="0" y="27093"/>
                    <a:pt x="5156" y="28071"/>
                    <a:pt x="11061" y="28071"/>
                  </a:cubicBezTo>
                  <a:cubicBezTo>
                    <a:pt x="16040" y="28071"/>
                    <a:pt x="21551" y="27376"/>
                    <a:pt x="24955" y="24813"/>
                  </a:cubicBezTo>
                  <a:cubicBezTo>
                    <a:pt x="24955" y="24813"/>
                    <a:pt x="24743" y="24230"/>
                    <a:pt x="24513" y="23488"/>
                  </a:cubicBezTo>
                  <a:cubicBezTo>
                    <a:pt x="24442" y="23347"/>
                    <a:pt x="24372" y="23187"/>
                    <a:pt x="24372" y="23046"/>
                  </a:cubicBezTo>
                  <a:cubicBezTo>
                    <a:pt x="24301" y="22975"/>
                    <a:pt x="24301" y="22905"/>
                    <a:pt x="24230" y="22746"/>
                  </a:cubicBezTo>
                  <a:cubicBezTo>
                    <a:pt x="24071" y="22392"/>
                    <a:pt x="24000" y="22021"/>
                    <a:pt x="23859" y="21650"/>
                  </a:cubicBezTo>
                  <a:cubicBezTo>
                    <a:pt x="23700" y="21279"/>
                    <a:pt x="23629" y="20978"/>
                    <a:pt x="23559" y="20766"/>
                  </a:cubicBezTo>
                  <a:cubicBezTo>
                    <a:pt x="23559" y="20696"/>
                    <a:pt x="23488" y="20537"/>
                    <a:pt x="23488" y="20395"/>
                  </a:cubicBezTo>
                  <a:cubicBezTo>
                    <a:pt x="22816" y="18327"/>
                    <a:pt x="21721" y="14793"/>
                    <a:pt x="20908" y="12142"/>
                  </a:cubicBezTo>
                  <a:cubicBezTo>
                    <a:pt x="20908" y="11859"/>
                    <a:pt x="20837" y="11629"/>
                    <a:pt x="20766" y="11417"/>
                  </a:cubicBezTo>
                  <a:cubicBezTo>
                    <a:pt x="20696" y="11346"/>
                    <a:pt x="20696" y="11258"/>
                    <a:pt x="20696" y="11258"/>
                  </a:cubicBezTo>
                  <a:cubicBezTo>
                    <a:pt x="20537" y="10746"/>
                    <a:pt x="20395" y="10233"/>
                    <a:pt x="20254" y="9721"/>
                  </a:cubicBezTo>
                  <a:cubicBezTo>
                    <a:pt x="20165" y="9349"/>
                    <a:pt x="20024" y="8978"/>
                    <a:pt x="19953" y="8536"/>
                  </a:cubicBezTo>
                  <a:cubicBezTo>
                    <a:pt x="19883" y="8254"/>
                    <a:pt x="19812" y="7953"/>
                    <a:pt x="19724" y="7653"/>
                  </a:cubicBezTo>
                  <a:cubicBezTo>
                    <a:pt x="19653" y="7511"/>
                    <a:pt x="19653" y="7441"/>
                    <a:pt x="19582" y="7282"/>
                  </a:cubicBezTo>
                  <a:cubicBezTo>
                    <a:pt x="19140" y="5603"/>
                    <a:pt x="18769" y="3977"/>
                    <a:pt x="18486" y="2651"/>
                  </a:cubicBezTo>
                  <a:cubicBezTo>
                    <a:pt x="18398" y="2581"/>
                    <a:pt x="18398" y="2422"/>
                    <a:pt x="18398" y="2280"/>
                  </a:cubicBezTo>
                  <a:cubicBezTo>
                    <a:pt x="18045" y="955"/>
                    <a:pt x="17815" y="0"/>
                    <a:pt x="178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2679762" y="2535440"/>
              <a:ext cx="61339" cy="67161"/>
            </a:xfrm>
            <a:custGeom>
              <a:avLst/>
              <a:gdLst/>
              <a:ahLst/>
              <a:cxnLst/>
              <a:rect l="l" t="t" r="r" b="b"/>
              <a:pathLst>
                <a:path w="1043" h="1142" extrusionOk="0">
                  <a:moveTo>
                    <a:pt x="371" y="0"/>
                  </a:moveTo>
                  <a:cubicBezTo>
                    <a:pt x="371" y="88"/>
                    <a:pt x="301" y="88"/>
                    <a:pt x="230" y="159"/>
                  </a:cubicBezTo>
                  <a:cubicBezTo>
                    <a:pt x="0" y="371"/>
                    <a:pt x="0" y="742"/>
                    <a:pt x="230" y="972"/>
                  </a:cubicBezTo>
                  <a:cubicBezTo>
                    <a:pt x="347" y="1089"/>
                    <a:pt x="490" y="1141"/>
                    <a:pt x="646" y="1141"/>
                  </a:cubicBezTo>
                  <a:cubicBezTo>
                    <a:pt x="773" y="1141"/>
                    <a:pt x="908" y="1106"/>
                    <a:pt x="1043" y="1043"/>
                  </a:cubicBezTo>
                  <a:cubicBezTo>
                    <a:pt x="813" y="672"/>
                    <a:pt x="601" y="371"/>
                    <a:pt x="37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2537386" y="2560610"/>
              <a:ext cx="73807" cy="71513"/>
            </a:xfrm>
            <a:custGeom>
              <a:avLst/>
              <a:gdLst/>
              <a:ahLst/>
              <a:cxnLst/>
              <a:rect l="l" t="t" r="r" b="b"/>
              <a:pathLst>
                <a:path w="1255" h="1216" extrusionOk="0">
                  <a:moveTo>
                    <a:pt x="625" y="1"/>
                  </a:moveTo>
                  <a:cubicBezTo>
                    <a:pt x="477" y="1"/>
                    <a:pt x="327" y="58"/>
                    <a:pt x="212" y="173"/>
                  </a:cubicBezTo>
                  <a:cubicBezTo>
                    <a:pt x="0" y="456"/>
                    <a:pt x="0" y="827"/>
                    <a:pt x="212" y="1057"/>
                  </a:cubicBezTo>
                  <a:cubicBezTo>
                    <a:pt x="327" y="1163"/>
                    <a:pt x="477" y="1216"/>
                    <a:pt x="625" y="1216"/>
                  </a:cubicBezTo>
                  <a:cubicBezTo>
                    <a:pt x="773" y="1216"/>
                    <a:pt x="919" y="1163"/>
                    <a:pt x="1025" y="1057"/>
                  </a:cubicBezTo>
                  <a:cubicBezTo>
                    <a:pt x="1255" y="827"/>
                    <a:pt x="1255" y="456"/>
                    <a:pt x="1025" y="173"/>
                  </a:cubicBezTo>
                  <a:cubicBezTo>
                    <a:pt x="919" y="58"/>
                    <a:pt x="773" y="1"/>
                    <a:pt x="62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2389776" y="2586604"/>
              <a:ext cx="73865" cy="67337"/>
            </a:xfrm>
            <a:custGeom>
              <a:avLst/>
              <a:gdLst/>
              <a:ahLst/>
              <a:cxnLst/>
              <a:rect l="l" t="t" r="r" b="b"/>
              <a:pathLst>
                <a:path w="1256" h="1145" extrusionOk="0">
                  <a:moveTo>
                    <a:pt x="628" y="0"/>
                  </a:moveTo>
                  <a:cubicBezTo>
                    <a:pt x="482" y="0"/>
                    <a:pt x="336" y="58"/>
                    <a:pt x="230" y="173"/>
                  </a:cubicBezTo>
                  <a:cubicBezTo>
                    <a:pt x="1" y="385"/>
                    <a:pt x="1" y="756"/>
                    <a:pt x="230" y="986"/>
                  </a:cubicBezTo>
                  <a:cubicBezTo>
                    <a:pt x="336" y="1092"/>
                    <a:pt x="482" y="1145"/>
                    <a:pt x="628" y="1145"/>
                  </a:cubicBezTo>
                  <a:cubicBezTo>
                    <a:pt x="774" y="1145"/>
                    <a:pt x="920" y="1092"/>
                    <a:pt x="1026" y="986"/>
                  </a:cubicBezTo>
                  <a:cubicBezTo>
                    <a:pt x="1255" y="756"/>
                    <a:pt x="1255" y="385"/>
                    <a:pt x="1026" y="173"/>
                  </a:cubicBezTo>
                  <a:cubicBezTo>
                    <a:pt x="920" y="58"/>
                    <a:pt x="774" y="0"/>
                    <a:pt x="62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2238049" y="2599836"/>
              <a:ext cx="73865" cy="71513"/>
            </a:xfrm>
            <a:custGeom>
              <a:avLst/>
              <a:gdLst/>
              <a:ahLst/>
              <a:cxnLst/>
              <a:rect l="l" t="t" r="r" b="b"/>
              <a:pathLst>
                <a:path w="1256" h="1216" extrusionOk="0">
                  <a:moveTo>
                    <a:pt x="630" y="1"/>
                  </a:moveTo>
                  <a:cubicBezTo>
                    <a:pt x="482" y="1"/>
                    <a:pt x="336" y="54"/>
                    <a:pt x="230" y="160"/>
                  </a:cubicBezTo>
                  <a:cubicBezTo>
                    <a:pt x="0" y="390"/>
                    <a:pt x="0" y="761"/>
                    <a:pt x="230" y="1044"/>
                  </a:cubicBezTo>
                  <a:cubicBezTo>
                    <a:pt x="336" y="1158"/>
                    <a:pt x="482" y="1216"/>
                    <a:pt x="630" y="1216"/>
                  </a:cubicBezTo>
                  <a:cubicBezTo>
                    <a:pt x="778" y="1216"/>
                    <a:pt x="928" y="1158"/>
                    <a:pt x="1043" y="1044"/>
                  </a:cubicBezTo>
                  <a:cubicBezTo>
                    <a:pt x="1255" y="761"/>
                    <a:pt x="1255" y="390"/>
                    <a:pt x="1043" y="160"/>
                  </a:cubicBezTo>
                  <a:cubicBezTo>
                    <a:pt x="928" y="54"/>
                    <a:pt x="778" y="1"/>
                    <a:pt x="63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2134075" y="2622712"/>
              <a:ext cx="26053" cy="52047"/>
            </a:xfrm>
            <a:custGeom>
              <a:avLst/>
              <a:gdLst/>
              <a:ahLst/>
              <a:cxnLst/>
              <a:rect l="l" t="t" r="r" b="b"/>
              <a:pathLst>
                <a:path w="443" h="885" extrusionOk="0">
                  <a:moveTo>
                    <a:pt x="231" y="1"/>
                  </a:moveTo>
                  <a:cubicBezTo>
                    <a:pt x="231" y="283"/>
                    <a:pt x="72" y="584"/>
                    <a:pt x="1" y="884"/>
                  </a:cubicBezTo>
                  <a:cubicBezTo>
                    <a:pt x="72" y="884"/>
                    <a:pt x="160" y="814"/>
                    <a:pt x="160" y="725"/>
                  </a:cubicBezTo>
                  <a:cubicBezTo>
                    <a:pt x="372" y="584"/>
                    <a:pt x="443" y="213"/>
                    <a:pt x="231" y="1"/>
                  </a:cubicBezTo>
                  <a:close/>
                </a:path>
              </a:pathLst>
            </a:custGeom>
            <a:solidFill>
              <a:srgbClr val="384E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2701580" y="2694694"/>
              <a:ext cx="77982" cy="70454"/>
            </a:xfrm>
            <a:custGeom>
              <a:avLst/>
              <a:gdLst/>
              <a:ahLst/>
              <a:cxnLst/>
              <a:rect l="l" t="t" r="r" b="b"/>
              <a:pathLst>
                <a:path w="1326" h="1198" extrusionOk="0">
                  <a:moveTo>
                    <a:pt x="628" y="0"/>
                  </a:moveTo>
                  <a:cubicBezTo>
                    <a:pt x="482" y="0"/>
                    <a:pt x="336" y="58"/>
                    <a:pt x="230" y="173"/>
                  </a:cubicBezTo>
                  <a:cubicBezTo>
                    <a:pt x="0" y="385"/>
                    <a:pt x="0" y="756"/>
                    <a:pt x="230" y="986"/>
                  </a:cubicBezTo>
                  <a:cubicBezTo>
                    <a:pt x="336" y="1127"/>
                    <a:pt x="482" y="1198"/>
                    <a:pt x="628" y="1198"/>
                  </a:cubicBezTo>
                  <a:cubicBezTo>
                    <a:pt x="774" y="1198"/>
                    <a:pt x="919" y="1127"/>
                    <a:pt x="1025" y="986"/>
                  </a:cubicBezTo>
                  <a:cubicBezTo>
                    <a:pt x="1326" y="756"/>
                    <a:pt x="1326" y="385"/>
                    <a:pt x="1025" y="173"/>
                  </a:cubicBezTo>
                  <a:cubicBezTo>
                    <a:pt x="919" y="58"/>
                    <a:pt x="774" y="0"/>
                    <a:pt x="62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2553970" y="2721687"/>
              <a:ext cx="78041" cy="70513"/>
            </a:xfrm>
            <a:custGeom>
              <a:avLst/>
              <a:gdLst/>
              <a:ahLst/>
              <a:cxnLst/>
              <a:rect l="l" t="t" r="r" b="b"/>
              <a:pathLst>
                <a:path w="1327" h="1199" extrusionOk="0">
                  <a:moveTo>
                    <a:pt x="630" y="1"/>
                  </a:moveTo>
                  <a:cubicBezTo>
                    <a:pt x="482" y="1"/>
                    <a:pt x="337" y="76"/>
                    <a:pt x="231" y="226"/>
                  </a:cubicBezTo>
                  <a:cubicBezTo>
                    <a:pt x="1" y="456"/>
                    <a:pt x="1" y="810"/>
                    <a:pt x="231" y="1039"/>
                  </a:cubicBezTo>
                  <a:cubicBezTo>
                    <a:pt x="337" y="1145"/>
                    <a:pt x="482" y="1198"/>
                    <a:pt x="630" y="1198"/>
                  </a:cubicBezTo>
                  <a:cubicBezTo>
                    <a:pt x="778" y="1198"/>
                    <a:pt x="929" y="1145"/>
                    <a:pt x="1044" y="1039"/>
                  </a:cubicBezTo>
                  <a:cubicBezTo>
                    <a:pt x="1326" y="810"/>
                    <a:pt x="1326" y="456"/>
                    <a:pt x="1044" y="226"/>
                  </a:cubicBezTo>
                  <a:cubicBezTo>
                    <a:pt x="929" y="76"/>
                    <a:pt x="778" y="1"/>
                    <a:pt x="63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403302" y="2746681"/>
              <a:ext cx="72807" cy="67337"/>
            </a:xfrm>
            <a:custGeom>
              <a:avLst/>
              <a:gdLst/>
              <a:ahLst/>
              <a:cxnLst/>
              <a:rect l="l" t="t" r="r" b="b"/>
              <a:pathLst>
                <a:path w="1238" h="1145" extrusionOk="0">
                  <a:moveTo>
                    <a:pt x="619" y="0"/>
                  </a:moveTo>
                  <a:cubicBezTo>
                    <a:pt x="473" y="0"/>
                    <a:pt x="327" y="58"/>
                    <a:pt x="212" y="172"/>
                  </a:cubicBezTo>
                  <a:cubicBezTo>
                    <a:pt x="0" y="385"/>
                    <a:pt x="0" y="756"/>
                    <a:pt x="212" y="985"/>
                  </a:cubicBezTo>
                  <a:cubicBezTo>
                    <a:pt x="327" y="1091"/>
                    <a:pt x="473" y="1144"/>
                    <a:pt x="619" y="1144"/>
                  </a:cubicBezTo>
                  <a:cubicBezTo>
                    <a:pt x="765" y="1144"/>
                    <a:pt x="910" y="1091"/>
                    <a:pt x="1025" y="985"/>
                  </a:cubicBezTo>
                  <a:cubicBezTo>
                    <a:pt x="1237" y="756"/>
                    <a:pt x="1237" y="385"/>
                    <a:pt x="1025" y="172"/>
                  </a:cubicBezTo>
                  <a:cubicBezTo>
                    <a:pt x="910" y="58"/>
                    <a:pt x="765" y="0"/>
                    <a:pt x="61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48"/>
            <p:cNvSpPr/>
            <p:nvPr/>
          </p:nvSpPr>
          <p:spPr>
            <a:xfrm>
              <a:off x="2247400" y="2759913"/>
              <a:ext cx="72807" cy="71513"/>
            </a:xfrm>
            <a:custGeom>
              <a:avLst/>
              <a:gdLst/>
              <a:ahLst/>
              <a:cxnLst/>
              <a:rect l="l" t="t" r="r" b="b"/>
              <a:pathLst>
                <a:path w="1238" h="1216" extrusionOk="0">
                  <a:moveTo>
                    <a:pt x="619" y="0"/>
                  </a:moveTo>
                  <a:cubicBezTo>
                    <a:pt x="473" y="0"/>
                    <a:pt x="327" y="53"/>
                    <a:pt x="212" y="160"/>
                  </a:cubicBezTo>
                  <a:cubicBezTo>
                    <a:pt x="0" y="389"/>
                    <a:pt x="0" y="831"/>
                    <a:pt x="212" y="1043"/>
                  </a:cubicBezTo>
                  <a:cubicBezTo>
                    <a:pt x="327" y="1158"/>
                    <a:pt x="473" y="1215"/>
                    <a:pt x="619" y="1215"/>
                  </a:cubicBezTo>
                  <a:cubicBezTo>
                    <a:pt x="765" y="1215"/>
                    <a:pt x="910" y="1158"/>
                    <a:pt x="1025" y="1043"/>
                  </a:cubicBezTo>
                  <a:cubicBezTo>
                    <a:pt x="1237" y="831"/>
                    <a:pt x="1237" y="460"/>
                    <a:pt x="1025" y="160"/>
                  </a:cubicBezTo>
                  <a:cubicBezTo>
                    <a:pt x="910" y="53"/>
                    <a:pt x="765" y="0"/>
                    <a:pt x="61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48"/>
            <p:cNvSpPr/>
            <p:nvPr/>
          </p:nvSpPr>
          <p:spPr>
            <a:xfrm>
              <a:off x="2086264" y="2768499"/>
              <a:ext cx="78041" cy="71513"/>
            </a:xfrm>
            <a:custGeom>
              <a:avLst/>
              <a:gdLst/>
              <a:ahLst/>
              <a:cxnLst/>
              <a:rect l="l" t="t" r="r" b="b"/>
              <a:pathLst>
                <a:path w="1327" h="1216" extrusionOk="0">
                  <a:moveTo>
                    <a:pt x="699" y="0"/>
                  </a:moveTo>
                  <a:cubicBezTo>
                    <a:pt x="544" y="0"/>
                    <a:pt x="381" y="58"/>
                    <a:pt x="231" y="173"/>
                  </a:cubicBezTo>
                  <a:cubicBezTo>
                    <a:pt x="1" y="385"/>
                    <a:pt x="1" y="756"/>
                    <a:pt x="231" y="1056"/>
                  </a:cubicBezTo>
                  <a:cubicBezTo>
                    <a:pt x="381" y="1162"/>
                    <a:pt x="544" y="1215"/>
                    <a:pt x="699" y="1215"/>
                  </a:cubicBezTo>
                  <a:cubicBezTo>
                    <a:pt x="854" y="1215"/>
                    <a:pt x="999" y="1162"/>
                    <a:pt x="1114" y="1056"/>
                  </a:cubicBezTo>
                  <a:cubicBezTo>
                    <a:pt x="1326" y="826"/>
                    <a:pt x="1326" y="385"/>
                    <a:pt x="1114" y="173"/>
                  </a:cubicBezTo>
                  <a:cubicBezTo>
                    <a:pt x="999" y="58"/>
                    <a:pt x="854" y="0"/>
                    <a:pt x="69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865774" y="2817075"/>
              <a:ext cx="57222" cy="74218"/>
            </a:xfrm>
            <a:custGeom>
              <a:avLst/>
              <a:gdLst/>
              <a:ahLst/>
              <a:cxnLst/>
              <a:rect l="l" t="t" r="r" b="b"/>
              <a:pathLst>
                <a:path w="973" h="1262" extrusionOk="0">
                  <a:moveTo>
                    <a:pt x="672" y="0"/>
                  </a:moveTo>
                  <a:cubicBezTo>
                    <a:pt x="531" y="0"/>
                    <a:pt x="301" y="71"/>
                    <a:pt x="231" y="230"/>
                  </a:cubicBezTo>
                  <a:cubicBezTo>
                    <a:pt x="1" y="442"/>
                    <a:pt x="1" y="813"/>
                    <a:pt x="231" y="1114"/>
                  </a:cubicBezTo>
                  <a:cubicBezTo>
                    <a:pt x="362" y="1201"/>
                    <a:pt x="526" y="1262"/>
                    <a:pt x="687" y="1262"/>
                  </a:cubicBezTo>
                  <a:cubicBezTo>
                    <a:pt x="787" y="1262"/>
                    <a:pt x="885" y="1239"/>
                    <a:pt x="973" y="1185"/>
                  </a:cubicBezTo>
                  <a:cubicBezTo>
                    <a:pt x="884" y="813"/>
                    <a:pt x="743" y="442"/>
                    <a:pt x="67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2719223" y="2855536"/>
              <a:ext cx="82216" cy="71513"/>
            </a:xfrm>
            <a:custGeom>
              <a:avLst/>
              <a:gdLst/>
              <a:ahLst/>
              <a:cxnLst/>
              <a:rect l="l" t="t" r="r" b="b"/>
              <a:pathLst>
                <a:path w="1398" h="1216" extrusionOk="0">
                  <a:moveTo>
                    <a:pt x="697" y="0"/>
                  </a:moveTo>
                  <a:cubicBezTo>
                    <a:pt x="549" y="0"/>
                    <a:pt x="399" y="53"/>
                    <a:pt x="284" y="159"/>
                  </a:cubicBezTo>
                  <a:cubicBezTo>
                    <a:pt x="1" y="389"/>
                    <a:pt x="1" y="743"/>
                    <a:pt x="284" y="1043"/>
                  </a:cubicBezTo>
                  <a:cubicBezTo>
                    <a:pt x="399" y="1158"/>
                    <a:pt x="549" y="1215"/>
                    <a:pt x="697" y="1215"/>
                  </a:cubicBezTo>
                  <a:cubicBezTo>
                    <a:pt x="845" y="1215"/>
                    <a:pt x="991" y="1158"/>
                    <a:pt x="1097" y="1043"/>
                  </a:cubicBezTo>
                  <a:cubicBezTo>
                    <a:pt x="1397" y="831"/>
                    <a:pt x="1397" y="389"/>
                    <a:pt x="1097" y="159"/>
                  </a:cubicBezTo>
                  <a:cubicBezTo>
                    <a:pt x="991" y="53"/>
                    <a:pt x="845" y="0"/>
                    <a:pt x="697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48"/>
            <p:cNvSpPr/>
            <p:nvPr/>
          </p:nvSpPr>
          <p:spPr>
            <a:xfrm>
              <a:off x="2567496" y="2884059"/>
              <a:ext cx="82158" cy="72630"/>
            </a:xfrm>
            <a:custGeom>
              <a:avLst/>
              <a:gdLst/>
              <a:ahLst/>
              <a:cxnLst/>
              <a:rect l="l" t="t" r="r" b="b"/>
              <a:pathLst>
                <a:path w="1397" h="1235" extrusionOk="0">
                  <a:moveTo>
                    <a:pt x="677" y="0"/>
                  </a:moveTo>
                  <a:cubicBezTo>
                    <a:pt x="533" y="0"/>
                    <a:pt x="400" y="56"/>
                    <a:pt x="301" y="187"/>
                  </a:cubicBezTo>
                  <a:cubicBezTo>
                    <a:pt x="71" y="417"/>
                    <a:pt x="1" y="788"/>
                    <a:pt x="301" y="1000"/>
                  </a:cubicBezTo>
                  <a:cubicBezTo>
                    <a:pt x="414" y="1160"/>
                    <a:pt x="573" y="1235"/>
                    <a:pt x="741" y="1235"/>
                  </a:cubicBezTo>
                  <a:cubicBezTo>
                    <a:pt x="889" y="1235"/>
                    <a:pt x="1045" y="1178"/>
                    <a:pt x="1185" y="1071"/>
                  </a:cubicBezTo>
                  <a:cubicBezTo>
                    <a:pt x="1397" y="788"/>
                    <a:pt x="1397" y="417"/>
                    <a:pt x="1185" y="187"/>
                  </a:cubicBezTo>
                  <a:cubicBezTo>
                    <a:pt x="1024" y="73"/>
                    <a:pt x="843" y="0"/>
                    <a:pt x="677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48"/>
            <p:cNvSpPr/>
            <p:nvPr/>
          </p:nvSpPr>
          <p:spPr>
            <a:xfrm>
              <a:off x="2411594" y="2907523"/>
              <a:ext cx="82158" cy="71513"/>
            </a:xfrm>
            <a:custGeom>
              <a:avLst/>
              <a:gdLst/>
              <a:ahLst/>
              <a:cxnLst/>
              <a:rect l="l" t="t" r="r" b="b"/>
              <a:pathLst>
                <a:path w="1397" h="1216" extrusionOk="0">
                  <a:moveTo>
                    <a:pt x="710" y="0"/>
                  </a:moveTo>
                  <a:cubicBezTo>
                    <a:pt x="553" y="0"/>
                    <a:pt x="407" y="53"/>
                    <a:pt x="301" y="159"/>
                  </a:cubicBezTo>
                  <a:cubicBezTo>
                    <a:pt x="71" y="389"/>
                    <a:pt x="1" y="742"/>
                    <a:pt x="301" y="1043"/>
                  </a:cubicBezTo>
                  <a:cubicBezTo>
                    <a:pt x="407" y="1158"/>
                    <a:pt x="553" y="1215"/>
                    <a:pt x="699" y="1215"/>
                  </a:cubicBezTo>
                  <a:cubicBezTo>
                    <a:pt x="845" y="1215"/>
                    <a:pt x="990" y="1158"/>
                    <a:pt x="1096" y="1043"/>
                  </a:cubicBezTo>
                  <a:cubicBezTo>
                    <a:pt x="1397" y="742"/>
                    <a:pt x="1397" y="389"/>
                    <a:pt x="1185" y="159"/>
                  </a:cubicBezTo>
                  <a:cubicBezTo>
                    <a:pt x="1035" y="53"/>
                    <a:pt x="867" y="0"/>
                    <a:pt x="710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48"/>
            <p:cNvSpPr/>
            <p:nvPr/>
          </p:nvSpPr>
          <p:spPr>
            <a:xfrm>
              <a:off x="2255692" y="2920226"/>
              <a:ext cx="78041" cy="71513"/>
            </a:xfrm>
            <a:custGeom>
              <a:avLst/>
              <a:gdLst/>
              <a:ahLst/>
              <a:cxnLst/>
              <a:rect l="l" t="t" r="r" b="b"/>
              <a:pathLst>
                <a:path w="1327" h="1216" extrusionOk="0">
                  <a:moveTo>
                    <a:pt x="661" y="1"/>
                  </a:moveTo>
                  <a:cubicBezTo>
                    <a:pt x="496" y="1"/>
                    <a:pt x="328" y="58"/>
                    <a:pt x="213" y="173"/>
                  </a:cubicBezTo>
                  <a:cubicBezTo>
                    <a:pt x="1" y="385"/>
                    <a:pt x="1" y="827"/>
                    <a:pt x="213" y="1056"/>
                  </a:cubicBezTo>
                  <a:cubicBezTo>
                    <a:pt x="328" y="1163"/>
                    <a:pt x="478" y="1216"/>
                    <a:pt x="635" y="1216"/>
                  </a:cubicBezTo>
                  <a:cubicBezTo>
                    <a:pt x="792" y="1216"/>
                    <a:pt x="955" y="1163"/>
                    <a:pt x="1096" y="1056"/>
                  </a:cubicBezTo>
                  <a:cubicBezTo>
                    <a:pt x="1326" y="827"/>
                    <a:pt x="1326" y="456"/>
                    <a:pt x="1096" y="173"/>
                  </a:cubicBezTo>
                  <a:cubicBezTo>
                    <a:pt x="990" y="58"/>
                    <a:pt x="827" y="1"/>
                    <a:pt x="661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2091498" y="2928518"/>
              <a:ext cx="82158" cy="71513"/>
            </a:xfrm>
            <a:custGeom>
              <a:avLst/>
              <a:gdLst/>
              <a:ahLst/>
              <a:cxnLst/>
              <a:rect l="l" t="t" r="r" b="b"/>
              <a:pathLst>
                <a:path w="1397" h="1216" extrusionOk="0">
                  <a:moveTo>
                    <a:pt x="696" y="1"/>
                  </a:moveTo>
                  <a:cubicBezTo>
                    <a:pt x="548" y="1"/>
                    <a:pt x="398" y="58"/>
                    <a:pt x="283" y="173"/>
                  </a:cubicBezTo>
                  <a:cubicBezTo>
                    <a:pt x="0" y="385"/>
                    <a:pt x="0" y="756"/>
                    <a:pt x="283" y="1057"/>
                  </a:cubicBezTo>
                  <a:cubicBezTo>
                    <a:pt x="398" y="1163"/>
                    <a:pt x="548" y="1216"/>
                    <a:pt x="696" y="1216"/>
                  </a:cubicBezTo>
                  <a:cubicBezTo>
                    <a:pt x="844" y="1216"/>
                    <a:pt x="990" y="1163"/>
                    <a:pt x="1096" y="1057"/>
                  </a:cubicBezTo>
                  <a:cubicBezTo>
                    <a:pt x="1397" y="827"/>
                    <a:pt x="1397" y="385"/>
                    <a:pt x="1096" y="173"/>
                  </a:cubicBezTo>
                  <a:cubicBezTo>
                    <a:pt x="990" y="58"/>
                    <a:pt x="844" y="1"/>
                    <a:pt x="69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1930420" y="2928518"/>
              <a:ext cx="77982" cy="71513"/>
            </a:xfrm>
            <a:custGeom>
              <a:avLst/>
              <a:gdLst/>
              <a:ahLst/>
              <a:cxnLst/>
              <a:rect l="l" t="t" r="r" b="b"/>
              <a:pathLst>
                <a:path w="1326" h="1216" extrusionOk="0">
                  <a:moveTo>
                    <a:pt x="698" y="1"/>
                  </a:moveTo>
                  <a:cubicBezTo>
                    <a:pt x="543" y="1"/>
                    <a:pt x="380" y="58"/>
                    <a:pt x="230" y="173"/>
                  </a:cubicBezTo>
                  <a:cubicBezTo>
                    <a:pt x="0" y="385"/>
                    <a:pt x="0" y="756"/>
                    <a:pt x="230" y="1057"/>
                  </a:cubicBezTo>
                  <a:cubicBezTo>
                    <a:pt x="380" y="1163"/>
                    <a:pt x="543" y="1216"/>
                    <a:pt x="698" y="1216"/>
                  </a:cubicBezTo>
                  <a:cubicBezTo>
                    <a:pt x="853" y="1216"/>
                    <a:pt x="999" y="1163"/>
                    <a:pt x="1113" y="1057"/>
                  </a:cubicBezTo>
                  <a:cubicBezTo>
                    <a:pt x="1325" y="827"/>
                    <a:pt x="1325" y="385"/>
                    <a:pt x="1113" y="173"/>
                  </a:cubicBezTo>
                  <a:cubicBezTo>
                    <a:pt x="999" y="58"/>
                    <a:pt x="853" y="1"/>
                    <a:pt x="698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1800453" y="2934516"/>
              <a:ext cx="52047" cy="57810"/>
            </a:xfrm>
            <a:custGeom>
              <a:avLst/>
              <a:gdLst/>
              <a:ahLst/>
              <a:cxnLst/>
              <a:rect l="l" t="t" r="r" b="b"/>
              <a:pathLst>
                <a:path w="885" h="983" extrusionOk="0">
                  <a:moveTo>
                    <a:pt x="672" y="1"/>
                  </a:moveTo>
                  <a:lnTo>
                    <a:pt x="672" y="1"/>
                  </a:lnTo>
                  <a:cubicBezTo>
                    <a:pt x="531" y="71"/>
                    <a:pt x="301" y="71"/>
                    <a:pt x="160" y="142"/>
                  </a:cubicBezTo>
                  <a:lnTo>
                    <a:pt x="160" y="283"/>
                  </a:lnTo>
                  <a:cubicBezTo>
                    <a:pt x="89" y="513"/>
                    <a:pt x="89" y="725"/>
                    <a:pt x="1" y="955"/>
                  </a:cubicBezTo>
                  <a:cubicBezTo>
                    <a:pt x="62" y="974"/>
                    <a:pt x="123" y="983"/>
                    <a:pt x="181" y="983"/>
                  </a:cubicBezTo>
                  <a:cubicBezTo>
                    <a:pt x="340" y="983"/>
                    <a:pt x="485" y="917"/>
                    <a:pt x="602" y="813"/>
                  </a:cubicBezTo>
                  <a:cubicBezTo>
                    <a:pt x="814" y="584"/>
                    <a:pt x="885" y="213"/>
                    <a:pt x="672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2887592" y="2979917"/>
              <a:ext cx="73865" cy="72101"/>
            </a:xfrm>
            <a:custGeom>
              <a:avLst/>
              <a:gdLst/>
              <a:ahLst/>
              <a:cxnLst/>
              <a:rect l="l" t="t" r="r" b="b"/>
              <a:pathLst>
                <a:path w="1256" h="1226" extrusionOk="0">
                  <a:moveTo>
                    <a:pt x="707" y="1"/>
                  </a:moveTo>
                  <a:cubicBezTo>
                    <a:pt x="545" y="1"/>
                    <a:pt x="385" y="57"/>
                    <a:pt x="231" y="183"/>
                  </a:cubicBezTo>
                  <a:cubicBezTo>
                    <a:pt x="1" y="395"/>
                    <a:pt x="1" y="766"/>
                    <a:pt x="231" y="1067"/>
                  </a:cubicBezTo>
                  <a:cubicBezTo>
                    <a:pt x="372" y="1173"/>
                    <a:pt x="536" y="1226"/>
                    <a:pt x="692" y="1226"/>
                  </a:cubicBezTo>
                  <a:cubicBezTo>
                    <a:pt x="849" y="1226"/>
                    <a:pt x="999" y="1173"/>
                    <a:pt x="1114" y="1067"/>
                  </a:cubicBezTo>
                  <a:cubicBezTo>
                    <a:pt x="1185" y="996"/>
                    <a:pt x="1256" y="925"/>
                    <a:pt x="1256" y="837"/>
                  </a:cubicBezTo>
                  <a:cubicBezTo>
                    <a:pt x="1256" y="554"/>
                    <a:pt x="1185" y="324"/>
                    <a:pt x="1114" y="112"/>
                  </a:cubicBezTo>
                  <a:cubicBezTo>
                    <a:pt x="978" y="40"/>
                    <a:pt x="841" y="1"/>
                    <a:pt x="707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2741041" y="3015614"/>
              <a:ext cx="82216" cy="73101"/>
            </a:xfrm>
            <a:custGeom>
              <a:avLst/>
              <a:gdLst/>
              <a:ahLst/>
              <a:cxnLst/>
              <a:rect l="l" t="t" r="r" b="b"/>
              <a:pathLst>
                <a:path w="1398" h="1243" extrusionOk="0">
                  <a:moveTo>
                    <a:pt x="688" y="0"/>
                  </a:moveTo>
                  <a:cubicBezTo>
                    <a:pt x="531" y="0"/>
                    <a:pt x="363" y="53"/>
                    <a:pt x="213" y="159"/>
                  </a:cubicBezTo>
                  <a:cubicBezTo>
                    <a:pt x="1" y="389"/>
                    <a:pt x="1" y="831"/>
                    <a:pt x="213" y="1043"/>
                  </a:cubicBezTo>
                  <a:cubicBezTo>
                    <a:pt x="336" y="1165"/>
                    <a:pt x="518" y="1242"/>
                    <a:pt x="694" y="1242"/>
                  </a:cubicBezTo>
                  <a:cubicBezTo>
                    <a:pt x="848" y="1242"/>
                    <a:pt x="998" y="1183"/>
                    <a:pt x="1097" y="1043"/>
                  </a:cubicBezTo>
                  <a:cubicBezTo>
                    <a:pt x="1397" y="831"/>
                    <a:pt x="1397" y="460"/>
                    <a:pt x="1097" y="159"/>
                  </a:cubicBezTo>
                  <a:cubicBezTo>
                    <a:pt x="991" y="53"/>
                    <a:pt x="845" y="0"/>
                    <a:pt x="68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2585197" y="3044136"/>
              <a:ext cx="82158" cy="73101"/>
            </a:xfrm>
            <a:custGeom>
              <a:avLst/>
              <a:gdLst/>
              <a:ahLst/>
              <a:cxnLst/>
              <a:rect l="l" t="t" r="r" b="b"/>
              <a:pathLst>
                <a:path w="1397" h="1243" extrusionOk="0">
                  <a:moveTo>
                    <a:pt x="672" y="0"/>
                  </a:moveTo>
                  <a:cubicBezTo>
                    <a:pt x="527" y="0"/>
                    <a:pt x="390" y="55"/>
                    <a:pt x="283" y="187"/>
                  </a:cubicBezTo>
                  <a:cubicBezTo>
                    <a:pt x="0" y="416"/>
                    <a:pt x="0" y="787"/>
                    <a:pt x="283" y="1070"/>
                  </a:cubicBezTo>
                  <a:cubicBezTo>
                    <a:pt x="398" y="1185"/>
                    <a:pt x="548" y="1243"/>
                    <a:pt x="705" y="1243"/>
                  </a:cubicBezTo>
                  <a:cubicBezTo>
                    <a:pt x="862" y="1243"/>
                    <a:pt x="1025" y="1185"/>
                    <a:pt x="1166" y="1070"/>
                  </a:cubicBezTo>
                  <a:cubicBezTo>
                    <a:pt x="1396" y="858"/>
                    <a:pt x="1396" y="416"/>
                    <a:pt x="1166" y="187"/>
                  </a:cubicBezTo>
                  <a:cubicBezTo>
                    <a:pt x="1015" y="73"/>
                    <a:pt x="838" y="0"/>
                    <a:pt x="67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2424061" y="3067542"/>
              <a:ext cx="83216" cy="71513"/>
            </a:xfrm>
            <a:custGeom>
              <a:avLst/>
              <a:gdLst/>
              <a:ahLst/>
              <a:cxnLst/>
              <a:rect l="l" t="t" r="r" b="b"/>
              <a:pathLst>
                <a:path w="1415" h="1216" extrusionOk="0">
                  <a:moveTo>
                    <a:pt x="750" y="1"/>
                  </a:moveTo>
                  <a:cubicBezTo>
                    <a:pt x="584" y="1"/>
                    <a:pt x="416" y="54"/>
                    <a:pt x="301" y="160"/>
                  </a:cubicBezTo>
                  <a:cubicBezTo>
                    <a:pt x="1" y="389"/>
                    <a:pt x="1" y="761"/>
                    <a:pt x="301" y="1043"/>
                  </a:cubicBezTo>
                  <a:cubicBezTo>
                    <a:pt x="416" y="1158"/>
                    <a:pt x="562" y="1216"/>
                    <a:pt x="716" y="1216"/>
                  </a:cubicBezTo>
                  <a:cubicBezTo>
                    <a:pt x="871" y="1216"/>
                    <a:pt x="1035" y="1158"/>
                    <a:pt x="1185" y="1043"/>
                  </a:cubicBezTo>
                  <a:cubicBezTo>
                    <a:pt x="1415" y="831"/>
                    <a:pt x="1415" y="389"/>
                    <a:pt x="1185" y="160"/>
                  </a:cubicBezTo>
                  <a:cubicBezTo>
                    <a:pt x="1079" y="54"/>
                    <a:pt x="915" y="1"/>
                    <a:pt x="75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2264043" y="3080303"/>
              <a:ext cx="77982" cy="74630"/>
            </a:xfrm>
            <a:custGeom>
              <a:avLst/>
              <a:gdLst/>
              <a:ahLst/>
              <a:cxnLst/>
              <a:rect l="l" t="t" r="r" b="b"/>
              <a:pathLst>
                <a:path w="1326" h="1269" extrusionOk="0">
                  <a:moveTo>
                    <a:pt x="665" y="0"/>
                  </a:moveTo>
                  <a:cubicBezTo>
                    <a:pt x="499" y="0"/>
                    <a:pt x="336" y="58"/>
                    <a:pt x="230" y="172"/>
                  </a:cubicBezTo>
                  <a:cubicBezTo>
                    <a:pt x="0" y="385"/>
                    <a:pt x="0" y="826"/>
                    <a:pt x="230" y="1056"/>
                  </a:cubicBezTo>
                  <a:cubicBezTo>
                    <a:pt x="336" y="1198"/>
                    <a:pt x="499" y="1268"/>
                    <a:pt x="665" y="1268"/>
                  </a:cubicBezTo>
                  <a:cubicBezTo>
                    <a:pt x="831" y="1268"/>
                    <a:pt x="999" y="1198"/>
                    <a:pt x="1113" y="1056"/>
                  </a:cubicBezTo>
                  <a:cubicBezTo>
                    <a:pt x="1326" y="826"/>
                    <a:pt x="1326" y="455"/>
                    <a:pt x="1113" y="172"/>
                  </a:cubicBezTo>
                  <a:cubicBezTo>
                    <a:pt x="999" y="58"/>
                    <a:pt x="831" y="0"/>
                    <a:pt x="665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2095673" y="3087361"/>
              <a:ext cx="82158" cy="73513"/>
            </a:xfrm>
            <a:custGeom>
              <a:avLst/>
              <a:gdLst/>
              <a:ahLst/>
              <a:cxnLst/>
              <a:rect l="l" t="t" r="r" b="b"/>
              <a:pathLst>
                <a:path w="1397" h="1250" extrusionOk="0">
                  <a:moveTo>
                    <a:pt x="689" y="0"/>
                  </a:moveTo>
                  <a:cubicBezTo>
                    <a:pt x="538" y="0"/>
                    <a:pt x="388" y="56"/>
                    <a:pt x="283" y="194"/>
                  </a:cubicBezTo>
                  <a:cubicBezTo>
                    <a:pt x="71" y="424"/>
                    <a:pt x="0" y="777"/>
                    <a:pt x="283" y="1078"/>
                  </a:cubicBezTo>
                  <a:cubicBezTo>
                    <a:pt x="398" y="1192"/>
                    <a:pt x="548" y="1250"/>
                    <a:pt x="705" y="1250"/>
                  </a:cubicBezTo>
                  <a:cubicBezTo>
                    <a:pt x="862" y="1250"/>
                    <a:pt x="1025" y="1192"/>
                    <a:pt x="1166" y="1078"/>
                  </a:cubicBezTo>
                  <a:cubicBezTo>
                    <a:pt x="1396" y="865"/>
                    <a:pt x="1396" y="424"/>
                    <a:pt x="1166" y="194"/>
                  </a:cubicBezTo>
                  <a:cubicBezTo>
                    <a:pt x="1051" y="79"/>
                    <a:pt x="869" y="0"/>
                    <a:pt x="68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1930420" y="3085479"/>
              <a:ext cx="83157" cy="75394"/>
            </a:xfrm>
            <a:custGeom>
              <a:avLst/>
              <a:gdLst/>
              <a:ahLst/>
              <a:cxnLst/>
              <a:rect l="l" t="t" r="r" b="b"/>
              <a:pathLst>
                <a:path w="1414" h="1282" extrusionOk="0">
                  <a:moveTo>
                    <a:pt x="749" y="1"/>
                  </a:moveTo>
                  <a:cubicBezTo>
                    <a:pt x="583" y="1"/>
                    <a:pt x="415" y="76"/>
                    <a:pt x="300" y="226"/>
                  </a:cubicBezTo>
                  <a:cubicBezTo>
                    <a:pt x="0" y="456"/>
                    <a:pt x="0" y="809"/>
                    <a:pt x="300" y="1110"/>
                  </a:cubicBezTo>
                  <a:cubicBezTo>
                    <a:pt x="415" y="1224"/>
                    <a:pt x="561" y="1282"/>
                    <a:pt x="716" y="1282"/>
                  </a:cubicBezTo>
                  <a:cubicBezTo>
                    <a:pt x="870" y="1282"/>
                    <a:pt x="1034" y="1224"/>
                    <a:pt x="1184" y="1110"/>
                  </a:cubicBezTo>
                  <a:cubicBezTo>
                    <a:pt x="1414" y="809"/>
                    <a:pt x="1414" y="456"/>
                    <a:pt x="1184" y="226"/>
                  </a:cubicBezTo>
                  <a:cubicBezTo>
                    <a:pt x="1078" y="76"/>
                    <a:pt x="915" y="1"/>
                    <a:pt x="749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1787985" y="3076775"/>
              <a:ext cx="60339" cy="74336"/>
            </a:xfrm>
            <a:custGeom>
              <a:avLst/>
              <a:gdLst/>
              <a:ahLst/>
              <a:cxnLst/>
              <a:rect l="l" t="t" r="r" b="b"/>
              <a:pathLst>
                <a:path w="1026" h="1264" extrusionOk="0">
                  <a:moveTo>
                    <a:pt x="394" y="1"/>
                  </a:moveTo>
                  <a:cubicBezTo>
                    <a:pt x="309" y="1"/>
                    <a:pt x="222" y="24"/>
                    <a:pt x="142" y="73"/>
                  </a:cubicBezTo>
                  <a:cubicBezTo>
                    <a:pt x="71" y="374"/>
                    <a:pt x="71" y="745"/>
                    <a:pt x="1" y="1187"/>
                  </a:cubicBezTo>
                  <a:cubicBezTo>
                    <a:pt x="116" y="1241"/>
                    <a:pt x="228" y="1264"/>
                    <a:pt x="335" y="1264"/>
                  </a:cubicBezTo>
                  <a:cubicBezTo>
                    <a:pt x="510" y="1264"/>
                    <a:pt x="672" y="1204"/>
                    <a:pt x="814" y="1116"/>
                  </a:cubicBezTo>
                  <a:cubicBezTo>
                    <a:pt x="1026" y="816"/>
                    <a:pt x="1026" y="445"/>
                    <a:pt x="814" y="232"/>
                  </a:cubicBezTo>
                  <a:cubicBezTo>
                    <a:pt x="710" y="83"/>
                    <a:pt x="554" y="1"/>
                    <a:pt x="394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2909469" y="3137466"/>
              <a:ext cx="86274" cy="78511"/>
            </a:xfrm>
            <a:custGeom>
              <a:avLst/>
              <a:gdLst/>
              <a:ahLst/>
              <a:cxnLst/>
              <a:rect l="l" t="t" r="r" b="b"/>
              <a:pathLst>
                <a:path w="1467" h="1335" extrusionOk="0">
                  <a:moveTo>
                    <a:pt x="736" y="0"/>
                  </a:moveTo>
                  <a:cubicBezTo>
                    <a:pt x="570" y="0"/>
                    <a:pt x="407" y="75"/>
                    <a:pt x="300" y="226"/>
                  </a:cubicBezTo>
                  <a:cubicBezTo>
                    <a:pt x="0" y="455"/>
                    <a:pt x="0" y="897"/>
                    <a:pt x="300" y="1109"/>
                  </a:cubicBezTo>
                  <a:cubicBezTo>
                    <a:pt x="407" y="1259"/>
                    <a:pt x="570" y="1335"/>
                    <a:pt x="736" y="1335"/>
                  </a:cubicBezTo>
                  <a:cubicBezTo>
                    <a:pt x="901" y="1335"/>
                    <a:pt x="1069" y="1259"/>
                    <a:pt x="1184" y="1109"/>
                  </a:cubicBezTo>
                  <a:cubicBezTo>
                    <a:pt x="1467" y="897"/>
                    <a:pt x="1467" y="455"/>
                    <a:pt x="1184" y="226"/>
                  </a:cubicBezTo>
                  <a:cubicBezTo>
                    <a:pt x="1069" y="75"/>
                    <a:pt x="901" y="0"/>
                    <a:pt x="736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2761859" y="3175633"/>
              <a:ext cx="83216" cy="75394"/>
            </a:xfrm>
            <a:custGeom>
              <a:avLst/>
              <a:gdLst/>
              <a:ahLst/>
              <a:cxnLst/>
              <a:rect l="l" t="t" r="r" b="b"/>
              <a:pathLst>
                <a:path w="1415" h="1282" extrusionOk="0">
                  <a:moveTo>
                    <a:pt x="699" y="1"/>
                  </a:moveTo>
                  <a:cubicBezTo>
                    <a:pt x="544" y="1"/>
                    <a:pt x="380" y="54"/>
                    <a:pt x="230" y="160"/>
                  </a:cubicBezTo>
                  <a:cubicBezTo>
                    <a:pt x="0" y="389"/>
                    <a:pt x="0" y="831"/>
                    <a:pt x="230" y="1043"/>
                  </a:cubicBezTo>
                  <a:cubicBezTo>
                    <a:pt x="345" y="1207"/>
                    <a:pt x="529" y="1281"/>
                    <a:pt x="709" y="1281"/>
                  </a:cubicBezTo>
                  <a:cubicBezTo>
                    <a:pt x="860" y="1281"/>
                    <a:pt x="1009" y="1229"/>
                    <a:pt x="1114" y="1132"/>
                  </a:cubicBezTo>
                  <a:cubicBezTo>
                    <a:pt x="1414" y="831"/>
                    <a:pt x="1414" y="460"/>
                    <a:pt x="1114" y="160"/>
                  </a:cubicBezTo>
                  <a:cubicBezTo>
                    <a:pt x="999" y="54"/>
                    <a:pt x="853" y="1"/>
                    <a:pt x="699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2601782" y="3204449"/>
              <a:ext cx="82158" cy="76218"/>
            </a:xfrm>
            <a:custGeom>
              <a:avLst/>
              <a:gdLst/>
              <a:ahLst/>
              <a:cxnLst/>
              <a:rect l="l" t="t" r="r" b="b"/>
              <a:pathLst>
                <a:path w="1397" h="1296" extrusionOk="0">
                  <a:moveTo>
                    <a:pt x="704" y="0"/>
                  </a:moveTo>
                  <a:cubicBezTo>
                    <a:pt x="549" y="0"/>
                    <a:pt x="400" y="60"/>
                    <a:pt x="301" y="200"/>
                  </a:cubicBezTo>
                  <a:cubicBezTo>
                    <a:pt x="1" y="412"/>
                    <a:pt x="1" y="854"/>
                    <a:pt x="231" y="1084"/>
                  </a:cubicBezTo>
                  <a:cubicBezTo>
                    <a:pt x="372" y="1225"/>
                    <a:pt x="535" y="1296"/>
                    <a:pt x="701" y="1296"/>
                  </a:cubicBezTo>
                  <a:cubicBezTo>
                    <a:pt x="867" y="1296"/>
                    <a:pt x="1035" y="1225"/>
                    <a:pt x="1185" y="1084"/>
                  </a:cubicBezTo>
                  <a:cubicBezTo>
                    <a:pt x="1397" y="854"/>
                    <a:pt x="1397" y="412"/>
                    <a:pt x="1185" y="200"/>
                  </a:cubicBezTo>
                  <a:cubicBezTo>
                    <a:pt x="1062" y="78"/>
                    <a:pt x="880" y="0"/>
                    <a:pt x="704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2437587" y="3225973"/>
              <a:ext cx="82158" cy="76277"/>
            </a:xfrm>
            <a:custGeom>
              <a:avLst/>
              <a:gdLst/>
              <a:ahLst/>
              <a:cxnLst/>
              <a:rect l="l" t="t" r="r" b="b"/>
              <a:pathLst>
                <a:path w="1397" h="1297" extrusionOk="0">
                  <a:moveTo>
                    <a:pt x="701" y="1"/>
                  </a:moveTo>
                  <a:cubicBezTo>
                    <a:pt x="548" y="1"/>
                    <a:pt x="399" y="56"/>
                    <a:pt x="301" y="187"/>
                  </a:cubicBezTo>
                  <a:cubicBezTo>
                    <a:pt x="0" y="417"/>
                    <a:pt x="0" y="859"/>
                    <a:pt x="301" y="1071"/>
                  </a:cubicBezTo>
                  <a:cubicBezTo>
                    <a:pt x="407" y="1221"/>
                    <a:pt x="553" y="1296"/>
                    <a:pt x="710" y="1296"/>
                  </a:cubicBezTo>
                  <a:cubicBezTo>
                    <a:pt x="866" y="1296"/>
                    <a:pt x="1034" y="1221"/>
                    <a:pt x="1185" y="1071"/>
                  </a:cubicBezTo>
                  <a:cubicBezTo>
                    <a:pt x="1397" y="859"/>
                    <a:pt x="1397" y="417"/>
                    <a:pt x="1185" y="187"/>
                  </a:cubicBezTo>
                  <a:cubicBezTo>
                    <a:pt x="1062" y="74"/>
                    <a:pt x="878" y="1"/>
                    <a:pt x="701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2273393" y="3240322"/>
              <a:ext cx="82158" cy="75983"/>
            </a:xfrm>
            <a:custGeom>
              <a:avLst/>
              <a:gdLst/>
              <a:ahLst/>
              <a:cxnLst/>
              <a:rect l="l" t="t" r="r" b="b"/>
              <a:pathLst>
                <a:path w="1397" h="1292" extrusionOk="0">
                  <a:moveTo>
                    <a:pt x="696" y="1"/>
                  </a:moveTo>
                  <a:cubicBezTo>
                    <a:pt x="530" y="1"/>
                    <a:pt x="362" y="58"/>
                    <a:pt x="212" y="173"/>
                  </a:cubicBezTo>
                  <a:cubicBezTo>
                    <a:pt x="0" y="385"/>
                    <a:pt x="0" y="827"/>
                    <a:pt x="212" y="1057"/>
                  </a:cubicBezTo>
                  <a:cubicBezTo>
                    <a:pt x="335" y="1217"/>
                    <a:pt x="518" y="1292"/>
                    <a:pt x="694" y="1292"/>
                  </a:cubicBezTo>
                  <a:cubicBezTo>
                    <a:pt x="848" y="1292"/>
                    <a:pt x="997" y="1235"/>
                    <a:pt x="1096" y="1128"/>
                  </a:cubicBezTo>
                  <a:cubicBezTo>
                    <a:pt x="1396" y="827"/>
                    <a:pt x="1396" y="474"/>
                    <a:pt x="1167" y="173"/>
                  </a:cubicBezTo>
                  <a:cubicBezTo>
                    <a:pt x="1025" y="58"/>
                    <a:pt x="862" y="1"/>
                    <a:pt x="69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2103965" y="3246321"/>
              <a:ext cx="82158" cy="74630"/>
            </a:xfrm>
            <a:custGeom>
              <a:avLst/>
              <a:gdLst/>
              <a:ahLst/>
              <a:cxnLst/>
              <a:rect l="l" t="t" r="r" b="b"/>
              <a:pathLst>
                <a:path w="1397" h="1269" extrusionOk="0">
                  <a:moveTo>
                    <a:pt x="692" y="0"/>
                  </a:moveTo>
                  <a:cubicBezTo>
                    <a:pt x="535" y="0"/>
                    <a:pt x="372" y="71"/>
                    <a:pt x="230" y="213"/>
                  </a:cubicBezTo>
                  <a:cubicBezTo>
                    <a:pt x="0" y="442"/>
                    <a:pt x="0" y="813"/>
                    <a:pt x="230" y="1096"/>
                  </a:cubicBezTo>
                  <a:cubicBezTo>
                    <a:pt x="336" y="1211"/>
                    <a:pt x="500" y="1269"/>
                    <a:pt x="665" y="1269"/>
                  </a:cubicBezTo>
                  <a:cubicBezTo>
                    <a:pt x="831" y="1269"/>
                    <a:pt x="999" y="1211"/>
                    <a:pt x="1114" y="1096"/>
                  </a:cubicBezTo>
                  <a:cubicBezTo>
                    <a:pt x="1397" y="884"/>
                    <a:pt x="1397" y="442"/>
                    <a:pt x="1114" y="213"/>
                  </a:cubicBezTo>
                  <a:cubicBezTo>
                    <a:pt x="999" y="71"/>
                    <a:pt x="849" y="0"/>
                    <a:pt x="69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" name="Google Shape;669;p48"/>
            <p:cNvSpPr/>
            <p:nvPr/>
          </p:nvSpPr>
          <p:spPr>
            <a:xfrm>
              <a:off x="1935596" y="3245262"/>
              <a:ext cx="82158" cy="75218"/>
            </a:xfrm>
            <a:custGeom>
              <a:avLst/>
              <a:gdLst/>
              <a:ahLst/>
              <a:cxnLst/>
              <a:rect l="l" t="t" r="r" b="b"/>
              <a:pathLst>
                <a:path w="1397" h="1279" extrusionOk="0">
                  <a:moveTo>
                    <a:pt x="687" y="1"/>
                  </a:moveTo>
                  <a:cubicBezTo>
                    <a:pt x="531" y="1"/>
                    <a:pt x="363" y="54"/>
                    <a:pt x="212" y="160"/>
                  </a:cubicBezTo>
                  <a:cubicBezTo>
                    <a:pt x="0" y="460"/>
                    <a:pt x="0" y="831"/>
                    <a:pt x="212" y="1044"/>
                  </a:cubicBezTo>
                  <a:cubicBezTo>
                    <a:pt x="335" y="1204"/>
                    <a:pt x="518" y="1279"/>
                    <a:pt x="694" y="1279"/>
                  </a:cubicBezTo>
                  <a:cubicBezTo>
                    <a:pt x="848" y="1279"/>
                    <a:pt x="997" y="1221"/>
                    <a:pt x="1096" y="1114"/>
                  </a:cubicBezTo>
                  <a:cubicBezTo>
                    <a:pt x="1397" y="831"/>
                    <a:pt x="1397" y="460"/>
                    <a:pt x="1096" y="160"/>
                  </a:cubicBezTo>
                  <a:cubicBezTo>
                    <a:pt x="990" y="54"/>
                    <a:pt x="844" y="1"/>
                    <a:pt x="687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" name="Google Shape;670;p48"/>
            <p:cNvSpPr/>
            <p:nvPr/>
          </p:nvSpPr>
          <p:spPr>
            <a:xfrm>
              <a:off x="1774518" y="3234559"/>
              <a:ext cx="73807" cy="76277"/>
            </a:xfrm>
            <a:custGeom>
              <a:avLst/>
              <a:gdLst/>
              <a:ahLst/>
              <a:cxnLst/>
              <a:rect l="l" t="t" r="r" b="b"/>
              <a:pathLst>
                <a:path w="1255" h="1297" extrusionOk="0">
                  <a:moveTo>
                    <a:pt x="562" y="1"/>
                  </a:moveTo>
                  <a:cubicBezTo>
                    <a:pt x="407" y="1"/>
                    <a:pt x="258" y="60"/>
                    <a:pt x="159" y="200"/>
                  </a:cubicBezTo>
                  <a:lnTo>
                    <a:pt x="88" y="200"/>
                  </a:lnTo>
                  <a:cubicBezTo>
                    <a:pt x="88" y="483"/>
                    <a:pt x="88" y="713"/>
                    <a:pt x="0" y="1013"/>
                  </a:cubicBezTo>
                  <a:lnTo>
                    <a:pt x="88" y="1084"/>
                  </a:lnTo>
                  <a:cubicBezTo>
                    <a:pt x="230" y="1226"/>
                    <a:pt x="393" y="1296"/>
                    <a:pt x="559" y="1296"/>
                  </a:cubicBezTo>
                  <a:cubicBezTo>
                    <a:pt x="725" y="1296"/>
                    <a:pt x="893" y="1226"/>
                    <a:pt x="1043" y="1084"/>
                  </a:cubicBezTo>
                  <a:cubicBezTo>
                    <a:pt x="1255" y="854"/>
                    <a:pt x="1255" y="413"/>
                    <a:pt x="1043" y="200"/>
                  </a:cubicBezTo>
                  <a:cubicBezTo>
                    <a:pt x="920" y="78"/>
                    <a:pt x="738" y="1"/>
                    <a:pt x="562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" name="Google Shape;671;p48"/>
            <p:cNvSpPr/>
            <p:nvPr/>
          </p:nvSpPr>
          <p:spPr>
            <a:xfrm>
              <a:off x="2935404" y="3298308"/>
              <a:ext cx="86333" cy="78276"/>
            </a:xfrm>
            <a:custGeom>
              <a:avLst/>
              <a:gdLst/>
              <a:ahLst/>
              <a:cxnLst/>
              <a:rect l="l" t="t" r="r" b="b"/>
              <a:pathLst>
                <a:path w="1468" h="1331" extrusionOk="0">
                  <a:moveTo>
                    <a:pt x="736" y="0"/>
                  </a:moveTo>
                  <a:cubicBezTo>
                    <a:pt x="571" y="0"/>
                    <a:pt x="407" y="71"/>
                    <a:pt x="301" y="212"/>
                  </a:cubicBezTo>
                  <a:cubicBezTo>
                    <a:pt x="1" y="442"/>
                    <a:pt x="1" y="884"/>
                    <a:pt x="231" y="1096"/>
                  </a:cubicBezTo>
                  <a:cubicBezTo>
                    <a:pt x="381" y="1256"/>
                    <a:pt x="557" y="1331"/>
                    <a:pt x="734" y="1331"/>
                  </a:cubicBezTo>
                  <a:cubicBezTo>
                    <a:pt x="889" y="1331"/>
                    <a:pt x="1045" y="1274"/>
                    <a:pt x="1185" y="1167"/>
                  </a:cubicBezTo>
                  <a:cubicBezTo>
                    <a:pt x="1397" y="884"/>
                    <a:pt x="1468" y="513"/>
                    <a:pt x="1185" y="212"/>
                  </a:cubicBezTo>
                  <a:cubicBezTo>
                    <a:pt x="1070" y="71"/>
                    <a:pt x="902" y="0"/>
                    <a:pt x="736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" name="Google Shape;672;p48"/>
            <p:cNvSpPr/>
            <p:nvPr/>
          </p:nvSpPr>
          <p:spPr>
            <a:xfrm>
              <a:off x="2779502" y="3335945"/>
              <a:ext cx="86333" cy="75688"/>
            </a:xfrm>
            <a:custGeom>
              <a:avLst/>
              <a:gdLst/>
              <a:ahLst/>
              <a:cxnLst/>
              <a:rect l="l" t="t" r="r" b="b"/>
              <a:pathLst>
                <a:path w="1468" h="1287" extrusionOk="0">
                  <a:moveTo>
                    <a:pt x="737" y="1"/>
                  </a:moveTo>
                  <a:cubicBezTo>
                    <a:pt x="571" y="1"/>
                    <a:pt x="407" y="58"/>
                    <a:pt x="301" y="173"/>
                  </a:cubicBezTo>
                  <a:cubicBezTo>
                    <a:pt x="1" y="385"/>
                    <a:pt x="1" y="827"/>
                    <a:pt x="301" y="1127"/>
                  </a:cubicBezTo>
                  <a:cubicBezTo>
                    <a:pt x="407" y="1233"/>
                    <a:pt x="571" y="1286"/>
                    <a:pt x="737" y="1286"/>
                  </a:cubicBezTo>
                  <a:cubicBezTo>
                    <a:pt x="902" y="1286"/>
                    <a:pt x="1070" y="1233"/>
                    <a:pt x="1185" y="1127"/>
                  </a:cubicBezTo>
                  <a:cubicBezTo>
                    <a:pt x="1468" y="898"/>
                    <a:pt x="1468" y="456"/>
                    <a:pt x="1185" y="173"/>
                  </a:cubicBezTo>
                  <a:cubicBezTo>
                    <a:pt x="1070" y="58"/>
                    <a:pt x="902" y="1"/>
                    <a:pt x="737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" name="Google Shape;673;p48"/>
            <p:cNvSpPr/>
            <p:nvPr/>
          </p:nvSpPr>
          <p:spPr>
            <a:xfrm>
              <a:off x="2619483" y="3362997"/>
              <a:ext cx="82158" cy="78335"/>
            </a:xfrm>
            <a:custGeom>
              <a:avLst/>
              <a:gdLst/>
              <a:ahLst/>
              <a:cxnLst/>
              <a:rect l="l" t="t" r="r" b="b"/>
              <a:pathLst>
                <a:path w="1397" h="1332" extrusionOk="0">
                  <a:moveTo>
                    <a:pt x="725" y="0"/>
                  </a:moveTo>
                  <a:cubicBezTo>
                    <a:pt x="548" y="0"/>
                    <a:pt x="363" y="75"/>
                    <a:pt x="212" y="226"/>
                  </a:cubicBezTo>
                  <a:cubicBezTo>
                    <a:pt x="0" y="438"/>
                    <a:pt x="0" y="880"/>
                    <a:pt x="212" y="1109"/>
                  </a:cubicBezTo>
                  <a:cubicBezTo>
                    <a:pt x="373" y="1261"/>
                    <a:pt x="555" y="1331"/>
                    <a:pt x="734" y="1331"/>
                  </a:cubicBezTo>
                  <a:cubicBezTo>
                    <a:pt x="890" y="1331"/>
                    <a:pt x="1045" y="1278"/>
                    <a:pt x="1184" y="1180"/>
                  </a:cubicBezTo>
                  <a:cubicBezTo>
                    <a:pt x="1396" y="880"/>
                    <a:pt x="1396" y="508"/>
                    <a:pt x="1184" y="226"/>
                  </a:cubicBezTo>
                  <a:cubicBezTo>
                    <a:pt x="1069" y="75"/>
                    <a:pt x="902" y="0"/>
                    <a:pt x="725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48"/>
            <p:cNvSpPr/>
            <p:nvPr/>
          </p:nvSpPr>
          <p:spPr>
            <a:xfrm>
              <a:off x="2450055" y="3384815"/>
              <a:ext cx="87392" cy="78335"/>
            </a:xfrm>
            <a:custGeom>
              <a:avLst/>
              <a:gdLst/>
              <a:ahLst/>
              <a:cxnLst/>
              <a:rect l="l" t="t" r="r" b="b"/>
              <a:pathLst>
                <a:path w="1486" h="1332" extrusionOk="0">
                  <a:moveTo>
                    <a:pt x="749" y="0"/>
                  </a:moveTo>
                  <a:cubicBezTo>
                    <a:pt x="584" y="0"/>
                    <a:pt x="416" y="76"/>
                    <a:pt x="301" y="226"/>
                  </a:cubicBezTo>
                  <a:cubicBezTo>
                    <a:pt x="1" y="438"/>
                    <a:pt x="1" y="880"/>
                    <a:pt x="301" y="1109"/>
                  </a:cubicBezTo>
                  <a:cubicBezTo>
                    <a:pt x="424" y="1261"/>
                    <a:pt x="608" y="1331"/>
                    <a:pt x="785" y="1331"/>
                  </a:cubicBezTo>
                  <a:cubicBezTo>
                    <a:pt x="938" y="1331"/>
                    <a:pt x="1086" y="1279"/>
                    <a:pt x="1185" y="1180"/>
                  </a:cubicBezTo>
                  <a:cubicBezTo>
                    <a:pt x="1485" y="880"/>
                    <a:pt x="1485" y="509"/>
                    <a:pt x="1185" y="226"/>
                  </a:cubicBezTo>
                  <a:cubicBezTo>
                    <a:pt x="1079" y="76"/>
                    <a:pt x="915" y="0"/>
                    <a:pt x="74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48"/>
            <p:cNvSpPr/>
            <p:nvPr/>
          </p:nvSpPr>
          <p:spPr>
            <a:xfrm>
              <a:off x="2281685" y="3401164"/>
              <a:ext cx="82158" cy="75688"/>
            </a:xfrm>
            <a:custGeom>
              <a:avLst/>
              <a:gdLst/>
              <a:ahLst/>
              <a:cxnLst/>
              <a:rect l="l" t="t" r="r" b="b"/>
              <a:pathLst>
                <a:path w="1397" h="1287" extrusionOk="0">
                  <a:moveTo>
                    <a:pt x="725" y="1"/>
                  </a:moveTo>
                  <a:cubicBezTo>
                    <a:pt x="548" y="1"/>
                    <a:pt x="363" y="54"/>
                    <a:pt x="213" y="160"/>
                  </a:cubicBezTo>
                  <a:cubicBezTo>
                    <a:pt x="1" y="390"/>
                    <a:pt x="1" y="831"/>
                    <a:pt x="213" y="1114"/>
                  </a:cubicBezTo>
                  <a:cubicBezTo>
                    <a:pt x="327" y="1229"/>
                    <a:pt x="495" y="1286"/>
                    <a:pt x="672" y="1286"/>
                  </a:cubicBezTo>
                  <a:cubicBezTo>
                    <a:pt x="849" y="1286"/>
                    <a:pt x="1034" y="1229"/>
                    <a:pt x="1185" y="1114"/>
                  </a:cubicBezTo>
                  <a:cubicBezTo>
                    <a:pt x="1397" y="831"/>
                    <a:pt x="1397" y="460"/>
                    <a:pt x="1185" y="160"/>
                  </a:cubicBezTo>
                  <a:cubicBezTo>
                    <a:pt x="1070" y="54"/>
                    <a:pt x="902" y="1"/>
                    <a:pt x="72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48"/>
            <p:cNvSpPr/>
            <p:nvPr/>
          </p:nvSpPr>
          <p:spPr>
            <a:xfrm>
              <a:off x="2108141" y="3405810"/>
              <a:ext cx="82158" cy="78335"/>
            </a:xfrm>
            <a:custGeom>
              <a:avLst/>
              <a:gdLst/>
              <a:ahLst/>
              <a:cxnLst/>
              <a:rect l="l" t="t" r="r" b="b"/>
              <a:pathLst>
                <a:path w="1397" h="1332" extrusionOk="0">
                  <a:moveTo>
                    <a:pt x="689" y="0"/>
                  </a:moveTo>
                  <a:cubicBezTo>
                    <a:pt x="527" y="0"/>
                    <a:pt x="361" y="53"/>
                    <a:pt x="230" y="152"/>
                  </a:cubicBezTo>
                  <a:cubicBezTo>
                    <a:pt x="0" y="452"/>
                    <a:pt x="0" y="823"/>
                    <a:pt x="230" y="1106"/>
                  </a:cubicBezTo>
                  <a:cubicBezTo>
                    <a:pt x="336" y="1256"/>
                    <a:pt x="499" y="1331"/>
                    <a:pt x="674" y="1331"/>
                  </a:cubicBezTo>
                  <a:cubicBezTo>
                    <a:pt x="848" y="1331"/>
                    <a:pt x="1034" y="1256"/>
                    <a:pt x="1184" y="1106"/>
                  </a:cubicBezTo>
                  <a:cubicBezTo>
                    <a:pt x="1396" y="894"/>
                    <a:pt x="1396" y="452"/>
                    <a:pt x="1184" y="222"/>
                  </a:cubicBezTo>
                  <a:cubicBezTo>
                    <a:pt x="1061" y="71"/>
                    <a:pt x="877" y="0"/>
                    <a:pt x="68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" name="Google Shape;677;p48"/>
            <p:cNvSpPr/>
            <p:nvPr/>
          </p:nvSpPr>
          <p:spPr>
            <a:xfrm>
              <a:off x="1935596" y="3402223"/>
              <a:ext cx="82158" cy="78335"/>
            </a:xfrm>
            <a:custGeom>
              <a:avLst/>
              <a:gdLst/>
              <a:ahLst/>
              <a:cxnLst/>
              <a:rect l="l" t="t" r="r" b="b"/>
              <a:pathLst>
                <a:path w="1397" h="1332" extrusionOk="0">
                  <a:moveTo>
                    <a:pt x="723" y="0"/>
                  </a:moveTo>
                  <a:cubicBezTo>
                    <a:pt x="548" y="0"/>
                    <a:pt x="363" y="71"/>
                    <a:pt x="212" y="213"/>
                  </a:cubicBezTo>
                  <a:cubicBezTo>
                    <a:pt x="0" y="442"/>
                    <a:pt x="0" y="884"/>
                    <a:pt x="212" y="1096"/>
                  </a:cubicBezTo>
                  <a:cubicBezTo>
                    <a:pt x="373" y="1256"/>
                    <a:pt x="553" y="1331"/>
                    <a:pt x="730" y="1331"/>
                  </a:cubicBezTo>
                  <a:cubicBezTo>
                    <a:pt x="884" y="1331"/>
                    <a:pt x="1035" y="1274"/>
                    <a:pt x="1167" y="1167"/>
                  </a:cubicBezTo>
                  <a:cubicBezTo>
                    <a:pt x="1397" y="884"/>
                    <a:pt x="1397" y="513"/>
                    <a:pt x="1167" y="213"/>
                  </a:cubicBezTo>
                  <a:cubicBezTo>
                    <a:pt x="1061" y="71"/>
                    <a:pt x="897" y="0"/>
                    <a:pt x="723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" name="Google Shape;678;p48"/>
            <p:cNvSpPr/>
            <p:nvPr/>
          </p:nvSpPr>
          <p:spPr>
            <a:xfrm>
              <a:off x="1761992" y="3392108"/>
              <a:ext cx="86333" cy="75630"/>
            </a:xfrm>
            <a:custGeom>
              <a:avLst/>
              <a:gdLst/>
              <a:ahLst/>
              <a:cxnLst/>
              <a:rect l="l" t="t" r="r" b="b"/>
              <a:pathLst>
                <a:path w="1468" h="1286" extrusionOk="0">
                  <a:moveTo>
                    <a:pt x="772" y="0"/>
                  </a:moveTo>
                  <a:cubicBezTo>
                    <a:pt x="606" y="0"/>
                    <a:pt x="443" y="58"/>
                    <a:pt x="301" y="172"/>
                  </a:cubicBezTo>
                  <a:cubicBezTo>
                    <a:pt x="1" y="455"/>
                    <a:pt x="1" y="826"/>
                    <a:pt x="301" y="1127"/>
                  </a:cubicBezTo>
                  <a:cubicBezTo>
                    <a:pt x="407" y="1233"/>
                    <a:pt x="571" y="1286"/>
                    <a:pt x="737" y="1286"/>
                  </a:cubicBezTo>
                  <a:cubicBezTo>
                    <a:pt x="902" y="1286"/>
                    <a:pt x="1070" y="1233"/>
                    <a:pt x="1185" y="1127"/>
                  </a:cubicBezTo>
                  <a:cubicBezTo>
                    <a:pt x="1468" y="897"/>
                    <a:pt x="1468" y="455"/>
                    <a:pt x="1256" y="172"/>
                  </a:cubicBezTo>
                  <a:cubicBezTo>
                    <a:pt x="1106" y="58"/>
                    <a:pt x="938" y="0"/>
                    <a:pt x="77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" name="Google Shape;679;p48"/>
            <p:cNvSpPr/>
            <p:nvPr/>
          </p:nvSpPr>
          <p:spPr>
            <a:xfrm>
              <a:off x="2957222" y="3458326"/>
              <a:ext cx="86333" cy="79041"/>
            </a:xfrm>
            <a:custGeom>
              <a:avLst/>
              <a:gdLst/>
              <a:ahLst/>
              <a:cxnLst/>
              <a:rect l="l" t="t" r="r" b="b"/>
              <a:pathLst>
                <a:path w="1468" h="1344" extrusionOk="0">
                  <a:moveTo>
                    <a:pt x="772" y="1"/>
                  </a:moveTo>
                  <a:cubicBezTo>
                    <a:pt x="606" y="1"/>
                    <a:pt x="443" y="71"/>
                    <a:pt x="301" y="213"/>
                  </a:cubicBezTo>
                  <a:cubicBezTo>
                    <a:pt x="1" y="443"/>
                    <a:pt x="1" y="884"/>
                    <a:pt x="301" y="1185"/>
                  </a:cubicBezTo>
                  <a:cubicBezTo>
                    <a:pt x="407" y="1291"/>
                    <a:pt x="571" y="1344"/>
                    <a:pt x="745" y="1344"/>
                  </a:cubicBezTo>
                  <a:cubicBezTo>
                    <a:pt x="920" y="1344"/>
                    <a:pt x="1106" y="1291"/>
                    <a:pt x="1256" y="1185"/>
                  </a:cubicBezTo>
                  <a:cubicBezTo>
                    <a:pt x="1468" y="884"/>
                    <a:pt x="1468" y="513"/>
                    <a:pt x="1256" y="213"/>
                  </a:cubicBezTo>
                  <a:cubicBezTo>
                    <a:pt x="1106" y="71"/>
                    <a:pt x="938" y="1"/>
                    <a:pt x="772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" name="Google Shape;680;p48"/>
            <p:cNvSpPr/>
            <p:nvPr/>
          </p:nvSpPr>
          <p:spPr>
            <a:xfrm>
              <a:off x="2801379" y="3496023"/>
              <a:ext cx="86274" cy="79570"/>
            </a:xfrm>
            <a:custGeom>
              <a:avLst/>
              <a:gdLst/>
              <a:ahLst/>
              <a:cxnLst/>
              <a:rect l="l" t="t" r="r" b="b"/>
              <a:pathLst>
                <a:path w="1467" h="1353" extrusionOk="0">
                  <a:moveTo>
                    <a:pt x="736" y="0"/>
                  </a:moveTo>
                  <a:cubicBezTo>
                    <a:pt x="570" y="0"/>
                    <a:pt x="407" y="58"/>
                    <a:pt x="300" y="173"/>
                  </a:cubicBezTo>
                  <a:cubicBezTo>
                    <a:pt x="0" y="456"/>
                    <a:pt x="0" y="827"/>
                    <a:pt x="212" y="1127"/>
                  </a:cubicBezTo>
                  <a:cubicBezTo>
                    <a:pt x="362" y="1277"/>
                    <a:pt x="530" y="1352"/>
                    <a:pt x="698" y="1352"/>
                  </a:cubicBezTo>
                  <a:cubicBezTo>
                    <a:pt x="866" y="1352"/>
                    <a:pt x="1034" y="1277"/>
                    <a:pt x="1184" y="1127"/>
                  </a:cubicBezTo>
                  <a:cubicBezTo>
                    <a:pt x="1467" y="897"/>
                    <a:pt x="1467" y="456"/>
                    <a:pt x="1184" y="173"/>
                  </a:cubicBezTo>
                  <a:cubicBezTo>
                    <a:pt x="1069" y="58"/>
                    <a:pt x="901" y="0"/>
                    <a:pt x="736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" name="Google Shape;681;p48"/>
            <p:cNvSpPr/>
            <p:nvPr/>
          </p:nvSpPr>
          <p:spPr>
            <a:xfrm>
              <a:off x="2637126" y="3524545"/>
              <a:ext cx="86333" cy="79688"/>
            </a:xfrm>
            <a:custGeom>
              <a:avLst/>
              <a:gdLst/>
              <a:ahLst/>
              <a:cxnLst/>
              <a:rect l="l" t="t" r="r" b="b"/>
              <a:pathLst>
                <a:path w="1468" h="1355" extrusionOk="0">
                  <a:moveTo>
                    <a:pt x="688" y="1"/>
                  </a:moveTo>
                  <a:cubicBezTo>
                    <a:pt x="524" y="1"/>
                    <a:pt x="353" y="60"/>
                    <a:pt x="213" y="200"/>
                  </a:cubicBezTo>
                  <a:cubicBezTo>
                    <a:pt x="1" y="412"/>
                    <a:pt x="1" y="854"/>
                    <a:pt x="213" y="1155"/>
                  </a:cubicBezTo>
                  <a:cubicBezTo>
                    <a:pt x="335" y="1277"/>
                    <a:pt x="518" y="1354"/>
                    <a:pt x="705" y="1354"/>
                  </a:cubicBezTo>
                  <a:cubicBezTo>
                    <a:pt x="868" y="1354"/>
                    <a:pt x="1035" y="1295"/>
                    <a:pt x="1167" y="1155"/>
                  </a:cubicBezTo>
                  <a:cubicBezTo>
                    <a:pt x="1468" y="943"/>
                    <a:pt x="1468" y="501"/>
                    <a:pt x="1167" y="200"/>
                  </a:cubicBezTo>
                  <a:cubicBezTo>
                    <a:pt x="1054" y="78"/>
                    <a:pt x="876" y="1"/>
                    <a:pt x="688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" name="Google Shape;682;p48"/>
            <p:cNvSpPr/>
            <p:nvPr/>
          </p:nvSpPr>
          <p:spPr>
            <a:xfrm>
              <a:off x="2463581" y="3544893"/>
              <a:ext cx="86333" cy="78747"/>
            </a:xfrm>
            <a:custGeom>
              <a:avLst/>
              <a:gdLst/>
              <a:ahLst/>
              <a:cxnLst/>
              <a:rect l="l" t="t" r="r" b="b"/>
              <a:pathLst>
                <a:path w="1468" h="1339" extrusionOk="0">
                  <a:moveTo>
                    <a:pt x="745" y="0"/>
                  </a:moveTo>
                  <a:cubicBezTo>
                    <a:pt x="570" y="0"/>
                    <a:pt x="407" y="75"/>
                    <a:pt x="301" y="225"/>
                  </a:cubicBezTo>
                  <a:cubicBezTo>
                    <a:pt x="0" y="437"/>
                    <a:pt x="0" y="879"/>
                    <a:pt x="212" y="1180"/>
                  </a:cubicBezTo>
                  <a:cubicBezTo>
                    <a:pt x="363" y="1286"/>
                    <a:pt x="548" y="1339"/>
                    <a:pt x="725" y="1339"/>
                  </a:cubicBezTo>
                  <a:cubicBezTo>
                    <a:pt x="902" y="1339"/>
                    <a:pt x="1070" y="1286"/>
                    <a:pt x="1184" y="1180"/>
                  </a:cubicBezTo>
                  <a:cubicBezTo>
                    <a:pt x="1467" y="950"/>
                    <a:pt x="1467" y="508"/>
                    <a:pt x="1255" y="225"/>
                  </a:cubicBezTo>
                  <a:cubicBezTo>
                    <a:pt x="1105" y="75"/>
                    <a:pt x="919" y="0"/>
                    <a:pt x="745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" name="Google Shape;683;p48"/>
            <p:cNvSpPr/>
            <p:nvPr/>
          </p:nvSpPr>
          <p:spPr>
            <a:xfrm>
              <a:off x="2289977" y="3559595"/>
              <a:ext cx="87392" cy="78923"/>
            </a:xfrm>
            <a:custGeom>
              <a:avLst/>
              <a:gdLst/>
              <a:ahLst/>
              <a:cxnLst/>
              <a:rect l="l" t="t" r="r" b="b"/>
              <a:pathLst>
                <a:path w="1486" h="1342" extrusionOk="0">
                  <a:moveTo>
                    <a:pt x="691" y="1"/>
                  </a:moveTo>
                  <a:cubicBezTo>
                    <a:pt x="528" y="1"/>
                    <a:pt x="362" y="56"/>
                    <a:pt x="231" y="187"/>
                  </a:cubicBezTo>
                  <a:cubicBezTo>
                    <a:pt x="1" y="417"/>
                    <a:pt x="1" y="859"/>
                    <a:pt x="231" y="1142"/>
                  </a:cubicBezTo>
                  <a:cubicBezTo>
                    <a:pt x="381" y="1264"/>
                    <a:pt x="557" y="1342"/>
                    <a:pt x="734" y="1342"/>
                  </a:cubicBezTo>
                  <a:cubicBezTo>
                    <a:pt x="889" y="1342"/>
                    <a:pt x="1045" y="1282"/>
                    <a:pt x="1185" y="1142"/>
                  </a:cubicBezTo>
                  <a:cubicBezTo>
                    <a:pt x="1485" y="930"/>
                    <a:pt x="1485" y="488"/>
                    <a:pt x="1185" y="187"/>
                  </a:cubicBezTo>
                  <a:cubicBezTo>
                    <a:pt x="1062" y="74"/>
                    <a:pt x="878" y="1"/>
                    <a:pt x="691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" name="Google Shape;684;p48"/>
            <p:cNvSpPr/>
            <p:nvPr/>
          </p:nvSpPr>
          <p:spPr>
            <a:xfrm>
              <a:off x="2112257" y="3565417"/>
              <a:ext cx="87392" cy="79041"/>
            </a:xfrm>
            <a:custGeom>
              <a:avLst/>
              <a:gdLst/>
              <a:ahLst/>
              <a:cxnLst/>
              <a:rect l="l" t="t" r="r" b="b"/>
              <a:pathLst>
                <a:path w="1486" h="1344" extrusionOk="0">
                  <a:moveTo>
                    <a:pt x="750" y="0"/>
                  </a:moveTo>
                  <a:cubicBezTo>
                    <a:pt x="584" y="0"/>
                    <a:pt x="416" y="53"/>
                    <a:pt x="301" y="159"/>
                  </a:cubicBezTo>
                  <a:cubicBezTo>
                    <a:pt x="1" y="460"/>
                    <a:pt x="1" y="831"/>
                    <a:pt x="231" y="1131"/>
                  </a:cubicBezTo>
                  <a:cubicBezTo>
                    <a:pt x="381" y="1273"/>
                    <a:pt x="566" y="1343"/>
                    <a:pt x="741" y="1343"/>
                  </a:cubicBezTo>
                  <a:cubicBezTo>
                    <a:pt x="915" y="1343"/>
                    <a:pt x="1079" y="1273"/>
                    <a:pt x="1185" y="1131"/>
                  </a:cubicBezTo>
                  <a:cubicBezTo>
                    <a:pt x="1485" y="901"/>
                    <a:pt x="1485" y="460"/>
                    <a:pt x="1185" y="159"/>
                  </a:cubicBezTo>
                  <a:cubicBezTo>
                    <a:pt x="1079" y="53"/>
                    <a:pt x="915" y="0"/>
                    <a:pt x="750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" name="Google Shape;685;p48"/>
            <p:cNvSpPr/>
            <p:nvPr/>
          </p:nvSpPr>
          <p:spPr>
            <a:xfrm>
              <a:off x="1935596" y="3561712"/>
              <a:ext cx="86333" cy="79041"/>
            </a:xfrm>
            <a:custGeom>
              <a:avLst/>
              <a:gdLst/>
              <a:ahLst/>
              <a:cxnLst/>
              <a:rect l="l" t="t" r="r" b="b"/>
              <a:pathLst>
                <a:path w="1468" h="1344" extrusionOk="0">
                  <a:moveTo>
                    <a:pt x="703" y="0"/>
                  </a:moveTo>
                  <a:cubicBezTo>
                    <a:pt x="542" y="0"/>
                    <a:pt x="390" y="53"/>
                    <a:pt x="283" y="151"/>
                  </a:cubicBezTo>
                  <a:cubicBezTo>
                    <a:pt x="0" y="452"/>
                    <a:pt x="0" y="894"/>
                    <a:pt x="212" y="1106"/>
                  </a:cubicBezTo>
                  <a:cubicBezTo>
                    <a:pt x="376" y="1269"/>
                    <a:pt x="581" y="1344"/>
                    <a:pt x="768" y="1344"/>
                  </a:cubicBezTo>
                  <a:cubicBezTo>
                    <a:pt x="925" y="1344"/>
                    <a:pt x="1070" y="1291"/>
                    <a:pt x="1167" y="1194"/>
                  </a:cubicBezTo>
                  <a:cubicBezTo>
                    <a:pt x="1467" y="894"/>
                    <a:pt x="1467" y="452"/>
                    <a:pt x="1237" y="222"/>
                  </a:cubicBezTo>
                  <a:cubicBezTo>
                    <a:pt x="1086" y="71"/>
                    <a:pt x="889" y="0"/>
                    <a:pt x="703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" name="Google Shape;686;p48"/>
            <p:cNvSpPr/>
            <p:nvPr/>
          </p:nvSpPr>
          <p:spPr>
            <a:xfrm>
              <a:off x="1761992" y="3549010"/>
              <a:ext cx="86333" cy="79099"/>
            </a:xfrm>
            <a:custGeom>
              <a:avLst/>
              <a:gdLst/>
              <a:ahLst/>
              <a:cxnLst/>
              <a:rect l="l" t="t" r="r" b="b"/>
              <a:pathLst>
                <a:path w="1468" h="1345" extrusionOk="0">
                  <a:moveTo>
                    <a:pt x="726" y="1"/>
                  </a:moveTo>
                  <a:cubicBezTo>
                    <a:pt x="549" y="1"/>
                    <a:pt x="363" y="76"/>
                    <a:pt x="213" y="226"/>
                  </a:cubicBezTo>
                  <a:cubicBezTo>
                    <a:pt x="1" y="438"/>
                    <a:pt x="1" y="880"/>
                    <a:pt x="213" y="1110"/>
                  </a:cubicBezTo>
                  <a:cubicBezTo>
                    <a:pt x="373" y="1270"/>
                    <a:pt x="554" y="1345"/>
                    <a:pt x="733" y="1345"/>
                  </a:cubicBezTo>
                  <a:cubicBezTo>
                    <a:pt x="889" y="1345"/>
                    <a:pt x="1045" y="1288"/>
                    <a:pt x="1185" y="1180"/>
                  </a:cubicBezTo>
                  <a:cubicBezTo>
                    <a:pt x="1468" y="880"/>
                    <a:pt x="1468" y="527"/>
                    <a:pt x="1185" y="226"/>
                  </a:cubicBezTo>
                  <a:cubicBezTo>
                    <a:pt x="1070" y="76"/>
                    <a:pt x="902" y="1"/>
                    <a:pt x="72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48"/>
            <p:cNvSpPr/>
            <p:nvPr/>
          </p:nvSpPr>
          <p:spPr>
            <a:xfrm>
              <a:off x="3121475" y="3588235"/>
              <a:ext cx="35404" cy="64515"/>
            </a:xfrm>
            <a:custGeom>
              <a:avLst/>
              <a:gdLst/>
              <a:ahLst/>
              <a:cxnLst/>
              <a:rect l="l" t="t" r="r" b="b"/>
              <a:pathLst>
                <a:path w="602" h="1097" extrusionOk="0">
                  <a:moveTo>
                    <a:pt x="230" y="1"/>
                  </a:moveTo>
                  <a:cubicBezTo>
                    <a:pt x="0" y="301"/>
                    <a:pt x="0" y="655"/>
                    <a:pt x="301" y="955"/>
                  </a:cubicBezTo>
                  <a:cubicBezTo>
                    <a:pt x="371" y="1026"/>
                    <a:pt x="513" y="1097"/>
                    <a:pt x="601" y="1097"/>
                  </a:cubicBezTo>
                  <a:cubicBezTo>
                    <a:pt x="442" y="743"/>
                    <a:pt x="371" y="372"/>
                    <a:pt x="23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" name="Google Shape;688;p48"/>
            <p:cNvSpPr/>
            <p:nvPr/>
          </p:nvSpPr>
          <p:spPr>
            <a:xfrm>
              <a:off x="2983215" y="3618639"/>
              <a:ext cx="86333" cy="81922"/>
            </a:xfrm>
            <a:custGeom>
              <a:avLst/>
              <a:gdLst/>
              <a:ahLst/>
              <a:cxnLst/>
              <a:rect l="l" t="t" r="r" b="b"/>
              <a:pathLst>
                <a:path w="1468" h="1393" extrusionOk="0">
                  <a:moveTo>
                    <a:pt x="745" y="1"/>
                  </a:moveTo>
                  <a:cubicBezTo>
                    <a:pt x="571" y="1"/>
                    <a:pt x="407" y="76"/>
                    <a:pt x="301" y="226"/>
                  </a:cubicBezTo>
                  <a:cubicBezTo>
                    <a:pt x="1" y="438"/>
                    <a:pt x="1" y="880"/>
                    <a:pt x="213" y="1181"/>
                  </a:cubicBezTo>
                  <a:cubicBezTo>
                    <a:pt x="363" y="1322"/>
                    <a:pt x="549" y="1393"/>
                    <a:pt x="725" y="1393"/>
                  </a:cubicBezTo>
                  <a:cubicBezTo>
                    <a:pt x="902" y="1393"/>
                    <a:pt x="1070" y="1322"/>
                    <a:pt x="1185" y="1181"/>
                  </a:cubicBezTo>
                  <a:cubicBezTo>
                    <a:pt x="1468" y="951"/>
                    <a:pt x="1468" y="509"/>
                    <a:pt x="1256" y="226"/>
                  </a:cubicBezTo>
                  <a:cubicBezTo>
                    <a:pt x="1105" y="76"/>
                    <a:pt x="920" y="1"/>
                    <a:pt x="74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48"/>
            <p:cNvSpPr/>
            <p:nvPr/>
          </p:nvSpPr>
          <p:spPr>
            <a:xfrm>
              <a:off x="2819021" y="3656571"/>
              <a:ext cx="90509" cy="79629"/>
            </a:xfrm>
            <a:custGeom>
              <a:avLst/>
              <a:gdLst/>
              <a:ahLst/>
              <a:cxnLst/>
              <a:rect l="l" t="t" r="r" b="b"/>
              <a:pathLst>
                <a:path w="1539" h="1354" extrusionOk="0">
                  <a:moveTo>
                    <a:pt x="758" y="0"/>
                  </a:moveTo>
                  <a:cubicBezTo>
                    <a:pt x="594" y="0"/>
                    <a:pt x="423" y="57"/>
                    <a:pt x="283" y="164"/>
                  </a:cubicBezTo>
                  <a:cubicBezTo>
                    <a:pt x="71" y="465"/>
                    <a:pt x="0" y="907"/>
                    <a:pt x="283" y="1119"/>
                  </a:cubicBezTo>
                  <a:cubicBezTo>
                    <a:pt x="406" y="1279"/>
                    <a:pt x="589" y="1354"/>
                    <a:pt x="776" y="1354"/>
                  </a:cubicBezTo>
                  <a:cubicBezTo>
                    <a:pt x="939" y="1354"/>
                    <a:pt x="1106" y="1297"/>
                    <a:pt x="1238" y="1189"/>
                  </a:cubicBezTo>
                  <a:cubicBezTo>
                    <a:pt x="1538" y="907"/>
                    <a:pt x="1538" y="465"/>
                    <a:pt x="1238" y="235"/>
                  </a:cubicBezTo>
                  <a:cubicBezTo>
                    <a:pt x="1124" y="75"/>
                    <a:pt x="946" y="0"/>
                    <a:pt x="75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48"/>
            <p:cNvSpPr/>
            <p:nvPr/>
          </p:nvSpPr>
          <p:spPr>
            <a:xfrm>
              <a:off x="2649593" y="3684976"/>
              <a:ext cx="91508" cy="80805"/>
            </a:xfrm>
            <a:custGeom>
              <a:avLst/>
              <a:gdLst/>
              <a:ahLst/>
              <a:cxnLst/>
              <a:rect l="l" t="t" r="r" b="b"/>
              <a:pathLst>
                <a:path w="1556" h="1374" extrusionOk="0">
                  <a:moveTo>
                    <a:pt x="754" y="0"/>
                  </a:moveTo>
                  <a:cubicBezTo>
                    <a:pt x="593" y="0"/>
                    <a:pt x="431" y="56"/>
                    <a:pt x="301" y="194"/>
                  </a:cubicBezTo>
                  <a:cubicBezTo>
                    <a:pt x="1" y="424"/>
                    <a:pt x="1" y="865"/>
                    <a:pt x="301" y="1148"/>
                  </a:cubicBezTo>
                  <a:cubicBezTo>
                    <a:pt x="407" y="1298"/>
                    <a:pt x="571" y="1374"/>
                    <a:pt x="745" y="1374"/>
                  </a:cubicBezTo>
                  <a:cubicBezTo>
                    <a:pt x="920" y="1374"/>
                    <a:pt x="1105" y="1298"/>
                    <a:pt x="1256" y="1148"/>
                  </a:cubicBezTo>
                  <a:cubicBezTo>
                    <a:pt x="1556" y="936"/>
                    <a:pt x="1556" y="494"/>
                    <a:pt x="1256" y="194"/>
                  </a:cubicBezTo>
                  <a:cubicBezTo>
                    <a:pt x="1131" y="79"/>
                    <a:pt x="944" y="0"/>
                    <a:pt x="754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48"/>
            <p:cNvSpPr/>
            <p:nvPr/>
          </p:nvSpPr>
          <p:spPr>
            <a:xfrm>
              <a:off x="2476048" y="3704912"/>
              <a:ext cx="91508" cy="82687"/>
            </a:xfrm>
            <a:custGeom>
              <a:avLst/>
              <a:gdLst/>
              <a:ahLst/>
              <a:cxnLst/>
              <a:rect l="l" t="t" r="r" b="b"/>
              <a:pathLst>
                <a:path w="1556" h="1406" extrusionOk="0">
                  <a:moveTo>
                    <a:pt x="785" y="1"/>
                  </a:moveTo>
                  <a:cubicBezTo>
                    <a:pt x="619" y="1"/>
                    <a:pt x="451" y="76"/>
                    <a:pt x="301" y="226"/>
                  </a:cubicBezTo>
                  <a:cubicBezTo>
                    <a:pt x="0" y="438"/>
                    <a:pt x="0" y="880"/>
                    <a:pt x="230" y="1180"/>
                  </a:cubicBezTo>
                  <a:cubicBezTo>
                    <a:pt x="380" y="1331"/>
                    <a:pt x="566" y="1406"/>
                    <a:pt x="749" y="1406"/>
                  </a:cubicBezTo>
                  <a:cubicBezTo>
                    <a:pt x="933" y="1406"/>
                    <a:pt x="1114" y="1331"/>
                    <a:pt x="1255" y="1180"/>
                  </a:cubicBezTo>
                  <a:cubicBezTo>
                    <a:pt x="1485" y="968"/>
                    <a:pt x="1556" y="526"/>
                    <a:pt x="1255" y="226"/>
                  </a:cubicBezTo>
                  <a:cubicBezTo>
                    <a:pt x="1114" y="76"/>
                    <a:pt x="950" y="1"/>
                    <a:pt x="78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48"/>
            <p:cNvSpPr/>
            <p:nvPr/>
          </p:nvSpPr>
          <p:spPr>
            <a:xfrm>
              <a:off x="2299328" y="3718202"/>
              <a:ext cx="86333" cy="82158"/>
            </a:xfrm>
            <a:custGeom>
              <a:avLst/>
              <a:gdLst/>
              <a:ahLst/>
              <a:cxnLst/>
              <a:rect l="l" t="t" r="r" b="b"/>
              <a:pathLst>
                <a:path w="1468" h="1397" extrusionOk="0">
                  <a:moveTo>
                    <a:pt x="741" y="0"/>
                  </a:moveTo>
                  <a:cubicBezTo>
                    <a:pt x="566" y="0"/>
                    <a:pt x="399" y="71"/>
                    <a:pt x="284" y="212"/>
                  </a:cubicBezTo>
                  <a:cubicBezTo>
                    <a:pt x="1" y="442"/>
                    <a:pt x="1" y="884"/>
                    <a:pt x="213" y="1184"/>
                  </a:cubicBezTo>
                  <a:cubicBezTo>
                    <a:pt x="363" y="1326"/>
                    <a:pt x="549" y="1396"/>
                    <a:pt x="723" y="1396"/>
                  </a:cubicBezTo>
                  <a:cubicBezTo>
                    <a:pt x="898" y="1396"/>
                    <a:pt x="1061" y="1326"/>
                    <a:pt x="1167" y="1184"/>
                  </a:cubicBezTo>
                  <a:cubicBezTo>
                    <a:pt x="1468" y="954"/>
                    <a:pt x="1468" y="513"/>
                    <a:pt x="1238" y="212"/>
                  </a:cubicBezTo>
                  <a:cubicBezTo>
                    <a:pt x="1097" y="71"/>
                    <a:pt x="916" y="0"/>
                    <a:pt x="74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48"/>
            <p:cNvSpPr/>
            <p:nvPr/>
          </p:nvSpPr>
          <p:spPr>
            <a:xfrm>
              <a:off x="2117491" y="3724083"/>
              <a:ext cx="90450" cy="80981"/>
            </a:xfrm>
            <a:custGeom>
              <a:avLst/>
              <a:gdLst/>
              <a:ahLst/>
              <a:cxnLst/>
              <a:rect l="l" t="t" r="r" b="b"/>
              <a:pathLst>
                <a:path w="1538" h="1377" extrusionOk="0">
                  <a:moveTo>
                    <a:pt x="734" y="1"/>
                  </a:moveTo>
                  <a:cubicBezTo>
                    <a:pt x="579" y="1"/>
                    <a:pt x="423" y="60"/>
                    <a:pt x="283" y="200"/>
                  </a:cubicBezTo>
                  <a:cubicBezTo>
                    <a:pt x="0" y="413"/>
                    <a:pt x="0" y="854"/>
                    <a:pt x="212" y="1155"/>
                  </a:cubicBezTo>
                  <a:cubicBezTo>
                    <a:pt x="373" y="1306"/>
                    <a:pt x="575" y="1377"/>
                    <a:pt x="771" y="1377"/>
                  </a:cubicBezTo>
                  <a:cubicBezTo>
                    <a:pt x="941" y="1377"/>
                    <a:pt x="1106" y="1324"/>
                    <a:pt x="1237" y="1226"/>
                  </a:cubicBezTo>
                  <a:cubicBezTo>
                    <a:pt x="1467" y="925"/>
                    <a:pt x="1538" y="483"/>
                    <a:pt x="1237" y="200"/>
                  </a:cubicBezTo>
                  <a:cubicBezTo>
                    <a:pt x="1087" y="78"/>
                    <a:pt x="911" y="1"/>
                    <a:pt x="734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48"/>
            <p:cNvSpPr/>
            <p:nvPr/>
          </p:nvSpPr>
          <p:spPr>
            <a:xfrm>
              <a:off x="1935596" y="3719673"/>
              <a:ext cx="90450" cy="81217"/>
            </a:xfrm>
            <a:custGeom>
              <a:avLst/>
              <a:gdLst/>
              <a:ahLst/>
              <a:cxnLst/>
              <a:rect l="l" t="t" r="r" b="b"/>
              <a:pathLst>
                <a:path w="1538" h="1381" extrusionOk="0">
                  <a:moveTo>
                    <a:pt x="756" y="1"/>
                  </a:moveTo>
                  <a:cubicBezTo>
                    <a:pt x="593" y="1"/>
                    <a:pt x="423" y="56"/>
                    <a:pt x="283" y="187"/>
                  </a:cubicBezTo>
                  <a:cubicBezTo>
                    <a:pt x="0" y="488"/>
                    <a:pt x="0" y="859"/>
                    <a:pt x="283" y="1159"/>
                  </a:cubicBezTo>
                  <a:cubicBezTo>
                    <a:pt x="406" y="1311"/>
                    <a:pt x="590" y="1381"/>
                    <a:pt x="778" y="1381"/>
                  </a:cubicBezTo>
                  <a:cubicBezTo>
                    <a:pt x="941" y="1381"/>
                    <a:pt x="1106" y="1328"/>
                    <a:pt x="1237" y="1230"/>
                  </a:cubicBezTo>
                  <a:cubicBezTo>
                    <a:pt x="1538" y="929"/>
                    <a:pt x="1538" y="488"/>
                    <a:pt x="1237" y="187"/>
                  </a:cubicBezTo>
                  <a:cubicBezTo>
                    <a:pt x="1124" y="74"/>
                    <a:pt x="945" y="1"/>
                    <a:pt x="75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" name="Google Shape;695;p48"/>
            <p:cNvSpPr/>
            <p:nvPr/>
          </p:nvSpPr>
          <p:spPr>
            <a:xfrm>
              <a:off x="1757875" y="3706441"/>
              <a:ext cx="90450" cy="81746"/>
            </a:xfrm>
            <a:custGeom>
              <a:avLst/>
              <a:gdLst/>
              <a:ahLst/>
              <a:cxnLst/>
              <a:rect l="l" t="t" r="r" b="b"/>
              <a:pathLst>
                <a:path w="1538" h="1390" extrusionOk="0">
                  <a:moveTo>
                    <a:pt x="761" y="0"/>
                  </a:moveTo>
                  <a:cubicBezTo>
                    <a:pt x="595" y="0"/>
                    <a:pt x="423" y="60"/>
                    <a:pt x="283" y="200"/>
                  </a:cubicBezTo>
                  <a:cubicBezTo>
                    <a:pt x="0" y="500"/>
                    <a:pt x="0" y="854"/>
                    <a:pt x="283" y="1154"/>
                  </a:cubicBezTo>
                  <a:cubicBezTo>
                    <a:pt x="406" y="1315"/>
                    <a:pt x="589" y="1389"/>
                    <a:pt x="778" y="1389"/>
                  </a:cubicBezTo>
                  <a:cubicBezTo>
                    <a:pt x="944" y="1389"/>
                    <a:pt x="1115" y="1332"/>
                    <a:pt x="1255" y="1225"/>
                  </a:cubicBezTo>
                  <a:cubicBezTo>
                    <a:pt x="1467" y="942"/>
                    <a:pt x="1538" y="500"/>
                    <a:pt x="1255" y="200"/>
                  </a:cubicBezTo>
                  <a:cubicBezTo>
                    <a:pt x="1133" y="78"/>
                    <a:pt x="950" y="0"/>
                    <a:pt x="76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" name="Google Shape;696;p48"/>
            <p:cNvSpPr/>
            <p:nvPr/>
          </p:nvSpPr>
          <p:spPr>
            <a:xfrm>
              <a:off x="1736057" y="3670391"/>
              <a:ext cx="1437434" cy="194132"/>
            </a:xfrm>
            <a:custGeom>
              <a:avLst/>
              <a:gdLst/>
              <a:ahLst/>
              <a:cxnLst/>
              <a:rect l="l" t="t" r="r" b="b"/>
              <a:pathLst>
                <a:path w="24442" h="3301" extrusionOk="0">
                  <a:moveTo>
                    <a:pt x="24301" y="0"/>
                  </a:moveTo>
                  <a:cubicBezTo>
                    <a:pt x="19463" y="2200"/>
                    <a:pt x="13830" y="2846"/>
                    <a:pt x="9119" y="2846"/>
                  </a:cubicBezTo>
                  <a:cubicBezTo>
                    <a:pt x="8305" y="2846"/>
                    <a:pt x="7519" y="2826"/>
                    <a:pt x="6769" y="2792"/>
                  </a:cubicBezTo>
                  <a:cubicBezTo>
                    <a:pt x="4277" y="2722"/>
                    <a:pt x="1980" y="2439"/>
                    <a:pt x="0" y="2209"/>
                  </a:cubicBezTo>
                  <a:lnTo>
                    <a:pt x="0" y="2651"/>
                  </a:lnTo>
                  <a:cubicBezTo>
                    <a:pt x="1909" y="2881"/>
                    <a:pt x="4277" y="3164"/>
                    <a:pt x="6769" y="3234"/>
                  </a:cubicBezTo>
                  <a:cubicBezTo>
                    <a:pt x="7396" y="3278"/>
                    <a:pt x="8024" y="3301"/>
                    <a:pt x="8651" y="3301"/>
                  </a:cubicBezTo>
                  <a:cubicBezTo>
                    <a:pt x="9279" y="3301"/>
                    <a:pt x="9906" y="3278"/>
                    <a:pt x="10533" y="3234"/>
                  </a:cubicBezTo>
                  <a:cubicBezTo>
                    <a:pt x="13114" y="3234"/>
                    <a:pt x="15535" y="2951"/>
                    <a:pt x="17815" y="2510"/>
                  </a:cubicBezTo>
                  <a:cubicBezTo>
                    <a:pt x="20253" y="2068"/>
                    <a:pt x="22463" y="1326"/>
                    <a:pt x="24442" y="442"/>
                  </a:cubicBezTo>
                  <a:cubicBezTo>
                    <a:pt x="24371" y="301"/>
                    <a:pt x="24301" y="141"/>
                    <a:pt x="2430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" name="Google Shape;697;p48"/>
            <p:cNvSpPr/>
            <p:nvPr/>
          </p:nvSpPr>
          <p:spPr>
            <a:xfrm>
              <a:off x="1809804" y="2408531"/>
              <a:ext cx="363857" cy="542699"/>
            </a:xfrm>
            <a:custGeom>
              <a:avLst/>
              <a:gdLst/>
              <a:ahLst/>
              <a:cxnLst/>
              <a:rect l="l" t="t" r="r" b="b"/>
              <a:pathLst>
                <a:path w="6187" h="9228" extrusionOk="0">
                  <a:moveTo>
                    <a:pt x="5661" y="0"/>
                  </a:moveTo>
                  <a:cubicBezTo>
                    <a:pt x="5637" y="0"/>
                    <a:pt x="5612" y="11"/>
                    <a:pt x="5586" y="37"/>
                  </a:cubicBezTo>
                  <a:cubicBezTo>
                    <a:pt x="5515" y="37"/>
                    <a:pt x="5444" y="108"/>
                    <a:pt x="5444" y="249"/>
                  </a:cubicBezTo>
                  <a:cubicBezTo>
                    <a:pt x="5444" y="249"/>
                    <a:pt x="5815" y="1363"/>
                    <a:pt x="5745" y="2759"/>
                  </a:cubicBezTo>
                  <a:cubicBezTo>
                    <a:pt x="5745" y="2830"/>
                    <a:pt x="5745" y="2971"/>
                    <a:pt x="5674" y="3130"/>
                  </a:cubicBezTo>
                  <a:cubicBezTo>
                    <a:pt x="5586" y="3855"/>
                    <a:pt x="5374" y="4738"/>
                    <a:pt x="4932" y="5551"/>
                  </a:cubicBezTo>
                  <a:cubicBezTo>
                    <a:pt x="3977" y="7177"/>
                    <a:pt x="2351" y="8273"/>
                    <a:pt x="1" y="8874"/>
                  </a:cubicBezTo>
                  <a:lnTo>
                    <a:pt x="1" y="9227"/>
                  </a:lnTo>
                  <a:cubicBezTo>
                    <a:pt x="2493" y="8644"/>
                    <a:pt x="4260" y="7460"/>
                    <a:pt x="5232" y="5693"/>
                  </a:cubicBezTo>
                  <a:cubicBezTo>
                    <a:pt x="5745" y="4809"/>
                    <a:pt x="5957" y="3925"/>
                    <a:pt x="6027" y="3130"/>
                  </a:cubicBezTo>
                  <a:cubicBezTo>
                    <a:pt x="6027" y="2971"/>
                    <a:pt x="6116" y="2830"/>
                    <a:pt x="6116" y="2759"/>
                  </a:cubicBezTo>
                  <a:cubicBezTo>
                    <a:pt x="6187" y="1274"/>
                    <a:pt x="5815" y="179"/>
                    <a:pt x="5815" y="108"/>
                  </a:cubicBezTo>
                  <a:cubicBezTo>
                    <a:pt x="5766" y="58"/>
                    <a:pt x="5716" y="0"/>
                    <a:pt x="566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" name="Google Shape;698;p48"/>
            <p:cNvSpPr/>
            <p:nvPr/>
          </p:nvSpPr>
          <p:spPr>
            <a:xfrm>
              <a:off x="1870083" y="2449167"/>
              <a:ext cx="949017" cy="143496"/>
            </a:xfrm>
            <a:custGeom>
              <a:avLst/>
              <a:gdLst/>
              <a:ahLst/>
              <a:cxnLst/>
              <a:rect l="l" t="t" r="r" b="b"/>
              <a:pathLst>
                <a:path w="16137" h="2440" extrusionOk="0">
                  <a:moveTo>
                    <a:pt x="16048" y="0"/>
                  </a:moveTo>
                  <a:cubicBezTo>
                    <a:pt x="15394" y="371"/>
                    <a:pt x="14723" y="583"/>
                    <a:pt x="14069" y="813"/>
                  </a:cubicBezTo>
                  <a:cubicBezTo>
                    <a:pt x="13927" y="813"/>
                    <a:pt x="13839" y="884"/>
                    <a:pt x="13698" y="884"/>
                  </a:cubicBezTo>
                  <a:cubicBezTo>
                    <a:pt x="11047" y="1697"/>
                    <a:pt x="8095" y="1997"/>
                    <a:pt x="5745" y="2068"/>
                  </a:cubicBezTo>
                  <a:lnTo>
                    <a:pt x="4720" y="2068"/>
                  </a:lnTo>
                  <a:cubicBezTo>
                    <a:pt x="2882" y="2068"/>
                    <a:pt x="1185" y="1997"/>
                    <a:pt x="72" y="1909"/>
                  </a:cubicBezTo>
                  <a:cubicBezTo>
                    <a:pt x="1" y="1997"/>
                    <a:pt x="1" y="2139"/>
                    <a:pt x="1" y="2209"/>
                  </a:cubicBezTo>
                  <a:cubicBezTo>
                    <a:pt x="1114" y="2280"/>
                    <a:pt x="2652" y="2439"/>
                    <a:pt x="4419" y="2439"/>
                  </a:cubicBezTo>
                  <a:lnTo>
                    <a:pt x="5002" y="2439"/>
                  </a:lnTo>
                  <a:cubicBezTo>
                    <a:pt x="5232" y="2439"/>
                    <a:pt x="5533" y="2439"/>
                    <a:pt x="5745" y="2351"/>
                  </a:cubicBezTo>
                  <a:cubicBezTo>
                    <a:pt x="8184" y="2351"/>
                    <a:pt x="11117" y="2068"/>
                    <a:pt x="13839" y="1255"/>
                  </a:cubicBezTo>
                  <a:cubicBezTo>
                    <a:pt x="13927" y="1184"/>
                    <a:pt x="14069" y="1184"/>
                    <a:pt x="14139" y="1114"/>
                  </a:cubicBezTo>
                  <a:cubicBezTo>
                    <a:pt x="14882" y="955"/>
                    <a:pt x="15465" y="672"/>
                    <a:pt x="16136" y="371"/>
                  </a:cubicBezTo>
                  <a:cubicBezTo>
                    <a:pt x="16048" y="301"/>
                    <a:pt x="16048" y="142"/>
                    <a:pt x="1604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48"/>
            <p:cNvSpPr/>
            <p:nvPr/>
          </p:nvSpPr>
          <p:spPr>
            <a:xfrm>
              <a:off x="2671157" y="2425782"/>
              <a:ext cx="238063" cy="354448"/>
            </a:xfrm>
            <a:custGeom>
              <a:avLst/>
              <a:gdLst/>
              <a:ahLst/>
              <a:cxnLst/>
              <a:rect l="l" t="t" r="r" b="b"/>
              <a:pathLst>
                <a:path w="4048" h="6027" extrusionOk="0">
                  <a:moveTo>
                    <a:pt x="160" y="0"/>
                  </a:moveTo>
                  <a:cubicBezTo>
                    <a:pt x="71" y="0"/>
                    <a:pt x="0" y="71"/>
                    <a:pt x="0" y="212"/>
                  </a:cubicBezTo>
                  <a:cubicBezTo>
                    <a:pt x="0" y="212"/>
                    <a:pt x="160" y="796"/>
                    <a:pt x="372" y="1538"/>
                  </a:cubicBezTo>
                  <a:cubicBezTo>
                    <a:pt x="442" y="1679"/>
                    <a:pt x="442" y="1768"/>
                    <a:pt x="513" y="1909"/>
                  </a:cubicBezTo>
                  <a:cubicBezTo>
                    <a:pt x="672" y="2351"/>
                    <a:pt x="884" y="2793"/>
                    <a:pt x="1114" y="3234"/>
                  </a:cubicBezTo>
                  <a:cubicBezTo>
                    <a:pt x="1927" y="4701"/>
                    <a:pt x="2881" y="5656"/>
                    <a:pt x="4048" y="6027"/>
                  </a:cubicBezTo>
                  <a:cubicBezTo>
                    <a:pt x="3977" y="5885"/>
                    <a:pt x="3977" y="5815"/>
                    <a:pt x="3906" y="5656"/>
                  </a:cubicBezTo>
                  <a:cubicBezTo>
                    <a:pt x="2952" y="5214"/>
                    <a:pt x="2139" y="4419"/>
                    <a:pt x="1397" y="3093"/>
                  </a:cubicBezTo>
                  <a:cubicBezTo>
                    <a:pt x="1185" y="2651"/>
                    <a:pt x="955" y="2209"/>
                    <a:pt x="813" y="1768"/>
                  </a:cubicBezTo>
                  <a:cubicBezTo>
                    <a:pt x="813" y="1679"/>
                    <a:pt x="743" y="1538"/>
                    <a:pt x="743" y="1467"/>
                  </a:cubicBezTo>
                  <a:cubicBezTo>
                    <a:pt x="442" y="654"/>
                    <a:pt x="372" y="142"/>
                    <a:pt x="372" y="142"/>
                  </a:cubicBezTo>
                  <a:cubicBezTo>
                    <a:pt x="372" y="0"/>
                    <a:pt x="230" y="0"/>
                    <a:pt x="160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48"/>
            <p:cNvSpPr/>
            <p:nvPr/>
          </p:nvSpPr>
          <p:spPr>
            <a:xfrm>
              <a:off x="1666428" y="1180132"/>
              <a:ext cx="1191138" cy="1311522"/>
            </a:xfrm>
            <a:custGeom>
              <a:avLst/>
              <a:gdLst/>
              <a:ahLst/>
              <a:cxnLst/>
              <a:rect l="l" t="t" r="r" b="b"/>
              <a:pathLst>
                <a:path w="20254" h="22301" extrusionOk="0">
                  <a:moveTo>
                    <a:pt x="7582" y="0"/>
                  </a:moveTo>
                  <a:cubicBezTo>
                    <a:pt x="7582" y="0"/>
                    <a:pt x="6787" y="159"/>
                    <a:pt x="5744" y="371"/>
                  </a:cubicBezTo>
                  <a:cubicBezTo>
                    <a:pt x="5532" y="371"/>
                    <a:pt x="5302" y="442"/>
                    <a:pt x="5161" y="442"/>
                  </a:cubicBezTo>
                  <a:cubicBezTo>
                    <a:pt x="4348" y="601"/>
                    <a:pt x="3535" y="813"/>
                    <a:pt x="2881" y="1043"/>
                  </a:cubicBezTo>
                  <a:cubicBezTo>
                    <a:pt x="0" y="1997"/>
                    <a:pt x="230" y="5161"/>
                    <a:pt x="1396" y="7953"/>
                  </a:cubicBezTo>
                  <a:cubicBezTo>
                    <a:pt x="1697" y="8554"/>
                    <a:pt x="1926" y="9208"/>
                    <a:pt x="2138" y="9880"/>
                  </a:cubicBezTo>
                  <a:cubicBezTo>
                    <a:pt x="2209" y="10021"/>
                    <a:pt x="2209" y="10092"/>
                    <a:pt x="2280" y="10162"/>
                  </a:cubicBezTo>
                  <a:cubicBezTo>
                    <a:pt x="3093" y="12442"/>
                    <a:pt x="3694" y="14740"/>
                    <a:pt x="3906" y="16207"/>
                  </a:cubicBezTo>
                  <a:cubicBezTo>
                    <a:pt x="4418" y="19370"/>
                    <a:pt x="4136" y="17603"/>
                    <a:pt x="3906" y="21950"/>
                  </a:cubicBezTo>
                  <a:cubicBezTo>
                    <a:pt x="3906" y="21950"/>
                    <a:pt x="5888" y="22300"/>
                    <a:pt x="8884" y="22300"/>
                  </a:cubicBezTo>
                  <a:cubicBezTo>
                    <a:pt x="11721" y="22300"/>
                    <a:pt x="15466" y="21987"/>
                    <a:pt x="19299" y="20766"/>
                  </a:cubicBezTo>
                  <a:cubicBezTo>
                    <a:pt x="18999" y="19441"/>
                    <a:pt x="19069" y="19299"/>
                    <a:pt x="18345" y="16065"/>
                  </a:cubicBezTo>
                  <a:cubicBezTo>
                    <a:pt x="18345" y="15835"/>
                    <a:pt x="18274" y="15535"/>
                    <a:pt x="18274" y="15323"/>
                  </a:cubicBezTo>
                  <a:lnTo>
                    <a:pt x="18274" y="15182"/>
                  </a:lnTo>
                  <a:cubicBezTo>
                    <a:pt x="18274" y="15182"/>
                    <a:pt x="18274" y="15093"/>
                    <a:pt x="18345" y="15022"/>
                  </a:cubicBezTo>
                  <a:cubicBezTo>
                    <a:pt x="18627" y="14740"/>
                    <a:pt x="19370" y="13927"/>
                    <a:pt x="19812" y="12972"/>
                  </a:cubicBezTo>
                  <a:cubicBezTo>
                    <a:pt x="19882" y="12743"/>
                    <a:pt x="19882" y="12601"/>
                    <a:pt x="19953" y="12442"/>
                  </a:cubicBezTo>
                  <a:lnTo>
                    <a:pt x="19953" y="12372"/>
                  </a:lnTo>
                  <a:cubicBezTo>
                    <a:pt x="20253" y="11346"/>
                    <a:pt x="19511" y="9650"/>
                    <a:pt x="18857" y="7741"/>
                  </a:cubicBezTo>
                  <a:cubicBezTo>
                    <a:pt x="18857" y="7511"/>
                    <a:pt x="18787" y="7299"/>
                    <a:pt x="18716" y="7070"/>
                  </a:cubicBezTo>
                  <a:cubicBezTo>
                    <a:pt x="18486" y="6416"/>
                    <a:pt x="18274" y="5744"/>
                    <a:pt x="18115" y="5090"/>
                  </a:cubicBezTo>
                  <a:cubicBezTo>
                    <a:pt x="17673" y="2581"/>
                    <a:pt x="17602" y="1255"/>
                    <a:pt x="15022" y="513"/>
                  </a:cubicBezTo>
                  <a:cubicBezTo>
                    <a:pt x="14739" y="442"/>
                    <a:pt x="14368" y="371"/>
                    <a:pt x="14068" y="301"/>
                  </a:cubicBezTo>
                  <a:cubicBezTo>
                    <a:pt x="13626" y="230"/>
                    <a:pt x="13184" y="159"/>
                    <a:pt x="12672" y="71"/>
                  </a:cubicBezTo>
                  <a:lnTo>
                    <a:pt x="75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2697405" y="1405664"/>
              <a:ext cx="186134" cy="636148"/>
            </a:xfrm>
            <a:custGeom>
              <a:avLst/>
              <a:gdLst/>
              <a:ahLst/>
              <a:cxnLst/>
              <a:rect l="l" t="t" r="r" b="b"/>
              <a:pathLst>
                <a:path w="3165" h="10817" extrusionOk="0">
                  <a:moveTo>
                    <a:pt x="142" y="0"/>
                  </a:moveTo>
                  <a:cubicBezTo>
                    <a:pt x="71" y="71"/>
                    <a:pt x="1" y="142"/>
                    <a:pt x="1" y="212"/>
                  </a:cubicBezTo>
                  <a:cubicBezTo>
                    <a:pt x="1" y="301"/>
                    <a:pt x="1026" y="4048"/>
                    <a:pt x="1468" y="5302"/>
                  </a:cubicBezTo>
                  <a:cubicBezTo>
                    <a:pt x="1538" y="5514"/>
                    <a:pt x="1627" y="5673"/>
                    <a:pt x="1697" y="5886"/>
                  </a:cubicBezTo>
                  <a:cubicBezTo>
                    <a:pt x="2210" y="6999"/>
                    <a:pt x="2793" y="8324"/>
                    <a:pt x="1026" y="10604"/>
                  </a:cubicBezTo>
                  <a:cubicBezTo>
                    <a:pt x="955" y="10675"/>
                    <a:pt x="955" y="10746"/>
                    <a:pt x="1026" y="10816"/>
                  </a:cubicBezTo>
                  <a:lnTo>
                    <a:pt x="1185" y="10816"/>
                  </a:lnTo>
                  <a:cubicBezTo>
                    <a:pt x="1185" y="10816"/>
                    <a:pt x="1256" y="10816"/>
                    <a:pt x="1256" y="10746"/>
                  </a:cubicBezTo>
                  <a:cubicBezTo>
                    <a:pt x="3164" y="8395"/>
                    <a:pt x="2510" y="6840"/>
                    <a:pt x="1980" y="5744"/>
                  </a:cubicBezTo>
                  <a:cubicBezTo>
                    <a:pt x="1909" y="5603"/>
                    <a:pt x="1839" y="5373"/>
                    <a:pt x="1768" y="5232"/>
                  </a:cubicBezTo>
                  <a:cubicBezTo>
                    <a:pt x="1326" y="3906"/>
                    <a:pt x="372" y="212"/>
                    <a:pt x="301" y="142"/>
                  </a:cubicBezTo>
                  <a:cubicBezTo>
                    <a:pt x="301" y="71"/>
                    <a:pt x="213" y="0"/>
                    <a:pt x="1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" name="Google Shape;702;p48"/>
            <p:cNvSpPr/>
            <p:nvPr/>
          </p:nvSpPr>
          <p:spPr>
            <a:xfrm>
              <a:off x="1883609" y="2315083"/>
              <a:ext cx="917848" cy="185663"/>
            </a:xfrm>
            <a:custGeom>
              <a:avLst/>
              <a:gdLst/>
              <a:ahLst/>
              <a:cxnLst/>
              <a:rect l="l" t="t" r="r" b="b"/>
              <a:pathLst>
                <a:path w="15607" h="3157" extrusionOk="0">
                  <a:moveTo>
                    <a:pt x="15306" y="0"/>
                  </a:moveTo>
                  <a:cubicBezTo>
                    <a:pt x="10826" y="1308"/>
                    <a:pt x="7028" y="1631"/>
                    <a:pt x="4371" y="1631"/>
                  </a:cubicBezTo>
                  <a:cubicBezTo>
                    <a:pt x="1787" y="1631"/>
                    <a:pt x="283" y="1326"/>
                    <a:pt x="283" y="1326"/>
                  </a:cubicBezTo>
                  <a:lnTo>
                    <a:pt x="1" y="2722"/>
                  </a:lnTo>
                  <a:cubicBezTo>
                    <a:pt x="1655" y="3033"/>
                    <a:pt x="3310" y="3156"/>
                    <a:pt x="4892" y="3156"/>
                  </a:cubicBezTo>
                  <a:cubicBezTo>
                    <a:pt x="10759" y="3156"/>
                    <a:pt x="15606" y="1467"/>
                    <a:pt x="15606" y="1467"/>
                  </a:cubicBezTo>
                  <a:lnTo>
                    <a:pt x="15306" y="0"/>
                  </a:lnTo>
                  <a:close/>
                </a:path>
              </a:pathLst>
            </a:custGeom>
            <a:solidFill>
              <a:srgbClr val="363638">
                <a:alpha val="82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" name="Google Shape;703;p48"/>
            <p:cNvSpPr/>
            <p:nvPr/>
          </p:nvSpPr>
          <p:spPr>
            <a:xfrm>
              <a:off x="2108141" y="1189483"/>
              <a:ext cx="333688" cy="290051"/>
            </a:xfrm>
            <a:custGeom>
              <a:avLst/>
              <a:gdLst/>
              <a:ahLst/>
              <a:cxnLst/>
              <a:rect l="l" t="t" r="r" b="b"/>
              <a:pathLst>
                <a:path w="5674" h="4932" extrusionOk="0">
                  <a:moveTo>
                    <a:pt x="0" y="0"/>
                  </a:moveTo>
                  <a:cubicBezTo>
                    <a:pt x="0" y="1980"/>
                    <a:pt x="3835" y="4560"/>
                    <a:pt x="5673" y="4931"/>
                  </a:cubicBezTo>
                  <a:lnTo>
                    <a:pt x="5161" y="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" name="Google Shape;704;p48"/>
            <p:cNvSpPr/>
            <p:nvPr/>
          </p:nvSpPr>
          <p:spPr>
            <a:xfrm>
              <a:off x="2221406" y="2056325"/>
              <a:ext cx="523879" cy="68631"/>
            </a:xfrm>
            <a:custGeom>
              <a:avLst/>
              <a:gdLst/>
              <a:ahLst/>
              <a:cxnLst/>
              <a:rect l="l" t="t" r="r" b="b"/>
              <a:pathLst>
                <a:path w="8908" h="1167" extrusionOk="0">
                  <a:moveTo>
                    <a:pt x="3973" y="1"/>
                  </a:moveTo>
                  <a:cubicBezTo>
                    <a:pt x="1786" y="1"/>
                    <a:pt x="201" y="878"/>
                    <a:pt x="142" y="936"/>
                  </a:cubicBezTo>
                  <a:cubicBezTo>
                    <a:pt x="71" y="936"/>
                    <a:pt x="0" y="1007"/>
                    <a:pt x="71" y="1078"/>
                  </a:cubicBezTo>
                  <a:cubicBezTo>
                    <a:pt x="71" y="1166"/>
                    <a:pt x="142" y="1166"/>
                    <a:pt x="142" y="1166"/>
                  </a:cubicBezTo>
                  <a:lnTo>
                    <a:pt x="213" y="1166"/>
                  </a:lnTo>
                  <a:cubicBezTo>
                    <a:pt x="271" y="1166"/>
                    <a:pt x="1805" y="301"/>
                    <a:pt x="3932" y="301"/>
                  </a:cubicBezTo>
                  <a:cubicBezTo>
                    <a:pt x="4367" y="301"/>
                    <a:pt x="4826" y="337"/>
                    <a:pt x="5302" y="424"/>
                  </a:cubicBezTo>
                  <a:cubicBezTo>
                    <a:pt x="5942" y="561"/>
                    <a:pt x="6533" y="618"/>
                    <a:pt x="7079" y="618"/>
                  </a:cubicBezTo>
                  <a:cubicBezTo>
                    <a:pt x="7726" y="618"/>
                    <a:pt x="8310" y="539"/>
                    <a:pt x="8837" y="424"/>
                  </a:cubicBezTo>
                  <a:lnTo>
                    <a:pt x="8837" y="283"/>
                  </a:lnTo>
                  <a:cubicBezTo>
                    <a:pt x="8837" y="283"/>
                    <a:pt x="8837" y="194"/>
                    <a:pt x="8908" y="123"/>
                  </a:cubicBezTo>
                  <a:lnTo>
                    <a:pt x="8908" y="123"/>
                  </a:lnTo>
                  <a:cubicBezTo>
                    <a:pt x="8437" y="246"/>
                    <a:pt x="7881" y="323"/>
                    <a:pt x="7242" y="323"/>
                  </a:cubicBezTo>
                  <a:cubicBezTo>
                    <a:pt x="6682" y="323"/>
                    <a:pt x="6058" y="264"/>
                    <a:pt x="5373" y="123"/>
                  </a:cubicBezTo>
                  <a:cubicBezTo>
                    <a:pt x="4887" y="37"/>
                    <a:pt x="4418" y="1"/>
                    <a:pt x="39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" name="Google Shape;705;p48"/>
            <p:cNvSpPr/>
            <p:nvPr/>
          </p:nvSpPr>
          <p:spPr>
            <a:xfrm>
              <a:off x="2169419" y="1490172"/>
              <a:ext cx="445956" cy="167079"/>
            </a:xfrm>
            <a:custGeom>
              <a:avLst/>
              <a:gdLst/>
              <a:ahLst/>
              <a:cxnLst/>
              <a:rect l="l" t="t" r="r" b="b"/>
              <a:pathLst>
                <a:path w="7583" h="2841" extrusionOk="0">
                  <a:moveTo>
                    <a:pt x="153" y="1"/>
                  </a:moveTo>
                  <a:cubicBezTo>
                    <a:pt x="107" y="1"/>
                    <a:pt x="72" y="51"/>
                    <a:pt x="72" y="101"/>
                  </a:cubicBezTo>
                  <a:cubicBezTo>
                    <a:pt x="1" y="101"/>
                    <a:pt x="1" y="260"/>
                    <a:pt x="72" y="260"/>
                  </a:cubicBezTo>
                  <a:cubicBezTo>
                    <a:pt x="213" y="401"/>
                    <a:pt x="3677" y="2840"/>
                    <a:pt x="5373" y="2840"/>
                  </a:cubicBezTo>
                  <a:cubicBezTo>
                    <a:pt x="7141" y="2840"/>
                    <a:pt x="7512" y="914"/>
                    <a:pt x="7512" y="843"/>
                  </a:cubicBezTo>
                  <a:cubicBezTo>
                    <a:pt x="7583" y="773"/>
                    <a:pt x="7512" y="702"/>
                    <a:pt x="7423" y="702"/>
                  </a:cubicBezTo>
                  <a:cubicBezTo>
                    <a:pt x="7353" y="702"/>
                    <a:pt x="7282" y="773"/>
                    <a:pt x="7282" y="843"/>
                  </a:cubicBezTo>
                  <a:cubicBezTo>
                    <a:pt x="7282" y="843"/>
                    <a:pt x="6911" y="2540"/>
                    <a:pt x="5373" y="2540"/>
                  </a:cubicBezTo>
                  <a:cubicBezTo>
                    <a:pt x="3748" y="2540"/>
                    <a:pt x="284" y="30"/>
                    <a:pt x="213" y="30"/>
                  </a:cubicBezTo>
                  <a:cubicBezTo>
                    <a:pt x="192" y="10"/>
                    <a:pt x="171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" name="Google Shape;706;p48"/>
            <p:cNvSpPr/>
            <p:nvPr/>
          </p:nvSpPr>
          <p:spPr>
            <a:xfrm>
              <a:off x="1254825" y="1247469"/>
              <a:ext cx="771234" cy="1629978"/>
            </a:xfrm>
            <a:custGeom>
              <a:avLst/>
              <a:gdLst/>
              <a:ahLst/>
              <a:cxnLst/>
              <a:rect l="l" t="t" r="r" b="b"/>
              <a:pathLst>
                <a:path w="13114" h="27716" extrusionOk="0">
                  <a:moveTo>
                    <a:pt x="9835" y="1"/>
                  </a:moveTo>
                  <a:cubicBezTo>
                    <a:pt x="8900" y="1"/>
                    <a:pt x="7973" y="457"/>
                    <a:pt x="7370" y="1294"/>
                  </a:cubicBezTo>
                  <a:lnTo>
                    <a:pt x="7158" y="1736"/>
                  </a:lnTo>
                  <a:cubicBezTo>
                    <a:pt x="6999" y="1877"/>
                    <a:pt x="6928" y="2019"/>
                    <a:pt x="6858" y="2178"/>
                  </a:cubicBezTo>
                  <a:cubicBezTo>
                    <a:pt x="6628" y="2461"/>
                    <a:pt x="6487" y="2690"/>
                    <a:pt x="6345" y="2991"/>
                  </a:cubicBezTo>
                  <a:cubicBezTo>
                    <a:pt x="5974" y="3574"/>
                    <a:pt x="5603" y="4087"/>
                    <a:pt x="5302" y="4670"/>
                  </a:cubicBezTo>
                  <a:cubicBezTo>
                    <a:pt x="4649" y="5783"/>
                    <a:pt x="3977" y="6967"/>
                    <a:pt x="3394" y="8134"/>
                  </a:cubicBezTo>
                  <a:cubicBezTo>
                    <a:pt x="3093" y="8735"/>
                    <a:pt x="2811" y="9318"/>
                    <a:pt x="2510" y="9901"/>
                  </a:cubicBezTo>
                  <a:cubicBezTo>
                    <a:pt x="2210" y="10502"/>
                    <a:pt x="1927" y="11156"/>
                    <a:pt x="1626" y="11739"/>
                  </a:cubicBezTo>
                  <a:cubicBezTo>
                    <a:pt x="1414" y="12340"/>
                    <a:pt x="1114" y="12994"/>
                    <a:pt x="884" y="13665"/>
                  </a:cubicBezTo>
                  <a:cubicBezTo>
                    <a:pt x="672" y="14249"/>
                    <a:pt x="442" y="14920"/>
                    <a:pt x="230" y="15574"/>
                  </a:cubicBezTo>
                  <a:lnTo>
                    <a:pt x="160" y="15715"/>
                  </a:lnTo>
                  <a:cubicBezTo>
                    <a:pt x="89" y="16016"/>
                    <a:pt x="1" y="16387"/>
                    <a:pt x="89" y="16758"/>
                  </a:cubicBezTo>
                  <a:cubicBezTo>
                    <a:pt x="230" y="17854"/>
                    <a:pt x="531" y="18897"/>
                    <a:pt x="884" y="19851"/>
                  </a:cubicBezTo>
                  <a:cubicBezTo>
                    <a:pt x="1255" y="20805"/>
                    <a:pt x="1697" y="21689"/>
                    <a:pt x="2210" y="22573"/>
                  </a:cubicBezTo>
                  <a:cubicBezTo>
                    <a:pt x="2510" y="23014"/>
                    <a:pt x="2740" y="23386"/>
                    <a:pt x="3023" y="23827"/>
                  </a:cubicBezTo>
                  <a:cubicBezTo>
                    <a:pt x="3323" y="24199"/>
                    <a:pt x="3623" y="24552"/>
                    <a:pt x="3906" y="24994"/>
                  </a:cubicBezTo>
                  <a:cubicBezTo>
                    <a:pt x="4507" y="25736"/>
                    <a:pt x="5161" y="26478"/>
                    <a:pt x="5903" y="27132"/>
                  </a:cubicBezTo>
                  <a:cubicBezTo>
                    <a:pt x="6355" y="27512"/>
                    <a:pt x="6923" y="27716"/>
                    <a:pt x="7487" y="27716"/>
                  </a:cubicBezTo>
                  <a:cubicBezTo>
                    <a:pt x="8027" y="27716"/>
                    <a:pt x="8564" y="27530"/>
                    <a:pt x="8996" y="27132"/>
                  </a:cubicBezTo>
                  <a:cubicBezTo>
                    <a:pt x="9950" y="26249"/>
                    <a:pt x="10021" y="24782"/>
                    <a:pt x="9208" y="23898"/>
                  </a:cubicBezTo>
                  <a:lnTo>
                    <a:pt x="9137" y="23827"/>
                  </a:lnTo>
                  <a:cubicBezTo>
                    <a:pt x="8625" y="23315"/>
                    <a:pt x="8183" y="22714"/>
                    <a:pt x="7741" y="22060"/>
                  </a:cubicBezTo>
                  <a:cubicBezTo>
                    <a:pt x="7512" y="21760"/>
                    <a:pt x="7299" y="21389"/>
                    <a:pt x="7158" y="21106"/>
                  </a:cubicBezTo>
                  <a:cubicBezTo>
                    <a:pt x="6928" y="20805"/>
                    <a:pt x="6787" y="20434"/>
                    <a:pt x="6557" y="20134"/>
                  </a:cubicBezTo>
                  <a:cubicBezTo>
                    <a:pt x="6274" y="19480"/>
                    <a:pt x="5974" y="18808"/>
                    <a:pt x="5744" y="18084"/>
                  </a:cubicBezTo>
                  <a:cubicBezTo>
                    <a:pt x="5607" y="17649"/>
                    <a:pt x="5500" y="17222"/>
                    <a:pt x="5441" y="16793"/>
                  </a:cubicBezTo>
                  <a:lnTo>
                    <a:pt x="5441" y="16793"/>
                  </a:lnTo>
                  <a:cubicBezTo>
                    <a:pt x="5594" y="16433"/>
                    <a:pt x="5745" y="16060"/>
                    <a:pt x="5903" y="15645"/>
                  </a:cubicBezTo>
                  <a:cubicBezTo>
                    <a:pt x="6115" y="15132"/>
                    <a:pt x="6416" y="14620"/>
                    <a:pt x="6628" y="14037"/>
                  </a:cubicBezTo>
                  <a:cubicBezTo>
                    <a:pt x="6928" y="13506"/>
                    <a:pt x="7229" y="12994"/>
                    <a:pt x="7512" y="12411"/>
                  </a:cubicBezTo>
                  <a:cubicBezTo>
                    <a:pt x="7812" y="11898"/>
                    <a:pt x="8042" y="11386"/>
                    <a:pt x="8395" y="10855"/>
                  </a:cubicBezTo>
                  <a:cubicBezTo>
                    <a:pt x="8696" y="10272"/>
                    <a:pt x="8996" y="9760"/>
                    <a:pt x="9279" y="9247"/>
                  </a:cubicBezTo>
                  <a:cubicBezTo>
                    <a:pt x="9579" y="8735"/>
                    <a:pt x="9950" y="8204"/>
                    <a:pt x="10251" y="7621"/>
                  </a:cubicBezTo>
                  <a:cubicBezTo>
                    <a:pt x="10534" y="7109"/>
                    <a:pt x="10905" y="6596"/>
                    <a:pt x="11205" y="6084"/>
                  </a:cubicBezTo>
                  <a:cubicBezTo>
                    <a:pt x="11417" y="5854"/>
                    <a:pt x="11576" y="5553"/>
                    <a:pt x="11718" y="5341"/>
                  </a:cubicBezTo>
                  <a:lnTo>
                    <a:pt x="11930" y="4900"/>
                  </a:lnTo>
                  <a:lnTo>
                    <a:pt x="12230" y="4599"/>
                  </a:lnTo>
                  <a:lnTo>
                    <a:pt x="12230" y="4528"/>
                  </a:lnTo>
                  <a:cubicBezTo>
                    <a:pt x="13114" y="3203"/>
                    <a:pt x="12743" y="1365"/>
                    <a:pt x="11417" y="481"/>
                  </a:cubicBezTo>
                  <a:cubicBezTo>
                    <a:pt x="10929" y="156"/>
                    <a:pt x="10381" y="1"/>
                    <a:pt x="98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" name="Google Shape;707;p48"/>
            <p:cNvSpPr/>
            <p:nvPr/>
          </p:nvSpPr>
          <p:spPr>
            <a:xfrm>
              <a:off x="1510526" y="2570725"/>
              <a:ext cx="217244" cy="177841"/>
            </a:xfrm>
            <a:custGeom>
              <a:avLst/>
              <a:gdLst/>
              <a:ahLst/>
              <a:cxnLst/>
              <a:rect l="l" t="t" r="r" b="b"/>
              <a:pathLst>
                <a:path w="3694" h="3024" extrusionOk="0">
                  <a:moveTo>
                    <a:pt x="3535" y="1"/>
                  </a:moveTo>
                  <a:cubicBezTo>
                    <a:pt x="3535" y="1"/>
                    <a:pt x="1043" y="213"/>
                    <a:pt x="0" y="2864"/>
                  </a:cubicBezTo>
                  <a:cubicBezTo>
                    <a:pt x="0" y="2935"/>
                    <a:pt x="0" y="3023"/>
                    <a:pt x="71" y="3023"/>
                  </a:cubicBezTo>
                  <a:lnTo>
                    <a:pt x="159" y="3023"/>
                  </a:lnTo>
                  <a:cubicBezTo>
                    <a:pt x="230" y="3023"/>
                    <a:pt x="230" y="3023"/>
                    <a:pt x="301" y="2935"/>
                  </a:cubicBezTo>
                  <a:cubicBezTo>
                    <a:pt x="1184" y="513"/>
                    <a:pt x="3535" y="213"/>
                    <a:pt x="3535" y="213"/>
                  </a:cubicBezTo>
                  <a:cubicBezTo>
                    <a:pt x="3605" y="213"/>
                    <a:pt x="3694" y="142"/>
                    <a:pt x="3694" y="72"/>
                  </a:cubicBezTo>
                  <a:cubicBezTo>
                    <a:pt x="3694" y="1"/>
                    <a:pt x="3605" y="1"/>
                    <a:pt x="3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" name="Google Shape;708;p48"/>
            <p:cNvSpPr/>
            <p:nvPr/>
          </p:nvSpPr>
          <p:spPr>
            <a:xfrm>
              <a:off x="1554162" y="2726627"/>
              <a:ext cx="26053" cy="30228"/>
            </a:xfrm>
            <a:custGeom>
              <a:avLst/>
              <a:gdLst/>
              <a:ahLst/>
              <a:cxnLst/>
              <a:rect l="l" t="t" r="r" b="b"/>
              <a:pathLst>
                <a:path w="443" h="514" extrusionOk="0">
                  <a:moveTo>
                    <a:pt x="212" y="1"/>
                  </a:moveTo>
                  <a:cubicBezTo>
                    <a:pt x="71" y="1"/>
                    <a:pt x="0" y="142"/>
                    <a:pt x="0" y="284"/>
                  </a:cubicBezTo>
                  <a:cubicBezTo>
                    <a:pt x="0" y="443"/>
                    <a:pt x="71" y="513"/>
                    <a:pt x="212" y="513"/>
                  </a:cubicBezTo>
                  <a:cubicBezTo>
                    <a:pt x="371" y="513"/>
                    <a:pt x="442" y="372"/>
                    <a:pt x="442" y="213"/>
                  </a:cubicBezTo>
                  <a:cubicBezTo>
                    <a:pt x="442" y="142"/>
                    <a:pt x="301" y="1"/>
                    <a:pt x="2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" name="Google Shape;709;p48"/>
            <p:cNvSpPr/>
            <p:nvPr/>
          </p:nvSpPr>
          <p:spPr>
            <a:xfrm>
              <a:off x="1566629" y="2648706"/>
              <a:ext cx="91508" cy="90450"/>
            </a:xfrm>
            <a:custGeom>
              <a:avLst/>
              <a:gdLst/>
              <a:ahLst/>
              <a:cxnLst/>
              <a:rect l="l" t="t" r="r" b="b"/>
              <a:pathLst>
                <a:path w="1556" h="1538" extrusionOk="0">
                  <a:moveTo>
                    <a:pt x="0" y="0"/>
                  </a:moveTo>
                  <a:lnTo>
                    <a:pt x="0" y="213"/>
                  </a:lnTo>
                  <a:lnTo>
                    <a:pt x="1255" y="1467"/>
                  </a:lnTo>
                  <a:cubicBezTo>
                    <a:pt x="1326" y="1538"/>
                    <a:pt x="1326" y="1538"/>
                    <a:pt x="1414" y="1538"/>
                  </a:cubicBezTo>
                  <a:cubicBezTo>
                    <a:pt x="1414" y="1538"/>
                    <a:pt x="1485" y="1538"/>
                    <a:pt x="1485" y="1467"/>
                  </a:cubicBezTo>
                  <a:cubicBezTo>
                    <a:pt x="1556" y="1397"/>
                    <a:pt x="1556" y="1326"/>
                    <a:pt x="1485" y="1326"/>
                  </a:cubicBezTo>
                  <a:lnTo>
                    <a:pt x="2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" name="Google Shape;710;p48"/>
            <p:cNvSpPr/>
            <p:nvPr/>
          </p:nvSpPr>
          <p:spPr>
            <a:xfrm>
              <a:off x="1787985" y="1513755"/>
              <a:ext cx="194426" cy="299402"/>
            </a:xfrm>
            <a:custGeom>
              <a:avLst/>
              <a:gdLst/>
              <a:ahLst/>
              <a:cxnLst/>
              <a:rect l="l" t="t" r="r" b="b"/>
              <a:pathLst>
                <a:path w="3306" h="5091" extrusionOk="0">
                  <a:moveTo>
                    <a:pt x="3235" y="0"/>
                  </a:moveTo>
                  <a:cubicBezTo>
                    <a:pt x="3164" y="0"/>
                    <a:pt x="3094" y="0"/>
                    <a:pt x="3094" y="71"/>
                  </a:cubicBezTo>
                  <a:lnTo>
                    <a:pt x="1" y="4860"/>
                  </a:lnTo>
                  <a:cubicBezTo>
                    <a:pt x="1" y="4931"/>
                    <a:pt x="1" y="5002"/>
                    <a:pt x="71" y="5090"/>
                  </a:cubicBezTo>
                  <a:lnTo>
                    <a:pt x="142" y="5090"/>
                  </a:lnTo>
                  <a:cubicBezTo>
                    <a:pt x="213" y="5090"/>
                    <a:pt x="213" y="5090"/>
                    <a:pt x="301" y="5002"/>
                  </a:cubicBezTo>
                  <a:lnTo>
                    <a:pt x="3306" y="230"/>
                  </a:lnTo>
                  <a:cubicBezTo>
                    <a:pt x="3306" y="142"/>
                    <a:pt x="3306" y="71"/>
                    <a:pt x="3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1" name="Google Shape;711;p48"/>
            <p:cNvSpPr/>
            <p:nvPr/>
          </p:nvSpPr>
          <p:spPr>
            <a:xfrm>
              <a:off x="1930420" y="1557391"/>
              <a:ext cx="91508" cy="34345"/>
            </a:xfrm>
            <a:custGeom>
              <a:avLst/>
              <a:gdLst/>
              <a:ahLst/>
              <a:cxnLst/>
              <a:rect l="l" t="t" r="r" b="b"/>
              <a:pathLst>
                <a:path w="1556" h="584" extrusionOk="0">
                  <a:moveTo>
                    <a:pt x="1325" y="1"/>
                  </a:moveTo>
                  <a:lnTo>
                    <a:pt x="159" y="372"/>
                  </a:lnTo>
                  <a:cubicBezTo>
                    <a:pt x="88" y="372"/>
                    <a:pt x="0" y="442"/>
                    <a:pt x="0" y="513"/>
                  </a:cubicBezTo>
                  <a:cubicBezTo>
                    <a:pt x="88" y="584"/>
                    <a:pt x="88" y="584"/>
                    <a:pt x="159" y="584"/>
                  </a:cubicBezTo>
                  <a:lnTo>
                    <a:pt x="230" y="584"/>
                  </a:lnTo>
                  <a:lnTo>
                    <a:pt x="1414" y="283"/>
                  </a:lnTo>
                  <a:cubicBezTo>
                    <a:pt x="1485" y="283"/>
                    <a:pt x="1555" y="213"/>
                    <a:pt x="1485" y="142"/>
                  </a:cubicBezTo>
                  <a:cubicBezTo>
                    <a:pt x="1485" y="71"/>
                    <a:pt x="1414" y="1"/>
                    <a:pt x="13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2" name="Google Shape;712;p48"/>
            <p:cNvSpPr/>
            <p:nvPr/>
          </p:nvSpPr>
          <p:spPr>
            <a:xfrm>
              <a:off x="1450247" y="2222695"/>
              <a:ext cx="125795" cy="22818"/>
            </a:xfrm>
            <a:custGeom>
              <a:avLst/>
              <a:gdLst/>
              <a:ahLst/>
              <a:cxnLst/>
              <a:rect l="l" t="t" r="r" b="b"/>
              <a:pathLst>
                <a:path w="2139" h="388" extrusionOk="0">
                  <a:moveTo>
                    <a:pt x="802" y="0"/>
                  </a:moveTo>
                  <a:cubicBezTo>
                    <a:pt x="455" y="0"/>
                    <a:pt x="175" y="16"/>
                    <a:pt x="141" y="16"/>
                  </a:cubicBezTo>
                  <a:cubicBezTo>
                    <a:pt x="71" y="16"/>
                    <a:pt x="0" y="104"/>
                    <a:pt x="0" y="175"/>
                  </a:cubicBezTo>
                  <a:cubicBezTo>
                    <a:pt x="0" y="246"/>
                    <a:pt x="71" y="317"/>
                    <a:pt x="141" y="317"/>
                  </a:cubicBezTo>
                  <a:cubicBezTo>
                    <a:pt x="189" y="317"/>
                    <a:pt x="731" y="285"/>
                    <a:pt x="1238" y="285"/>
                  </a:cubicBezTo>
                  <a:cubicBezTo>
                    <a:pt x="1492" y="285"/>
                    <a:pt x="1738" y="293"/>
                    <a:pt x="1909" y="317"/>
                  </a:cubicBezTo>
                  <a:lnTo>
                    <a:pt x="1979" y="387"/>
                  </a:lnTo>
                  <a:cubicBezTo>
                    <a:pt x="1979" y="387"/>
                    <a:pt x="2068" y="317"/>
                    <a:pt x="2068" y="246"/>
                  </a:cubicBezTo>
                  <a:cubicBezTo>
                    <a:pt x="2138" y="175"/>
                    <a:pt x="2068" y="104"/>
                    <a:pt x="1979" y="104"/>
                  </a:cubicBezTo>
                  <a:cubicBezTo>
                    <a:pt x="1671" y="20"/>
                    <a:pt x="1194" y="0"/>
                    <a:pt x="8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3" name="Google Shape;713;p48"/>
            <p:cNvSpPr/>
            <p:nvPr/>
          </p:nvSpPr>
          <p:spPr>
            <a:xfrm>
              <a:off x="1493883" y="2176824"/>
              <a:ext cx="82158" cy="68690"/>
            </a:xfrm>
            <a:custGeom>
              <a:avLst/>
              <a:gdLst/>
              <a:ahLst/>
              <a:cxnLst/>
              <a:rect l="l" t="t" r="r" b="b"/>
              <a:pathLst>
                <a:path w="1397" h="1168" extrusionOk="0">
                  <a:moveTo>
                    <a:pt x="212" y="1"/>
                  </a:moveTo>
                  <a:cubicBezTo>
                    <a:pt x="212" y="1"/>
                    <a:pt x="71" y="1"/>
                    <a:pt x="71" y="72"/>
                  </a:cubicBezTo>
                  <a:cubicBezTo>
                    <a:pt x="0" y="142"/>
                    <a:pt x="0" y="213"/>
                    <a:pt x="71" y="213"/>
                  </a:cubicBezTo>
                  <a:cubicBezTo>
                    <a:pt x="71" y="213"/>
                    <a:pt x="884" y="884"/>
                    <a:pt x="1096" y="1097"/>
                  </a:cubicBezTo>
                  <a:cubicBezTo>
                    <a:pt x="1167" y="1097"/>
                    <a:pt x="1167" y="1167"/>
                    <a:pt x="1237" y="1167"/>
                  </a:cubicBezTo>
                  <a:lnTo>
                    <a:pt x="1326" y="1097"/>
                  </a:lnTo>
                  <a:cubicBezTo>
                    <a:pt x="1396" y="1026"/>
                    <a:pt x="1396" y="955"/>
                    <a:pt x="1326" y="884"/>
                  </a:cubicBezTo>
                  <a:cubicBezTo>
                    <a:pt x="1025" y="655"/>
                    <a:pt x="283" y="72"/>
                    <a:pt x="2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48"/>
            <p:cNvSpPr/>
            <p:nvPr/>
          </p:nvSpPr>
          <p:spPr>
            <a:xfrm>
              <a:off x="1571804" y="2618537"/>
              <a:ext cx="532231" cy="360741"/>
            </a:xfrm>
            <a:custGeom>
              <a:avLst/>
              <a:gdLst/>
              <a:ahLst/>
              <a:cxnLst/>
              <a:rect l="l" t="t" r="r" b="b"/>
              <a:pathLst>
                <a:path w="9050" h="6134" extrusionOk="0">
                  <a:moveTo>
                    <a:pt x="4260" y="1"/>
                  </a:moveTo>
                  <a:cubicBezTo>
                    <a:pt x="3977" y="1"/>
                    <a:pt x="3535" y="142"/>
                    <a:pt x="3235" y="284"/>
                  </a:cubicBezTo>
                  <a:cubicBezTo>
                    <a:pt x="2935" y="354"/>
                    <a:pt x="2652" y="513"/>
                    <a:pt x="2652" y="513"/>
                  </a:cubicBezTo>
                  <a:cubicBezTo>
                    <a:pt x="1538" y="1167"/>
                    <a:pt x="655" y="2051"/>
                    <a:pt x="1" y="3164"/>
                  </a:cubicBezTo>
                  <a:cubicBezTo>
                    <a:pt x="1" y="3164"/>
                    <a:pt x="71" y="3306"/>
                    <a:pt x="142" y="3376"/>
                  </a:cubicBezTo>
                  <a:cubicBezTo>
                    <a:pt x="284" y="3889"/>
                    <a:pt x="1167" y="4932"/>
                    <a:pt x="2281" y="5073"/>
                  </a:cubicBezTo>
                  <a:cubicBezTo>
                    <a:pt x="3606" y="5374"/>
                    <a:pt x="4560" y="5444"/>
                    <a:pt x="5144" y="5444"/>
                  </a:cubicBezTo>
                  <a:cubicBezTo>
                    <a:pt x="5444" y="5515"/>
                    <a:pt x="5886" y="5815"/>
                    <a:pt x="6328" y="5957"/>
                  </a:cubicBezTo>
                  <a:cubicBezTo>
                    <a:pt x="6481" y="6059"/>
                    <a:pt x="6644" y="6134"/>
                    <a:pt x="6775" y="6134"/>
                  </a:cubicBezTo>
                  <a:cubicBezTo>
                    <a:pt x="6826" y="6134"/>
                    <a:pt x="6872" y="6123"/>
                    <a:pt x="6911" y="6098"/>
                  </a:cubicBezTo>
                  <a:cubicBezTo>
                    <a:pt x="6982" y="6098"/>
                    <a:pt x="6982" y="5957"/>
                    <a:pt x="6911" y="5745"/>
                  </a:cubicBezTo>
                  <a:cubicBezTo>
                    <a:pt x="6840" y="5444"/>
                    <a:pt x="6628" y="5073"/>
                    <a:pt x="6469" y="5002"/>
                  </a:cubicBezTo>
                  <a:cubicBezTo>
                    <a:pt x="6328" y="4861"/>
                    <a:pt x="6257" y="4773"/>
                    <a:pt x="6098" y="4702"/>
                  </a:cubicBezTo>
                  <a:cubicBezTo>
                    <a:pt x="5886" y="4561"/>
                    <a:pt x="5745" y="4490"/>
                    <a:pt x="5745" y="4490"/>
                  </a:cubicBezTo>
                  <a:cubicBezTo>
                    <a:pt x="5780" y="4455"/>
                    <a:pt x="5815" y="4437"/>
                    <a:pt x="5851" y="4437"/>
                  </a:cubicBezTo>
                  <a:cubicBezTo>
                    <a:pt x="5886" y="4437"/>
                    <a:pt x="5921" y="4455"/>
                    <a:pt x="5957" y="4490"/>
                  </a:cubicBezTo>
                  <a:lnTo>
                    <a:pt x="6027" y="4490"/>
                  </a:lnTo>
                  <a:cubicBezTo>
                    <a:pt x="6186" y="4490"/>
                    <a:pt x="6328" y="4561"/>
                    <a:pt x="6469" y="4631"/>
                  </a:cubicBezTo>
                  <a:cubicBezTo>
                    <a:pt x="6699" y="4702"/>
                    <a:pt x="6840" y="4861"/>
                    <a:pt x="7070" y="4932"/>
                  </a:cubicBezTo>
                  <a:cubicBezTo>
                    <a:pt x="7216" y="4963"/>
                    <a:pt x="7359" y="4977"/>
                    <a:pt x="7491" y="4977"/>
                  </a:cubicBezTo>
                  <a:cubicBezTo>
                    <a:pt x="7949" y="4977"/>
                    <a:pt x="8276" y="4810"/>
                    <a:pt x="8166" y="4631"/>
                  </a:cubicBezTo>
                  <a:cubicBezTo>
                    <a:pt x="8095" y="4490"/>
                    <a:pt x="7795" y="4331"/>
                    <a:pt x="7583" y="4189"/>
                  </a:cubicBezTo>
                  <a:cubicBezTo>
                    <a:pt x="7423" y="4119"/>
                    <a:pt x="7353" y="4048"/>
                    <a:pt x="7211" y="3977"/>
                  </a:cubicBezTo>
                  <a:cubicBezTo>
                    <a:pt x="7141" y="3889"/>
                    <a:pt x="7070" y="3889"/>
                    <a:pt x="6982" y="3818"/>
                  </a:cubicBezTo>
                  <a:cubicBezTo>
                    <a:pt x="6699" y="3677"/>
                    <a:pt x="6027" y="3536"/>
                    <a:pt x="6027" y="3536"/>
                  </a:cubicBezTo>
                  <a:cubicBezTo>
                    <a:pt x="6181" y="3509"/>
                    <a:pt x="6315" y="3498"/>
                    <a:pt x="6446" y="3498"/>
                  </a:cubicBezTo>
                  <a:cubicBezTo>
                    <a:pt x="6753" y="3498"/>
                    <a:pt x="7041" y="3557"/>
                    <a:pt x="7512" y="3606"/>
                  </a:cubicBezTo>
                  <a:lnTo>
                    <a:pt x="7724" y="3606"/>
                  </a:lnTo>
                  <a:cubicBezTo>
                    <a:pt x="7865" y="3606"/>
                    <a:pt x="8095" y="3677"/>
                    <a:pt x="8236" y="3677"/>
                  </a:cubicBezTo>
                  <a:cubicBezTo>
                    <a:pt x="8678" y="3677"/>
                    <a:pt x="9049" y="3677"/>
                    <a:pt x="9049" y="3447"/>
                  </a:cubicBezTo>
                  <a:cubicBezTo>
                    <a:pt x="9049" y="3306"/>
                    <a:pt x="8908" y="3164"/>
                    <a:pt x="8678" y="3094"/>
                  </a:cubicBezTo>
                  <a:cubicBezTo>
                    <a:pt x="8608" y="3005"/>
                    <a:pt x="8466" y="2935"/>
                    <a:pt x="8307" y="2935"/>
                  </a:cubicBezTo>
                  <a:cubicBezTo>
                    <a:pt x="8095" y="2793"/>
                    <a:pt x="7795" y="2723"/>
                    <a:pt x="7583" y="2652"/>
                  </a:cubicBezTo>
                  <a:cubicBezTo>
                    <a:pt x="7070" y="2422"/>
                    <a:pt x="6328" y="2422"/>
                    <a:pt x="6328" y="2422"/>
                  </a:cubicBezTo>
                  <a:cubicBezTo>
                    <a:pt x="6478" y="2372"/>
                    <a:pt x="6787" y="2322"/>
                    <a:pt x="7186" y="2322"/>
                  </a:cubicBezTo>
                  <a:cubicBezTo>
                    <a:pt x="7351" y="2322"/>
                    <a:pt x="7532" y="2331"/>
                    <a:pt x="7724" y="2351"/>
                  </a:cubicBezTo>
                  <a:cubicBezTo>
                    <a:pt x="7767" y="2357"/>
                    <a:pt x="7809" y="2359"/>
                    <a:pt x="7850" y="2359"/>
                  </a:cubicBezTo>
                  <a:cubicBezTo>
                    <a:pt x="8368" y="2359"/>
                    <a:pt x="8723" y="1970"/>
                    <a:pt x="8396" y="1839"/>
                  </a:cubicBezTo>
                  <a:cubicBezTo>
                    <a:pt x="8024" y="1680"/>
                    <a:pt x="7423" y="1238"/>
                    <a:pt x="6699" y="1167"/>
                  </a:cubicBezTo>
                  <a:cubicBezTo>
                    <a:pt x="6186" y="1167"/>
                    <a:pt x="5745" y="1238"/>
                    <a:pt x="5515" y="1326"/>
                  </a:cubicBezTo>
                  <a:lnTo>
                    <a:pt x="4631" y="1397"/>
                  </a:lnTo>
                  <a:lnTo>
                    <a:pt x="4932" y="72"/>
                  </a:lnTo>
                  <a:lnTo>
                    <a:pt x="46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48"/>
            <p:cNvSpPr/>
            <p:nvPr/>
          </p:nvSpPr>
          <p:spPr>
            <a:xfrm>
              <a:off x="2103965" y="933782"/>
              <a:ext cx="320162" cy="407318"/>
            </a:xfrm>
            <a:custGeom>
              <a:avLst/>
              <a:gdLst/>
              <a:ahLst/>
              <a:cxnLst/>
              <a:rect l="l" t="t" r="r" b="b"/>
              <a:pathLst>
                <a:path w="5444" h="6926" extrusionOk="0">
                  <a:moveTo>
                    <a:pt x="584" y="1"/>
                  </a:moveTo>
                  <a:lnTo>
                    <a:pt x="584" y="1"/>
                  </a:lnTo>
                  <a:cubicBezTo>
                    <a:pt x="584" y="1"/>
                    <a:pt x="743" y="2210"/>
                    <a:pt x="0" y="4260"/>
                  </a:cubicBezTo>
                  <a:cubicBezTo>
                    <a:pt x="50" y="4831"/>
                    <a:pt x="1702" y="6925"/>
                    <a:pt x="3342" y="6925"/>
                  </a:cubicBezTo>
                  <a:cubicBezTo>
                    <a:pt x="4039" y="6925"/>
                    <a:pt x="4733" y="6547"/>
                    <a:pt x="5302" y="5515"/>
                  </a:cubicBezTo>
                  <a:cubicBezTo>
                    <a:pt x="5302" y="5144"/>
                    <a:pt x="5232" y="4790"/>
                    <a:pt x="5302" y="4419"/>
                  </a:cubicBezTo>
                  <a:cubicBezTo>
                    <a:pt x="5302" y="3677"/>
                    <a:pt x="5373" y="3023"/>
                    <a:pt x="5444" y="2351"/>
                  </a:cubicBezTo>
                  <a:lnTo>
                    <a:pt x="5444" y="190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48"/>
            <p:cNvSpPr/>
            <p:nvPr/>
          </p:nvSpPr>
          <p:spPr>
            <a:xfrm>
              <a:off x="2169419" y="998237"/>
              <a:ext cx="254706" cy="195484"/>
            </a:xfrm>
            <a:custGeom>
              <a:avLst/>
              <a:gdLst/>
              <a:ahLst/>
              <a:cxnLst/>
              <a:rect l="l" t="t" r="r" b="b"/>
              <a:pathLst>
                <a:path w="4331" h="3324" extrusionOk="0">
                  <a:moveTo>
                    <a:pt x="1" y="1"/>
                  </a:moveTo>
                  <a:cubicBezTo>
                    <a:pt x="1" y="1"/>
                    <a:pt x="1609" y="2652"/>
                    <a:pt x="4189" y="3323"/>
                  </a:cubicBezTo>
                  <a:cubicBezTo>
                    <a:pt x="4189" y="2581"/>
                    <a:pt x="4260" y="1927"/>
                    <a:pt x="4331" y="12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48"/>
            <p:cNvSpPr/>
            <p:nvPr/>
          </p:nvSpPr>
          <p:spPr>
            <a:xfrm>
              <a:off x="2493691" y="779174"/>
              <a:ext cx="138262" cy="202777"/>
            </a:xfrm>
            <a:custGeom>
              <a:avLst/>
              <a:gdLst/>
              <a:ahLst/>
              <a:cxnLst/>
              <a:rect l="l" t="t" r="r" b="b"/>
              <a:pathLst>
                <a:path w="2351" h="3448" extrusionOk="0">
                  <a:moveTo>
                    <a:pt x="1094" y="1"/>
                  </a:moveTo>
                  <a:cubicBezTo>
                    <a:pt x="349" y="1"/>
                    <a:pt x="1" y="933"/>
                    <a:pt x="1" y="933"/>
                  </a:cubicBezTo>
                  <a:lnTo>
                    <a:pt x="443" y="3443"/>
                  </a:lnTo>
                  <a:cubicBezTo>
                    <a:pt x="483" y="3446"/>
                    <a:pt x="523" y="3447"/>
                    <a:pt x="562" y="3447"/>
                  </a:cubicBezTo>
                  <a:cubicBezTo>
                    <a:pt x="2351" y="3447"/>
                    <a:pt x="2331" y="344"/>
                    <a:pt x="1397" y="50"/>
                  </a:cubicBezTo>
                  <a:cubicBezTo>
                    <a:pt x="1290" y="16"/>
                    <a:pt x="1189" y="1"/>
                    <a:pt x="1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48"/>
            <p:cNvSpPr/>
            <p:nvPr/>
          </p:nvSpPr>
          <p:spPr>
            <a:xfrm>
              <a:off x="2429295" y="928254"/>
              <a:ext cx="202718" cy="191956"/>
            </a:xfrm>
            <a:custGeom>
              <a:avLst/>
              <a:gdLst/>
              <a:ahLst/>
              <a:cxnLst/>
              <a:rect l="l" t="t" r="r" b="b"/>
              <a:pathLst>
                <a:path w="3447" h="3264" extrusionOk="0">
                  <a:moveTo>
                    <a:pt x="1730" y="230"/>
                  </a:moveTo>
                  <a:cubicBezTo>
                    <a:pt x="2421" y="230"/>
                    <a:pt x="3013" y="790"/>
                    <a:pt x="3164" y="1491"/>
                  </a:cubicBezTo>
                  <a:cubicBezTo>
                    <a:pt x="3234" y="2233"/>
                    <a:pt x="2651" y="2958"/>
                    <a:pt x="1909" y="3029"/>
                  </a:cubicBezTo>
                  <a:cubicBezTo>
                    <a:pt x="1855" y="3034"/>
                    <a:pt x="1802" y="3037"/>
                    <a:pt x="1750" y="3037"/>
                  </a:cubicBezTo>
                  <a:cubicBezTo>
                    <a:pt x="1012" y="3037"/>
                    <a:pt x="436" y="2468"/>
                    <a:pt x="354" y="1791"/>
                  </a:cubicBezTo>
                  <a:cubicBezTo>
                    <a:pt x="283" y="1049"/>
                    <a:pt x="795" y="307"/>
                    <a:pt x="1608" y="236"/>
                  </a:cubicBezTo>
                  <a:cubicBezTo>
                    <a:pt x="1649" y="232"/>
                    <a:pt x="1690" y="230"/>
                    <a:pt x="1730" y="230"/>
                  </a:cubicBezTo>
                  <a:close/>
                  <a:moveTo>
                    <a:pt x="1816" y="1"/>
                  </a:moveTo>
                  <a:cubicBezTo>
                    <a:pt x="1725" y="1"/>
                    <a:pt x="1632" y="8"/>
                    <a:pt x="1538" y="24"/>
                  </a:cubicBezTo>
                  <a:cubicBezTo>
                    <a:pt x="654" y="95"/>
                    <a:pt x="0" y="908"/>
                    <a:pt x="141" y="1791"/>
                  </a:cubicBezTo>
                  <a:cubicBezTo>
                    <a:pt x="209" y="2631"/>
                    <a:pt x="946" y="3264"/>
                    <a:pt x="1778" y="3264"/>
                  </a:cubicBezTo>
                  <a:cubicBezTo>
                    <a:pt x="1821" y="3264"/>
                    <a:pt x="1865" y="3262"/>
                    <a:pt x="1909" y="3258"/>
                  </a:cubicBezTo>
                  <a:cubicBezTo>
                    <a:pt x="2792" y="3188"/>
                    <a:pt x="3446" y="2375"/>
                    <a:pt x="3376" y="1491"/>
                  </a:cubicBezTo>
                  <a:cubicBezTo>
                    <a:pt x="3312" y="631"/>
                    <a:pt x="2646" y="1"/>
                    <a:pt x="18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48"/>
            <p:cNvSpPr/>
            <p:nvPr/>
          </p:nvSpPr>
          <p:spPr>
            <a:xfrm>
              <a:off x="2108141" y="485130"/>
              <a:ext cx="485418" cy="613800"/>
            </a:xfrm>
            <a:custGeom>
              <a:avLst/>
              <a:gdLst/>
              <a:ahLst/>
              <a:cxnLst/>
              <a:rect l="l" t="t" r="r" b="b"/>
              <a:pathLst>
                <a:path w="8254" h="10437" extrusionOk="0">
                  <a:moveTo>
                    <a:pt x="3729" y="1"/>
                  </a:moveTo>
                  <a:cubicBezTo>
                    <a:pt x="2766" y="1"/>
                    <a:pt x="1825" y="319"/>
                    <a:pt x="1114" y="1073"/>
                  </a:cubicBezTo>
                  <a:cubicBezTo>
                    <a:pt x="1114" y="1073"/>
                    <a:pt x="0" y="2399"/>
                    <a:pt x="71" y="4979"/>
                  </a:cubicBezTo>
                  <a:cubicBezTo>
                    <a:pt x="71" y="7471"/>
                    <a:pt x="71" y="7117"/>
                    <a:pt x="442" y="8072"/>
                  </a:cubicBezTo>
                  <a:cubicBezTo>
                    <a:pt x="870" y="9180"/>
                    <a:pt x="3313" y="10436"/>
                    <a:pt x="4918" y="10436"/>
                  </a:cubicBezTo>
                  <a:cubicBezTo>
                    <a:pt x="5232" y="10436"/>
                    <a:pt x="5515" y="10388"/>
                    <a:pt x="5744" y="10281"/>
                  </a:cubicBezTo>
                  <a:cubicBezTo>
                    <a:pt x="6557" y="9910"/>
                    <a:pt x="7370" y="9097"/>
                    <a:pt x="7812" y="7400"/>
                  </a:cubicBezTo>
                  <a:lnTo>
                    <a:pt x="7812" y="7329"/>
                  </a:lnTo>
                  <a:cubicBezTo>
                    <a:pt x="7812" y="7259"/>
                    <a:pt x="7812" y="7188"/>
                    <a:pt x="7882" y="7029"/>
                  </a:cubicBezTo>
                  <a:cubicBezTo>
                    <a:pt x="7882" y="6888"/>
                    <a:pt x="7953" y="6675"/>
                    <a:pt x="7953" y="6516"/>
                  </a:cubicBezTo>
                  <a:lnTo>
                    <a:pt x="7953" y="6375"/>
                  </a:lnTo>
                  <a:cubicBezTo>
                    <a:pt x="8024" y="6304"/>
                    <a:pt x="8024" y="6234"/>
                    <a:pt x="8024" y="6075"/>
                  </a:cubicBezTo>
                  <a:lnTo>
                    <a:pt x="8024" y="5792"/>
                  </a:lnTo>
                  <a:cubicBezTo>
                    <a:pt x="8112" y="4024"/>
                    <a:pt x="8253" y="2027"/>
                    <a:pt x="6627" y="932"/>
                  </a:cubicBezTo>
                  <a:cubicBezTo>
                    <a:pt x="5800" y="358"/>
                    <a:pt x="4751" y="1"/>
                    <a:pt x="3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48"/>
            <p:cNvSpPr/>
            <p:nvPr/>
          </p:nvSpPr>
          <p:spPr>
            <a:xfrm>
              <a:off x="2337789" y="960834"/>
              <a:ext cx="52047" cy="29170"/>
            </a:xfrm>
            <a:custGeom>
              <a:avLst/>
              <a:gdLst/>
              <a:ahLst/>
              <a:cxnLst/>
              <a:rect l="l" t="t" r="r" b="b"/>
              <a:pathLst>
                <a:path w="885" h="496" extrusionOk="0">
                  <a:moveTo>
                    <a:pt x="178" y="0"/>
                  </a:moveTo>
                  <a:cubicBezTo>
                    <a:pt x="147" y="0"/>
                    <a:pt x="107" y="18"/>
                    <a:pt x="72" y="53"/>
                  </a:cubicBezTo>
                  <a:cubicBezTo>
                    <a:pt x="72" y="53"/>
                    <a:pt x="1" y="124"/>
                    <a:pt x="72" y="124"/>
                  </a:cubicBezTo>
                  <a:cubicBezTo>
                    <a:pt x="301" y="495"/>
                    <a:pt x="584" y="495"/>
                    <a:pt x="743" y="495"/>
                  </a:cubicBezTo>
                  <a:lnTo>
                    <a:pt x="814" y="495"/>
                  </a:lnTo>
                  <a:cubicBezTo>
                    <a:pt x="885" y="495"/>
                    <a:pt x="885" y="495"/>
                    <a:pt x="885" y="424"/>
                  </a:cubicBezTo>
                  <a:cubicBezTo>
                    <a:pt x="885" y="354"/>
                    <a:pt x="885" y="354"/>
                    <a:pt x="814" y="354"/>
                  </a:cubicBezTo>
                  <a:cubicBezTo>
                    <a:pt x="814" y="354"/>
                    <a:pt x="443" y="354"/>
                    <a:pt x="231" y="53"/>
                  </a:cubicBezTo>
                  <a:cubicBezTo>
                    <a:pt x="231" y="18"/>
                    <a:pt x="209" y="0"/>
                    <a:pt x="1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48"/>
            <p:cNvSpPr/>
            <p:nvPr/>
          </p:nvSpPr>
          <p:spPr>
            <a:xfrm>
              <a:off x="2341964" y="881854"/>
              <a:ext cx="103976" cy="73807"/>
            </a:xfrm>
            <a:custGeom>
              <a:avLst/>
              <a:gdLst/>
              <a:ahLst/>
              <a:cxnLst/>
              <a:rect l="l" t="t" r="r" b="b"/>
              <a:pathLst>
                <a:path w="1768" h="1255" extrusionOk="0">
                  <a:moveTo>
                    <a:pt x="71" y="0"/>
                  </a:moveTo>
                  <a:cubicBezTo>
                    <a:pt x="1" y="0"/>
                    <a:pt x="1" y="71"/>
                    <a:pt x="1" y="71"/>
                  </a:cubicBezTo>
                  <a:cubicBezTo>
                    <a:pt x="230" y="1096"/>
                    <a:pt x="1043" y="1255"/>
                    <a:pt x="1397" y="1255"/>
                  </a:cubicBezTo>
                  <a:lnTo>
                    <a:pt x="1626" y="1255"/>
                  </a:lnTo>
                  <a:cubicBezTo>
                    <a:pt x="1697" y="1255"/>
                    <a:pt x="1768" y="1167"/>
                    <a:pt x="1697" y="1167"/>
                  </a:cubicBezTo>
                  <a:cubicBezTo>
                    <a:pt x="1697" y="1117"/>
                    <a:pt x="1697" y="1067"/>
                    <a:pt x="1672" y="1067"/>
                  </a:cubicBezTo>
                  <a:cubicBezTo>
                    <a:pt x="1662" y="1067"/>
                    <a:pt x="1647" y="1075"/>
                    <a:pt x="1626" y="1096"/>
                  </a:cubicBezTo>
                  <a:cubicBezTo>
                    <a:pt x="1611" y="1096"/>
                    <a:pt x="1550" y="1103"/>
                    <a:pt x="1460" y="1103"/>
                  </a:cubicBezTo>
                  <a:cubicBezTo>
                    <a:pt x="1125" y="1103"/>
                    <a:pt x="397" y="1004"/>
                    <a:pt x="230" y="71"/>
                  </a:cubicBezTo>
                  <a:cubicBezTo>
                    <a:pt x="160" y="0"/>
                    <a:pt x="160" y="0"/>
                    <a:pt x="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48"/>
            <p:cNvSpPr/>
            <p:nvPr/>
          </p:nvSpPr>
          <p:spPr>
            <a:xfrm>
              <a:off x="2407418" y="751946"/>
              <a:ext cx="56222" cy="138262"/>
            </a:xfrm>
            <a:custGeom>
              <a:avLst/>
              <a:gdLst/>
              <a:ahLst/>
              <a:cxnLst/>
              <a:rect l="l" t="t" r="r" b="b"/>
              <a:pathLst>
                <a:path w="956" h="2351" extrusionOk="0">
                  <a:moveTo>
                    <a:pt x="284" y="0"/>
                  </a:moveTo>
                  <a:cubicBezTo>
                    <a:pt x="213" y="0"/>
                    <a:pt x="142" y="71"/>
                    <a:pt x="142" y="141"/>
                  </a:cubicBezTo>
                  <a:cubicBezTo>
                    <a:pt x="142" y="212"/>
                    <a:pt x="372" y="1467"/>
                    <a:pt x="655" y="1979"/>
                  </a:cubicBezTo>
                  <a:cubicBezTo>
                    <a:pt x="597" y="2038"/>
                    <a:pt x="442" y="2156"/>
                    <a:pt x="261" y="2156"/>
                  </a:cubicBezTo>
                  <a:cubicBezTo>
                    <a:pt x="222" y="2156"/>
                    <a:pt x="183" y="2151"/>
                    <a:pt x="142" y="2138"/>
                  </a:cubicBezTo>
                  <a:cubicBezTo>
                    <a:pt x="72" y="2138"/>
                    <a:pt x="1" y="2209"/>
                    <a:pt x="1" y="2209"/>
                  </a:cubicBezTo>
                  <a:cubicBezTo>
                    <a:pt x="1" y="2280"/>
                    <a:pt x="72" y="2351"/>
                    <a:pt x="142" y="2351"/>
                  </a:cubicBezTo>
                  <a:lnTo>
                    <a:pt x="284" y="2351"/>
                  </a:lnTo>
                  <a:cubicBezTo>
                    <a:pt x="655" y="2351"/>
                    <a:pt x="955" y="2050"/>
                    <a:pt x="955" y="2050"/>
                  </a:cubicBezTo>
                  <a:lnTo>
                    <a:pt x="955" y="1909"/>
                  </a:lnTo>
                  <a:cubicBezTo>
                    <a:pt x="655" y="1608"/>
                    <a:pt x="443" y="513"/>
                    <a:pt x="372" y="141"/>
                  </a:cubicBezTo>
                  <a:cubicBezTo>
                    <a:pt x="372" y="71"/>
                    <a:pt x="372" y="0"/>
                    <a:pt x="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48"/>
            <p:cNvSpPr/>
            <p:nvPr/>
          </p:nvSpPr>
          <p:spPr>
            <a:xfrm>
              <a:off x="2497866" y="860036"/>
              <a:ext cx="77982" cy="56164"/>
            </a:xfrm>
            <a:custGeom>
              <a:avLst/>
              <a:gdLst/>
              <a:ahLst/>
              <a:cxnLst/>
              <a:rect l="l" t="t" r="r" b="b"/>
              <a:pathLst>
                <a:path w="1326" h="955" extrusionOk="0">
                  <a:moveTo>
                    <a:pt x="1255" y="0"/>
                  </a:moveTo>
                  <a:cubicBezTo>
                    <a:pt x="601" y="0"/>
                    <a:pt x="71" y="141"/>
                    <a:pt x="71" y="442"/>
                  </a:cubicBezTo>
                  <a:cubicBezTo>
                    <a:pt x="0" y="742"/>
                    <a:pt x="513" y="954"/>
                    <a:pt x="1185" y="954"/>
                  </a:cubicBezTo>
                  <a:cubicBezTo>
                    <a:pt x="1185" y="884"/>
                    <a:pt x="1185" y="813"/>
                    <a:pt x="1255" y="654"/>
                  </a:cubicBezTo>
                  <a:cubicBezTo>
                    <a:pt x="1255" y="513"/>
                    <a:pt x="1326" y="300"/>
                    <a:pt x="1326" y="141"/>
                  </a:cubicBezTo>
                  <a:lnTo>
                    <a:pt x="1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" name="Google Shape;724;p48"/>
            <p:cNvSpPr/>
            <p:nvPr/>
          </p:nvSpPr>
          <p:spPr>
            <a:xfrm>
              <a:off x="2199588" y="841570"/>
              <a:ext cx="138262" cy="56928"/>
            </a:xfrm>
            <a:custGeom>
              <a:avLst/>
              <a:gdLst/>
              <a:ahLst/>
              <a:cxnLst/>
              <a:rect l="l" t="t" r="r" b="b"/>
              <a:pathLst>
                <a:path w="2351" h="968" extrusionOk="0">
                  <a:moveTo>
                    <a:pt x="927" y="1"/>
                  </a:moveTo>
                  <a:cubicBezTo>
                    <a:pt x="392" y="1"/>
                    <a:pt x="0" y="199"/>
                    <a:pt x="0" y="385"/>
                  </a:cubicBezTo>
                  <a:cubicBezTo>
                    <a:pt x="0" y="685"/>
                    <a:pt x="513" y="897"/>
                    <a:pt x="1167" y="968"/>
                  </a:cubicBezTo>
                  <a:cubicBezTo>
                    <a:pt x="1838" y="968"/>
                    <a:pt x="2351" y="756"/>
                    <a:pt x="2351" y="526"/>
                  </a:cubicBezTo>
                  <a:cubicBezTo>
                    <a:pt x="2351" y="243"/>
                    <a:pt x="1838" y="14"/>
                    <a:pt x="1167" y="14"/>
                  </a:cubicBezTo>
                  <a:cubicBezTo>
                    <a:pt x="1084" y="5"/>
                    <a:pt x="100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" name="Google Shape;725;p48"/>
            <p:cNvSpPr/>
            <p:nvPr/>
          </p:nvSpPr>
          <p:spPr>
            <a:xfrm>
              <a:off x="2229698" y="707957"/>
              <a:ext cx="194426" cy="186722"/>
            </a:xfrm>
            <a:custGeom>
              <a:avLst/>
              <a:gdLst/>
              <a:ahLst/>
              <a:cxnLst/>
              <a:rect l="l" t="t" r="r" b="b"/>
              <a:pathLst>
                <a:path w="3306" h="3175" extrusionOk="0">
                  <a:moveTo>
                    <a:pt x="1684" y="227"/>
                  </a:moveTo>
                  <a:cubicBezTo>
                    <a:pt x="2367" y="227"/>
                    <a:pt x="2957" y="796"/>
                    <a:pt x="3023" y="1473"/>
                  </a:cubicBezTo>
                  <a:cubicBezTo>
                    <a:pt x="3023" y="2215"/>
                    <a:pt x="2510" y="2886"/>
                    <a:pt x="1768" y="2957"/>
                  </a:cubicBezTo>
                  <a:cubicBezTo>
                    <a:pt x="1723" y="2961"/>
                    <a:pt x="1679" y="2963"/>
                    <a:pt x="1636" y="2963"/>
                  </a:cubicBezTo>
                  <a:cubicBezTo>
                    <a:pt x="892" y="2963"/>
                    <a:pt x="368" y="2404"/>
                    <a:pt x="301" y="1702"/>
                  </a:cubicBezTo>
                  <a:cubicBezTo>
                    <a:pt x="213" y="960"/>
                    <a:pt x="814" y="306"/>
                    <a:pt x="1538" y="235"/>
                  </a:cubicBezTo>
                  <a:cubicBezTo>
                    <a:pt x="1587" y="230"/>
                    <a:pt x="1636" y="227"/>
                    <a:pt x="1684" y="227"/>
                  </a:cubicBezTo>
                  <a:close/>
                  <a:moveTo>
                    <a:pt x="1669" y="1"/>
                  </a:moveTo>
                  <a:cubicBezTo>
                    <a:pt x="1626" y="1"/>
                    <a:pt x="1582" y="2"/>
                    <a:pt x="1538" y="6"/>
                  </a:cubicBezTo>
                  <a:cubicBezTo>
                    <a:pt x="655" y="76"/>
                    <a:pt x="1" y="819"/>
                    <a:pt x="72" y="1702"/>
                  </a:cubicBezTo>
                  <a:cubicBezTo>
                    <a:pt x="72" y="2542"/>
                    <a:pt x="806" y="3174"/>
                    <a:pt x="1637" y="3174"/>
                  </a:cubicBezTo>
                  <a:cubicBezTo>
                    <a:pt x="1681" y="3174"/>
                    <a:pt x="1724" y="3173"/>
                    <a:pt x="1768" y="3169"/>
                  </a:cubicBezTo>
                  <a:cubicBezTo>
                    <a:pt x="2652" y="3099"/>
                    <a:pt x="3306" y="2356"/>
                    <a:pt x="3235" y="1473"/>
                  </a:cubicBezTo>
                  <a:cubicBezTo>
                    <a:pt x="3168" y="633"/>
                    <a:pt x="2494" y="1"/>
                    <a:pt x="16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2445879" y="721306"/>
              <a:ext cx="195484" cy="186898"/>
            </a:xfrm>
            <a:custGeom>
              <a:avLst/>
              <a:gdLst/>
              <a:ahLst/>
              <a:cxnLst/>
              <a:rect l="l" t="t" r="r" b="b"/>
              <a:pathLst>
                <a:path w="3324" h="3178" extrusionOk="0">
                  <a:moveTo>
                    <a:pt x="1676" y="215"/>
                  </a:moveTo>
                  <a:cubicBezTo>
                    <a:pt x="2353" y="215"/>
                    <a:pt x="2956" y="774"/>
                    <a:pt x="3023" y="1475"/>
                  </a:cubicBezTo>
                  <a:cubicBezTo>
                    <a:pt x="3023" y="2218"/>
                    <a:pt x="2510" y="2872"/>
                    <a:pt x="1697" y="2942"/>
                  </a:cubicBezTo>
                  <a:cubicBezTo>
                    <a:pt x="1656" y="2946"/>
                    <a:pt x="1616" y="2948"/>
                    <a:pt x="1575" y="2948"/>
                  </a:cubicBezTo>
                  <a:cubicBezTo>
                    <a:pt x="885" y="2948"/>
                    <a:pt x="301" y="2389"/>
                    <a:pt x="301" y="1687"/>
                  </a:cubicBezTo>
                  <a:cubicBezTo>
                    <a:pt x="231" y="963"/>
                    <a:pt x="814" y="291"/>
                    <a:pt x="1556" y="221"/>
                  </a:cubicBezTo>
                  <a:cubicBezTo>
                    <a:pt x="1596" y="217"/>
                    <a:pt x="1636" y="215"/>
                    <a:pt x="1676" y="215"/>
                  </a:cubicBezTo>
                  <a:close/>
                  <a:moveTo>
                    <a:pt x="1712" y="1"/>
                  </a:moveTo>
                  <a:cubicBezTo>
                    <a:pt x="1661" y="1"/>
                    <a:pt x="1609" y="3"/>
                    <a:pt x="1556" y="8"/>
                  </a:cubicBezTo>
                  <a:cubicBezTo>
                    <a:pt x="672" y="79"/>
                    <a:pt x="1" y="804"/>
                    <a:pt x="72" y="1687"/>
                  </a:cubicBezTo>
                  <a:cubicBezTo>
                    <a:pt x="72" y="2528"/>
                    <a:pt x="808" y="3177"/>
                    <a:pt x="1640" y="3177"/>
                  </a:cubicBezTo>
                  <a:cubicBezTo>
                    <a:pt x="1683" y="3177"/>
                    <a:pt x="1725" y="3175"/>
                    <a:pt x="1768" y="3172"/>
                  </a:cubicBezTo>
                  <a:cubicBezTo>
                    <a:pt x="2652" y="3101"/>
                    <a:pt x="3323" y="2359"/>
                    <a:pt x="3253" y="1475"/>
                  </a:cubicBezTo>
                  <a:cubicBezTo>
                    <a:pt x="3170" y="644"/>
                    <a:pt x="2524" y="1"/>
                    <a:pt x="17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48"/>
            <p:cNvSpPr/>
            <p:nvPr/>
          </p:nvSpPr>
          <p:spPr>
            <a:xfrm>
              <a:off x="2411594" y="794229"/>
              <a:ext cx="47871" cy="22171"/>
            </a:xfrm>
            <a:custGeom>
              <a:avLst/>
              <a:gdLst/>
              <a:ahLst/>
              <a:cxnLst/>
              <a:rect l="l" t="t" r="r" b="b"/>
              <a:pathLst>
                <a:path w="814" h="377" extrusionOk="0">
                  <a:moveTo>
                    <a:pt x="376" y="0"/>
                  </a:moveTo>
                  <a:cubicBezTo>
                    <a:pt x="216" y="0"/>
                    <a:pt x="76" y="80"/>
                    <a:pt x="1" y="165"/>
                  </a:cubicBezTo>
                  <a:lnTo>
                    <a:pt x="71" y="377"/>
                  </a:lnTo>
                  <a:cubicBezTo>
                    <a:pt x="114" y="334"/>
                    <a:pt x="242" y="265"/>
                    <a:pt x="383" y="265"/>
                  </a:cubicBezTo>
                  <a:cubicBezTo>
                    <a:pt x="475" y="265"/>
                    <a:pt x="571" y="294"/>
                    <a:pt x="655" y="377"/>
                  </a:cubicBezTo>
                  <a:lnTo>
                    <a:pt x="814" y="235"/>
                  </a:lnTo>
                  <a:cubicBezTo>
                    <a:pt x="673" y="62"/>
                    <a:pt x="517" y="0"/>
                    <a:pt x="3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48"/>
            <p:cNvSpPr/>
            <p:nvPr/>
          </p:nvSpPr>
          <p:spPr>
            <a:xfrm>
              <a:off x="2169419" y="751946"/>
              <a:ext cx="78041" cy="30170"/>
            </a:xfrm>
            <a:custGeom>
              <a:avLst/>
              <a:gdLst/>
              <a:ahLst/>
              <a:cxnLst/>
              <a:rect l="l" t="t" r="r" b="b"/>
              <a:pathLst>
                <a:path w="1327" h="513" extrusionOk="0">
                  <a:moveTo>
                    <a:pt x="72" y="0"/>
                  </a:moveTo>
                  <a:cubicBezTo>
                    <a:pt x="72" y="0"/>
                    <a:pt x="1" y="0"/>
                    <a:pt x="1" y="71"/>
                  </a:cubicBezTo>
                  <a:cubicBezTo>
                    <a:pt x="1" y="141"/>
                    <a:pt x="1" y="212"/>
                    <a:pt x="72" y="212"/>
                  </a:cubicBezTo>
                  <a:cubicBezTo>
                    <a:pt x="955" y="283"/>
                    <a:pt x="1097" y="442"/>
                    <a:pt x="1097" y="442"/>
                  </a:cubicBezTo>
                  <a:cubicBezTo>
                    <a:pt x="1167" y="513"/>
                    <a:pt x="1167" y="513"/>
                    <a:pt x="1238" y="513"/>
                  </a:cubicBezTo>
                  <a:lnTo>
                    <a:pt x="1326" y="442"/>
                  </a:lnTo>
                  <a:lnTo>
                    <a:pt x="1326" y="283"/>
                  </a:lnTo>
                  <a:cubicBezTo>
                    <a:pt x="1238" y="283"/>
                    <a:pt x="1097" y="71"/>
                    <a:pt x="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2579963" y="790348"/>
              <a:ext cx="57222" cy="26053"/>
            </a:xfrm>
            <a:custGeom>
              <a:avLst/>
              <a:gdLst/>
              <a:ahLst/>
              <a:cxnLst/>
              <a:rect l="l" t="t" r="r" b="b"/>
              <a:pathLst>
                <a:path w="973" h="443" extrusionOk="0">
                  <a:moveTo>
                    <a:pt x="160" y="1"/>
                  </a:moveTo>
                  <a:cubicBezTo>
                    <a:pt x="89" y="1"/>
                    <a:pt x="1" y="72"/>
                    <a:pt x="1" y="160"/>
                  </a:cubicBezTo>
                  <a:cubicBezTo>
                    <a:pt x="1" y="231"/>
                    <a:pt x="89" y="301"/>
                    <a:pt x="160" y="301"/>
                  </a:cubicBezTo>
                  <a:cubicBezTo>
                    <a:pt x="230" y="301"/>
                    <a:pt x="602" y="301"/>
                    <a:pt x="743" y="372"/>
                  </a:cubicBezTo>
                  <a:lnTo>
                    <a:pt x="814" y="443"/>
                  </a:lnTo>
                  <a:cubicBezTo>
                    <a:pt x="884" y="443"/>
                    <a:pt x="884" y="372"/>
                    <a:pt x="973" y="372"/>
                  </a:cubicBezTo>
                  <a:cubicBezTo>
                    <a:pt x="973" y="301"/>
                    <a:pt x="973" y="231"/>
                    <a:pt x="884" y="231"/>
                  </a:cubicBezTo>
                  <a:cubicBezTo>
                    <a:pt x="602" y="1"/>
                    <a:pt x="160" y="1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48"/>
            <p:cNvSpPr/>
            <p:nvPr/>
          </p:nvSpPr>
          <p:spPr>
            <a:xfrm>
              <a:off x="2285861" y="646207"/>
              <a:ext cx="102565" cy="46754"/>
            </a:xfrm>
            <a:custGeom>
              <a:avLst/>
              <a:gdLst/>
              <a:ahLst/>
              <a:cxnLst/>
              <a:rect l="l" t="t" r="r" b="b"/>
              <a:pathLst>
                <a:path w="1744" h="795" extrusionOk="0">
                  <a:moveTo>
                    <a:pt x="717" y="1"/>
                  </a:moveTo>
                  <a:cubicBezTo>
                    <a:pt x="631" y="1"/>
                    <a:pt x="539" y="10"/>
                    <a:pt x="442" y="31"/>
                  </a:cubicBezTo>
                  <a:cubicBezTo>
                    <a:pt x="0" y="101"/>
                    <a:pt x="71" y="543"/>
                    <a:pt x="513" y="543"/>
                  </a:cubicBezTo>
                  <a:cubicBezTo>
                    <a:pt x="884" y="543"/>
                    <a:pt x="1025" y="543"/>
                    <a:pt x="1326" y="755"/>
                  </a:cubicBezTo>
                  <a:cubicBezTo>
                    <a:pt x="1377" y="782"/>
                    <a:pt x="1424" y="794"/>
                    <a:pt x="1465" y="794"/>
                  </a:cubicBezTo>
                  <a:cubicBezTo>
                    <a:pt x="1666" y="794"/>
                    <a:pt x="1743" y="519"/>
                    <a:pt x="1626" y="402"/>
                  </a:cubicBezTo>
                  <a:cubicBezTo>
                    <a:pt x="1626" y="402"/>
                    <a:pt x="1292" y="1"/>
                    <a:pt x="7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48"/>
            <p:cNvSpPr/>
            <p:nvPr/>
          </p:nvSpPr>
          <p:spPr>
            <a:xfrm>
              <a:off x="2482576" y="661615"/>
              <a:ext cx="102682" cy="40285"/>
            </a:xfrm>
            <a:custGeom>
              <a:avLst/>
              <a:gdLst/>
              <a:ahLst/>
              <a:cxnLst/>
              <a:rect l="l" t="t" r="r" b="b"/>
              <a:pathLst>
                <a:path w="1746" h="685" extrusionOk="0">
                  <a:moveTo>
                    <a:pt x="1014" y="0"/>
                  </a:moveTo>
                  <a:cubicBezTo>
                    <a:pt x="471" y="0"/>
                    <a:pt x="119" y="352"/>
                    <a:pt x="119" y="352"/>
                  </a:cubicBezTo>
                  <a:cubicBezTo>
                    <a:pt x="0" y="411"/>
                    <a:pt x="31" y="684"/>
                    <a:pt x="213" y="684"/>
                  </a:cubicBezTo>
                  <a:cubicBezTo>
                    <a:pt x="247" y="684"/>
                    <a:pt x="287" y="675"/>
                    <a:pt x="331" y="652"/>
                  </a:cubicBezTo>
                  <a:cubicBezTo>
                    <a:pt x="591" y="603"/>
                    <a:pt x="747" y="545"/>
                    <a:pt x="939" y="545"/>
                  </a:cubicBezTo>
                  <a:cubicBezTo>
                    <a:pt x="1021" y="545"/>
                    <a:pt x="1109" y="555"/>
                    <a:pt x="1215" y="582"/>
                  </a:cubicBezTo>
                  <a:cubicBezTo>
                    <a:pt x="1657" y="582"/>
                    <a:pt x="1745" y="211"/>
                    <a:pt x="1374" y="51"/>
                  </a:cubicBezTo>
                  <a:cubicBezTo>
                    <a:pt x="1247" y="15"/>
                    <a:pt x="1126" y="0"/>
                    <a:pt x="10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48"/>
            <p:cNvSpPr/>
            <p:nvPr/>
          </p:nvSpPr>
          <p:spPr>
            <a:xfrm>
              <a:off x="1994875" y="715249"/>
              <a:ext cx="152788" cy="224360"/>
            </a:xfrm>
            <a:custGeom>
              <a:avLst/>
              <a:gdLst/>
              <a:ahLst/>
              <a:cxnLst/>
              <a:rect l="l" t="t" r="r" b="b"/>
              <a:pathLst>
                <a:path w="2598" h="3815" extrusionOk="0">
                  <a:moveTo>
                    <a:pt x="1547" y="1"/>
                  </a:moveTo>
                  <a:cubicBezTo>
                    <a:pt x="1396" y="1"/>
                    <a:pt x="1227" y="33"/>
                    <a:pt x="1042" y="111"/>
                  </a:cubicBezTo>
                  <a:cubicBezTo>
                    <a:pt x="0" y="532"/>
                    <a:pt x="285" y="3814"/>
                    <a:pt x="2080" y="3814"/>
                  </a:cubicBezTo>
                  <a:cubicBezTo>
                    <a:pt x="2172" y="3814"/>
                    <a:pt x="2268" y="3806"/>
                    <a:pt x="2368" y="3787"/>
                  </a:cubicBezTo>
                  <a:lnTo>
                    <a:pt x="2598" y="695"/>
                  </a:lnTo>
                  <a:cubicBezTo>
                    <a:pt x="2598" y="695"/>
                    <a:pt x="2251" y="1"/>
                    <a:pt x="1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1974056" y="894322"/>
              <a:ext cx="203777" cy="191603"/>
            </a:xfrm>
            <a:custGeom>
              <a:avLst/>
              <a:gdLst/>
              <a:ahLst/>
              <a:cxnLst/>
              <a:rect l="l" t="t" r="r" b="b"/>
              <a:pathLst>
                <a:path w="3465" h="3258" extrusionOk="0">
                  <a:moveTo>
                    <a:pt x="1909" y="0"/>
                  </a:moveTo>
                  <a:cubicBezTo>
                    <a:pt x="1909" y="159"/>
                    <a:pt x="1997" y="230"/>
                    <a:pt x="2280" y="371"/>
                  </a:cubicBezTo>
                  <a:cubicBezTo>
                    <a:pt x="2722" y="513"/>
                    <a:pt x="3093" y="955"/>
                    <a:pt x="3093" y="1485"/>
                  </a:cubicBezTo>
                  <a:cubicBezTo>
                    <a:pt x="3234" y="2209"/>
                    <a:pt x="2651" y="2952"/>
                    <a:pt x="1909" y="3022"/>
                  </a:cubicBezTo>
                  <a:cubicBezTo>
                    <a:pt x="1865" y="3026"/>
                    <a:pt x="1822" y="3028"/>
                    <a:pt x="1778" y="3028"/>
                  </a:cubicBezTo>
                  <a:cubicBezTo>
                    <a:pt x="1041" y="3028"/>
                    <a:pt x="438" y="2469"/>
                    <a:pt x="371" y="1768"/>
                  </a:cubicBezTo>
                  <a:cubicBezTo>
                    <a:pt x="301" y="1114"/>
                    <a:pt x="743" y="442"/>
                    <a:pt x="1396" y="301"/>
                  </a:cubicBezTo>
                  <a:cubicBezTo>
                    <a:pt x="1326" y="230"/>
                    <a:pt x="1326" y="159"/>
                    <a:pt x="1255" y="71"/>
                  </a:cubicBezTo>
                  <a:cubicBezTo>
                    <a:pt x="513" y="301"/>
                    <a:pt x="0" y="1043"/>
                    <a:pt x="71" y="1768"/>
                  </a:cubicBezTo>
                  <a:cubicBezTo>
                    <a:pt x="222" y="2671"/>
                    <a:pt x="942" y="3258"/>
                    <a:pt x="1768" y="3258"/>
                  </a:cubicBezTo>
                  <a:cubicBezTo>
                    <a:pt x="1815" y="3258"/>
                    <a:pt x="1862" y="3256"/>
                    <a:pt x="1909" y="3252"/>
                  </a:cubicBezTo>
                  <a:cubicBezTo>
                    <a:pt x="2793" y="3164"/>
                    <a:pt x="3464" y="2368"/>
                    <a:pt x="3394" y="1485"/>
                  </a:cubicBezTo>
                  <a:cubicBezTo>
                    <a:pt x="3323" y="672"/>
                    <a:pt x="2651" y="71"/>
                    <a:pt x="19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48"/>
            <p:cNvSpPr/>
            <p:nvPr/>
          </p:nvSpPr>
          <p:spPr>
            <a:xfrm>
              <a:off x="2043686" y="777880"/>
              <a:ext cx="77982" cy="86333"/>
            </a:xfrm>
            <a:custGeom>
              <a:avLst/>
              <a:gdLst/>
              <a:ahLst/>
              <a:cxnLst/>
              <a:rect l="l" t="t" r="r" b="b"/>
              <a:pathLst>
                <a:path w="1326" h="1468" extrusionOk="0">
                  <a:moveTo>
                    <a:pt x="142" y="1"/>
                  </a:moveTo>
                  <a:cubicBezTo>
                    <a:pt x="71" y="1"/>
                    <a:pt x="0" y="72"/>
                    <a:pt x="0" y="72"/>
                  </a:cubicBezTo>
                  <a:cubicBezTo>
                    <a:pt x="0" y="142"/>
                    <a:pt x="0" y="213"/>
                    <a:pt x="71" y="213"/>
                  </a:cubicBezTo>
                  <a:cubicBezTo>
                    <a:pt x="372" y="284"/>
                    <a:pt x="513" y="443"/>
                    <a:pt x="654" y="584"/>
                  </a:cubicBezTo>
                  <a:cubicBezTo>
                    <a:pt x="442" y="725"/>
                    <a:pt x="283" y="884"/>
                    <a:pt x="283" y="884"/>
                  </a:cubicBezTo>
                  <a:lnTo>
                    <a:pt x="283" y="1026"/>
                  </a:lnTo>
                  <a:lnTo>
                    <a:pt x="372" y="1097"/>
                  </a:lnTo>
                  <a:lnTo>
                    <a:pt x="442" y="1026"/>
                  </a:lnTo>
                  <a:cubicBezTo>
                    <a:pt x="442" y="1026"/>
                    <a:pt x="584" y="884"/>
                    <a:pt x="813" y="725"/>
                  </a:cubicBezTo>
                  <a:cubicBezTo>
                    <a:pt x="1025" y="1026"/>
                    <a:pt x="1096" y="1397"/>
                    <a:pt x="1096" y="1397"/>
                  </a:cubicBezTo>
                  <a:cubicBezTo>
                    <a:pt x="1096" y="1397"/>
                    <a:pt x="1167" y="1468"/>
                    <a:pt x="1255" y="1468"/>
                  </a:cubicBezTo>
                  <a:cubicBezTo>
                    <a:pt x="1326" y="1468"/>
                    <a:pt x="1326" y="1397"/>
                    <a:pt x="1326" y="1326"/>
                  </a:cubicBezTo>
                  <a:cubicBezTo>
                    <a:pt x="1326" y="1256"/>
                    <a:pt x="1025" y="213"/>
                    <a:pt x="1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48"/>
            <p:cNvSpPr/>
            <p:nvPr/>
          </p:nvSpPr>
          <p:spPr>
            <a:xfrm>
              <a:off x="2320146" y="768530"/>
              <a:ext cx="31228" cy="52047"/>
            </a:xfrm>
            <a:custGeom>
              <a:avLst/>
              <a:gdLst/>
              <a:ahLst/>
              <a:cxnLst/>
              <a:rect l="l" t="t" r="r" b="b"/>
              <a:pathLst>
                <a:path w="531" h="885" extrusionOk="0">
                  <a:moveTo>
                    <a:pt x="301" y="1"/>
                  </a:moveTo>
                  <a:cubicBezTo>
                    <a:pt x="159" y="1"/>
                    <a:pt x="89" y="231"/>
                    <a:pt x="89" y="443"/>
                  </a:cubicBezTo>
                  <a:cubicBezTo>
                    <a:pt x="0" y="672"/>
                    <a:pt x="159" y="884"/>
                    <a:pt x="301" y="884"/>
                  </a:cubicBezTo>
                  <a:cubicBezTo>
                    <a:pt x="372" y="884"/>
                    <a:pt x="531" y="743"/>
                    <a:pt x="531" y="531"/>
                  </a:cubicBezTo>
                  <a:cubicBezTo>
                    <a:pt x="531" y="231"/>
                    <a:pt x="442" y="89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2476048" y="782056"/>
              <a:ext cx="35404" cy="52047"/>
            </a:xfrm>
            <a:custGeom>
              <a:avLst/>
              <a:gdLst/>
              <a:ahLst/>
              <a:cxnLst/>
              <a:rect l="l" t="t" r="r" b="b"/>
              <a:pathLst>
                <a:path w="602" h="885" extrusionOk="0">
                  <a:moveTo>
                    <a:pt x="301" y="1"/>
                  </a:moveTo>
                  <a:cubicBezTo>
                    <a:pt x="230" y="1"/>
                    <a:pt x="89" y="213"/>
                    <a:pt x="89" y="442"/>
                  </a:cubicBezTo>
                  <a:cubicBezTo>
                    <a:pt x="0" y="654"/>
                    <a:pt x="159" y="884"/>
                    <a:pt x="301" y="884"/>
                  </a:cubicBezTo>
                  <a:cubicBezTo>
                    <a:pt x="442" y="884"/>
                    <a:pt x="531" y="743"/>
                    <a:pt x="531" y="442"/>
                  </a:cubicBezTo>
                  <a:cubicBezTo>
                    <a:pt x="601" y="213"/>
                    <a:pt x="442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2195413" y="439142"/>
              <a:ext cx="389851" cy="213069"/>
            </a:xfrm>
            <a:custGeom>
              <a:avLst/>
              <a:gdLst/>
              <a:ahLst/>
              <a:cxnLst/>
              <a:rect l="l" t="t" r="r" b="b"/>
              <a:pathLst>
                <a:path w="6629" h="3623" extrusionOk="0">
                  <a:moveTo>
                    <a:pt x="3710" y="0"/>
                  </a:moveTo>
                  <a:cubicBezTo>
                    <a:pt x="2804" y="0"/>
                    <a:pt x="1620" y="264"/>
                    <a:pt x="71" y="971"/>
                  </a:cubicBezTo>
                  <a:cubicBezTo>
                    <a:pt x="71" y="971"/>
                    <a:pt x="1" y="3251"/>
                    <a:pt x="4260" y="3622"/>
                  </a:cubicBezTo>
                  <a:cubicBezTo>
                    <a:pt x="4702" y="3622"/>
                    <a:pt x="5073" y="3622"/>
                    <a:pt x="5373" y="3552"/>
                  </a:cubicBezTo>
                  <a:lnTo>
                    <a:pt x="5515" y="2509"/>
                  </a:lnTo>
                  <a:lnTo>
                    <a:pt x="5744" y="3393"/>
                  </a:lnTo>
                  <a:cubicBezTo>
                    <a:pt x="6540" y="3039"/>
                    <a:pt x="6628" y="2297"/>
                    <a:pt x="6628" y="2297"/>
                  </a:cubicBezTo>
                  <a:cubicBezTo>
                    <a:pt x="6628" y="2297"/>
                    <a:pt x="6382" y="0"/>
                    <a:pt x="3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2063446" y="487424"/>
              <a:ext cx="188133" cy="260411"/>
            </a:xfrm>
            <a:custGeom>
              <a:avLst/>
              <a:gdLst/>
              <a:ahLst/>
              <a:cxnLst/>
              <a:rect l="l" t="t" r="r" b="b"/>
              <a:pathLst>
                <a:path w="3199" h="4428" extrusionOk="0">
                  <a:moveTo>
                    <a:pt x="2857" y="1"/>
                  </a:moveTo>
                  <a:cubicBezTo>
                    <a:pt x="1924" y="1"/>
                    <a:pt x="1" y="3706"/>
                    <a:pt x="477" y="3897"/>
                  </a:cubicBezTo>
                  <a:cubicBezTo>
                    <a:pt x="990" y="4127"/>
                    <a:pt x="1361" y="4427"/>
                    <a:pt x="1361" y="4427"/>
                  </a:cubicBezTo>
                  <a:cubicBezTo>
                    <a:pt x="2686" y="4056"/>
                    <a:pt x="3040" y="1034"/>
                    <a:pt x="3040" y="1034"/>
                  </a:cubicBezTo>
                  <a:cubicBezTo>
                    <a:pt x="3040" y="1034"/>
                    <a:pt x="3199" y="363"/>
                    <a:pt x="3128" y="150"/>
                  </a:cubicBezTo>
                  <a:cubicBezTo>
                    <a:pt x="3053" y="47"/>
                    <a:pt x="2961" y="1"/>
                    <a:pt x="2857" y="1"/>
                  </a:cubicBez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48"/>
            <p:cNvSpPr/>
            <p:nvPr/>
          </p:nvSpPr>
          <p:spPr>
            <a:xfrm>
              <a:off x="2108141" y="669378"/>
              <a:ext cx="121619" cy="338275"/>
            </a:xfrm>
            <a:custGeom>
              <a:avLst/>
              <a:gdLst/>
              <a:ahLst/>
              <a:cxnLst/>
              <a:rect l="l" t="t" r="r" b="b"/>
              <a:pathLst>
                <a:path w="2068" h="5752" extrusionOk="0">
                  <a:moveTo>
                    <a:pt x="974" y="1"/>
                  </a:moveTo>
                  <a:cubicBezTo>
                    <a:pt x="451" y="1"/>
                    <a:pt x="0" y="891"/>
                    <a:pt x="0" y="891"/>
                  </a:cubicBezTo>
                  <a:cubicBezTo>
                    <a:pt x="0" y="891"/>
                    <a:pt x="672" y="1174"/>
                    <a:pt x="742" y="2129"/>
                  </a:cubicBezTo>
                  <a:cubicBezTo>
                    <a:pt x="813" y="3012"/>
                    <a:pt x="954" y="5310"/>
                    <a:pt x="2068" y="5752"/>
                  </a:cubicBezTo>
                  <a:cubicBezTo>
                    <a:pt x="2068" y="5752"/>
                    <a:pt x="1626" y="5522"/>
                    <a:pt x="1326" y="3613"/>
                  </a:cubicBezTo>
                  <a:cubicBezTo>
                    <a:pt x="1114" y="2288"/>
                    <a:pt x="1997" y="662"/>
                    <a:pt x="1326" y="149"/>
                  </a:cubicBezTo>
                  <a:cubicBezTo>
                    <a:pt x="1208" y="44"/>
                    <a:pt x="1089" y="1"/>
                    <a:pt x="9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40" name="Google Shape;740;p48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1" name="Google Shape;741;p48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7" name="Google Shape;617;p48"/>
          <p:cNvSpPr txBox="1">
            <a:spLocks noGrp="1"/>
          </p:cNvSpPr>
          <p:nvPr>
            <p:ph type="title"/>
          </p:nvPr>
        </p:nvSpPr>
        <p:spPr>
          <a:xfrm>
            <a:off x="290936" y="1716418"/>
            <a:ext cx="6891307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Structura </a:t>
            </a:r>
            <a:r>
              <a:rPr lang="ro-RO" dirty="0" smtClean="0"/>
              <a:t>emailului</a:t>
            </a:r>
            <a:endParaRPr lang="ro-R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685363" y="167934"/>
            <a:ext cx="77040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 smtClean="0">
                <a:highlight>
                  <a:schemeClr val="dk1"/>
                </a:highlight>
              </a:rPr>
              <a:t>Scrie</a:t>
            </a:r>
            <a:r>
              <a:rPr lang="en-US" sz="2800" dirty="0" smtClean="0">
                <a:highlight>
                  <a:schemeClr val="dk1"/>
                </a:highlight>
              </a:rPr>
              <a:t> </a:t>
            </a:r>
            <a:r>
              <a:rPr lang="ro-RO" sz="2800" dirty="0" smtClean="0">
                <a:highlight>
                  <a:schemeClr val="dk1"/>
                </a:highlight>
              </a:rPr>
              <a:t>primul</a:t>
            </a:r>
            <a:r>
              <a:rPr lang="en-US" sz="2800" dirty="0" smtClean="0">
                <a:highlight>
                  <a:schemeClr val="dk1"/>
                </a:highlight>
              </a:rPr>
              <a:t> </a:t>
            </a:r>
            <a:r>
              <a:rPr lang="en" sz="2800" dirty="0" smtClean="0">
                <a:highlight>
                  <a:schemeClr val="accent1"/>
                </a:highlight>
              </a:rPr>
              <a:t>e</a:t>
            </a:r>
            <a:r>
              <a:rPr lang="ro-RO" sz="2800" dirty="0" smtClean="0">
                <a:highlight>
                  <a:schemeClr val="accent1"/>
                </a:highlight>
              </a:rPr>
              <a:t>mail</a:t>
            </a:r>
            <a:endParaRPr sz="2800" dirty="0">
              <a:highlight>
                <a:schemeClr val="accent1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911" y="796636"/>
            <a:ext cx="7017008" cy="403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6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52" y="731375"/>
            <a:ext cx="8333509" cy="4306814"/>
          </a:xfrm>
          <a:prstGeom prst="rect">
            <a:avLst/>
          </a:prstGeom>
        </p:spPr>
      </p:pic>
      <p:sp>
        <p:nvSpPr>
          <p:cNvPr id="445" name="Google Shape;445;p40"/>
          <p:cNvSpPr/>
          <p:nvPr/>
        </p:nvSpPr>
        <p:spPr>
          <a:xfrm>
            <a:off x="8284195" y="216896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741806" y="143658"/>
            <a:ext cx="77040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>
                <a:highlight>
                  <a:schemeClr val="dk1"/>
                </a:highlight>
              </a:rPr>
              <a:t>Câmpurile </a:t>
            </a:r>
            <a:r>
              <a:rPr lang="en" sz="2800" dirty="0" smtClean="0">
                <a:highlight>
                  <a:schemeClr val="accent1"/>
                </a:highlight>
              </a:rPr>
              <a:t>e</a:t>
            </a:r>
            <a:r>
              <a:rPr lang="ro-RO" sz="2800" dirty="0" smtClean="0">
                <a:highlight>
                  <a:schemeClr val="accent1"/>
                </a:highlight>
              </a:rPr>
              <a:t>mailului</a:t>
            </a:r>
            <a:endParaRPr sz="2800" dirty="0">
              <a:highlight>
                <a:schemeClr val="accent1"/>
              </a:highlight>
            </a:endParaRPr>
          </a:p>
        </p:txBody>
      </p:sp>
      <p:graphicFrame>
        <p:nvGraphicFramePr>
          <p:cNvPr id="447" name="Google Shape;447;p40"/>
          <p:cNvGraphicFramePr/>
          <p:nvPr>
            <p:extLst>
              <p:ext uri="{D42A27DB-BD31-4B8C-83A1-F6EECF244321}">
                <p14:modId xmlns:p14="http://schemas.microsoft.com/office/powerpoint/2010/main" val="1160717816"/>
              </p:ext>
            </p:extLst>
          </p:nvPr>
        </p:nvGraphicFramePr>
        <p:xfrm>
          <a:off x="2020955" y="1710969"/>
          <a:ext cx="5068957" cy="2523756"/>
        </p:xfrm>
        <a:graphic>
          <a:graphicData uri="http://schemas.openxmlformats.org/drawingml/2006/table">
            <a:tbl>
              <a:tblPr>
                <a:noFill/>
                <a:tableStyleId>{A961DF42-66FB-4B8D-947A-30CB14F4A37D}</a:tableStyleId>
              </a:tblPr>
              <a:tblGrid>
                <a:gridCol w="261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5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Câmpul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</a:t>
                      </a:r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erea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94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 smtClean="0">
                          <a:effectLst/>
                        </a:rPr>
                        <a:t>Destinatarul</a:t>
                      </a:r>
                      <a:r>
                        <a:rPr lang="ro-RO" sz="1200" dirty="0" smtClean="0">
                          <a:effectLst/>
                        </a:rPr>
                        <a:t> principal (1..N) = persoanele la care e-mailul este trimis și de la care doreșți un răspuns</a:t>
                      </a:r>
                    </a:p>
                    <a:p>
                      <a:pPr rtl="0"/>
                      <a:r>
                        <a:rPr lang="ro-RO" sz="1000" b="1" dirty="0" smtClean="0">
                          <a:effectLst/>
                        </a:rPr>
                        <a:t>Nume @ Domeniu</a:t>
                      </a:r>
                      <a:endParaRPr lang="ro-RO" sz="1000" b="1" dirty="0">
                        <a:effectLst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CC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 smtClean="0">
                          <a:effectLst/>
                        </a:rPr>
                        <a:t>Copie la indigo </a:t>
                      </a:r>
                      <a:r>
                        <a:rPr lang="ro-RO" sz="1200" dirty="0" smtClean="0">
                          <a:effectLst/>
                        </a:rPr>
                        <a:t>(en. Carbone Copy) = persoanelele care au nevoie de aceste informații, dar nu trebuie neapărat să răspundă</a:t>
                      </a:r>
                      <a:endParaRPr lang="ro-RO" sz="1200" dirty="0">
                        <a:effectLst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BCC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 smtClean="0">
                          <a:effectLst/>
                        </a:rPr>
                        <a:t>Copie la</a:t>
                      </a:r>
                      <a:r>
                        <a:rPr lang="ro-RO" sz="1200" b="1" baseline="0" dirty="0" smtClean="0">
                          <a:effectLst/>
                        </a:rPr>
                        <a:t> indigo în orb </a:t>
                      </a:r>
                      <a:r>
                        <a:rPr lang="ro-RO" sz="1200" dirty="0" smtClean="0">
                          <a:effectLst/>
                        </a:rPr>
                        <a:t>(en. Blind CC) = persoanele care au nevoie de aceste informații, dar persoanele To și CC nu pot vedea cine a primit e-mailul</a:t>
                      </a:r>
                      <a:endParaRPr lang="ro-RO" sz="1200" dirty="0">
                        <a:effectLst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73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Subject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 smtClean="0">
                          <a:effectLst/>
                        </a:rPr>
                        <a:t>Subiectul</a:t>
                      </a:r>
                      <a:r>
                        <a:rPr lang="ro-RO" sz="1200" dirty="0" smtClean="0">
                          <a:effectLst/>
                        </a:rPr>
                        <a:t> = Titlul clar și concis</a:t>
                      </a:r>
                      <a:endParaRPr lang="ro-RO" sz="1200" dirty="0">
                        <a:effectLst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6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Mesajul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 smtClean="0">
                          <a:effectLst/>
                        </a:rPr>
                        <a:t>Conținutul</a:t>
                      </a:r>
                      <a:r>
                        <a:rPr lang="ro-RO" sz="1200" dirty="0" smtClean="0">
                          <a:effectLst/>
                        </a:rPr>
                        <a:t> scrisorii conține și formula de încheiere și semnătura ta. Tu ești </a:t>
                      </a:r>
                      <a:r>
                        <a:rPr lang="ro-RO" sz="1200" b="0" i="1" baseline="0" dirty="0" smtClean="0">
                          <a:solidFill>
                            <a:schemeClr val="accent1"/>
                          </a:solidFill>
                          <a:effectLst/>
                        </a:rPr>
                        <a:t>expeditorul</a:t>
                      </a:r>
                      <a:r>
                        <a:rPr lang="ro-RO" sz="1200" dirty="0" smtClean="0">
                          <a:effectLst/>
                        </a:rPr>
                        <a:t> scrisorii.</a:t>
                      </a:r>
                      <a:endParaRPr lang="ro-RO" sz="1200" dirty="0">
                        <a:effectLst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1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715100" y="1736102"/>
            <a:ext cx="5813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Neteticheta</a:t>
            </a:r>
            <a:endParaRPr dirty="0"/>
          </a:p>
        </p:txBody>
      </p:sp>
      <p:sp>
        <p:nvSpPr>
          <p:cNvPr id="832" name="Google Shape;832;p52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4</a:t>
            </a:r>
            <a:endParaRPr dirty="0"/>
          </a:p>
        </p:txBody>
      </p:sp>
      <p:sp>
        <p:nvSpPr>
          <p:cNvPr id="833" name="Google Shape;833;p52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 smtClean="0"/>
              <a:t>Ce reguli de conduită folosim și de ce?</a:t>
            </a:r>
            <a:endParaRPr lang="ro-RO" dirty="0"/>
          </a:p>
        </p:txBody>
      </p:sp>
      <p:sp>
        <p:nvSpPr>
          <p:cNvPr id="834" name="Google Shape;834;p52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5" name="Google Shape;835;p52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4" name="Google Shape;596;p46"/>
          <p:cNvGrpSpPr/>
          <p:nvPr/>
        </p:nvGrpSpPr>
        <p:grpSpPr>
          <a:xfrm>
            <a:off x="5294079" y="2174919"/>
            <a:ext cx="3432984" cy="2496295"/>
            <a:chOff x="331763" y="414153"/>
            <a:chExt cx="6903246" cy="5019697"/>
          </a:xfrm>
        </p:grpSpPr>
        <p:sp>
          <p:nvSpPr>
            <p:cNvPr id="65" name="Google Shape;597;p46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598;p46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599;p46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00;p46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69" name="Google Shape;601;p46"/>
          <p:cNvPicPr preferRelativeResize="0"/>
          <p:nvPr/>
        </p:nvPicPr>
        <p:blipFill rotWithShape="1">
          <a:blip r:embed="rId3">
            <a:alphaModFix/>
          </a:blip>
          <a:srcRect l="150" r="-150"/>
          <a:stretch/>
        </p:blipFill>
        <p:spPr>
          <a:xfrm>
            <a:off x="5385974" y="2270489"/>
            <a:ext cx="3249125" cy="18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3"/>
          <p:cNvSpPr txBox="1">
            <a:spLocks noGrp="1"/>
          </p:cNvSpPr>
          <p:nvPr>
            <p:ph type="title"/>
          </p:nvPr>
        </p:nvSpPr>
        <p:spPr>
          <a:xfrm>
            <a:off x="2147455" y="136673"/>
            <a:ext cx="59489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 smtClean="0"/>
              <a:t>Reguli de redactare</a:t>
            </a:r>
            <a:endParaRPr sz="2800" dirty="0"/>
          </a:p>
        </p:txBody>
      </p:sp>
      <p:sp>
        <p:nvSpPr>
          <p:cNvPr id="898" name="Google Shape;898;p53"/>
          <p:cNvSpPr txBox="1">
            <a:spLocks noGrp="1"/>
          </p:cNvSpPr>
          <p:nvPr>
            <p:ph type="subTitle" idx="1"/>
          </p:nvPr>
        </p:nvSpPr>
        <p:spPr>
          <a:xfrm>
            <a:off x="309251" y="401782"/>
            <a:ext cx="8473646" cy="45575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o-RO" b="1" dirty="0" smtClean="0">
                <a:solidFill>
                  <a:schemeClr val="accent1">
                    <a:lumMod val="50000"/>
                  </a:schemeClr>
                </a:solidFill>
              </a:rPr>
              <a:t>Alege Subiectul </a:t>
            </a:r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atractiv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o-RO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ro-RO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ro-RO" dirty="0" smtClean="0"/>
              <a:t>Un </a:t>
            </a:r>
            <a:r>
              <a:rPr lang="ro-RO" dirty="0"/>
              <a:t>titlu clar și concis care captează atenția destinatarului și oferă o idee despre conținutul mesajului. </a:t>
            </a:r>
            <a:endParaRPr lang="ro-RO" b="1" dirty="0" smtClean="0">
              <a:solidFill>
                <a:schemeClr val="accent4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o-RO" b="1" dirty="0" smtClean="0">
                <a:solidFill>
                  <a:schemeClr val="accent4"/>
                </a:solidFill>
              </a:rPr>
              <a:t>Fii politicos și respectuos </a:t>
            </a:r>
            <a:r>
              <a:rPr lang="ro-RO" dirty="0" smtClean="0">
                <a:solidFill>
                  <a:schemeClr val="accent4"/>
                </a:solidFill>
              </a:rPr>
              <a:t>!!</a:t>
            </a:r>
            <a:br>
              <a:rPr lang="ro-RO" dirty="0" smtClean="0">
                <a:solidFill>
                  <a:schemeClr val="accent4"/>
                </a:solidFill>
              </a:rPr>
            </a:br>
            <a:r>
              <a:rPr lang="ro-RO" b="1" dirty="0" smtClean="0"/>
              <a:t>Începe</a:t>
            </a:r>
            <a:r>
              <a:rPr lang="ro-RO" dirty="0" smtClean="0"/>
              <a:t> mesajul </a:t>
            </a:r>
            <a:r>
              <a:rPr lang="ro-RO" dirty="0"/>
              <a:t>cu formula de salutare potrivită </a:t>
            </a:r>
            <a:r>
              <a:rPr lang="ro-RO" dirty="0" smtClean="0"/>
              <a:t>destinatarului și </a:t>
            </a:r>
            <a:r>
              <a:rPr lang="ro-RO" b="1" dirty="0" smtClean="0"/>
              <a:t>încheie</a:t>
            </a:r>
            <a:r>
              <a:rPr lang="ro-RO" dirty="0" smtClean="0"/>
              <a:t> cu o formulă de curtoazie. Scrie cu tonul adecvat persoanei și fără agresivitate. </a:t>
            </a:r>
            <a:r>
              <a:rPr lang="ro-RO" b="1" i="1" dirty="0" smtClean="0">
                <a:solidFill>
                  <a:schemeClr val="accent1">
                    <a:lumMod val="50000"/>
                  </a:schemeClr>
                </a:solidFill>
              </a:rPr>
              <a:t>Ajută !!</a:t>
            </a:r>
            <a:r>
              <a:rPr lang="ro-RO" b="1" i="1" dirty="0" smtClean="0">
                <a:solidFill>
                  <a:schemeClr val="accent1"/>
                </a:solidFill>
              </a:rPr>
              <a:t/>
            </a:r>
            <a:br>
              <a:rPr lang="ro-RO" b="1" i="1" dirty="0" smtClean="0">
                <a:solidFill>
                  <a:schemeClr val="accent1"/>
                </a:solidFill>
              </a:rPr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r>
              <a:rPr lang="ro-RO" dirty="0" smtClean="0"/>
              <a:t/>
            </a:r>
            <a:br>
              <a:rPr lang="ro-RO" dirty="0" smtClean="0"/>
            </a:br>
            <a:endParaRPr lang="ro-RO" dirty="0" smtClean="0"/>
          </a:p>
          <a:p>
            <a:pPr marL="342900" indent="-342900" algn="l">
              <a:buFont typeface="+mj-lt"/>
              <a:buAutoNum type="arabicPeriod"/>
            </a:pPr>
            <a:r>
              <a:rPr lang="ro-RO" b="1" dirty="0" smtClean="0">
                <a:solidFill>
                  <a:schemeClr val="accent1">
                    <a:lumMod val="50000"/>
                  </a:schemeClr>
                </a:solidFill>
              </a:rPr>
              <a:t>Fii </a:t>
            </a:r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organizat !! </a:t>
            </a:r>
            <a:r>
              <a:rPr lang="ro-RO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o-RO" b="1" dirty="0" smtClean="0">
                <a:solidFill>
                  <a:schemeClr val="accent4"/>
                </a:solidFill>
              </a:rPr>
              <a:t/>
            </a:r>
            <a:br>
              <a:rPr lang="ro-RO" b="1" dirty="0" smtClean="0">
                <a:solidFill>
                  <a:schemeClr val="accent4"/>
                </a:solidFill>
              </a:rPr>
            </a:br>
            <a:r>
              <a:rPr lang="ro-RO" dirty="0" smtClean="0"/>
              <a:t>Urmează o ordine logică când scrii corpul mesajului. Fii clar și concis.</a:t>
            </a:r>
            <a:r>
              <a:rPr lang="ro-RO" dirty="0"/>
              <a:t> Informația principală trebuie structurată clar, folosind paragrafe scurte și puncte cheie pentru a facilita lectura</a:t>
            </a:r>
            <a:r>
              <a:rPr lang="ro-RO" dirty="0" smtClean="0"/>
              <a:t>.</a:t>
            </a:r>
            <a:endParaRPr lang="ro-RO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b="1" dirty="0" smtClean="0">
                <a:solidFill>
                  <a:schemeClr val="accent4"/>
                </a:solidFill>
              </a:rPr>
              <a:t>Scrie corect gramatical !!  </a:t>
            </a:r>
            <a:br>
              <a:rPr lang="ro-RO" b="1" dirty="0" smtClean="0">
                <a:solidFill>
                  <a:schemeClr val="accent4"/>
                </a:solidFill>
              </a:rPr>
            </a:br>
            <a:r>
              <a:rPr lang="ro-RO" dirty="0" smtClean="0"/>
              <a:t>Lasă o impresie bună asupra ta.</a:t>
            </a:r>
          </a:p>
          <a:p>
            <a:pPr marL="342900" indent="-342900" algn="l">
              <a:buFont typeface="+mj-lt"/>
              <a:buAutoNum type="arabicPeriod"/>
            </a:pPr>
            <a:r>
              <a:rPr lang="ro-RO" b="1" dirty="0" smtClean="0">
                <a:solidFill>
                  <a:schemeClr val="accent1">
                    <a:lumMod val="50000"/>
                  </a:schemeClr>
                </a:solidFill>
              </a:rPr>
              <a:t>Semnează-te cu nume și prenume. </a:t>
            </a:r>
            <a:br>
              <a:rPr lang="ro-RO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ro-RO" dirty="0"/>
              <a:t>Finalizarea mesajului cu un rezumat sau apel la acțiune, urmată de semnătura care oferă detalii de contact alternative</a:t>
            </a:r>
            <a:r>
              <a:rPr lang="ro-RO" dirty="0" smtClean="0"/>
              <a:t>.</a:t>
            </a:r>
            <a:r>
              <a:rPr lang="ro-RO" b="1" dirty="0" smtClean="0">
                <a:solidFill>
                  <a:schemeClr val="accent4"/>
                </a:solidFill>
              </a:rPr>
              <a:t/>
            </a:r>
            <a:br>
              <a:rPr lang="ro-RO" b="1" dirty="0" smtClean="0">
                <a:solidFill>
                  <a:schemeClr val="accent4"/>
                </a:solidFill>
              </a:rPr>
            </a:br>
            <a:r>
              <a:rPr lang="ro-RO" dirty="0" smtClean="0"/>
              <a:t>Poți să setezi si o semnatura care se adauga automat la corpul mesajului.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  <p:sp>
        <p:nvSpPr>
          <p:cNvPr id="901" name="Google Shape;901;p53"/>
          <p:cNvSpPr/>
          <p:nvPr/>
        </p:nvSpPr>
        <p:spPr>
          <a:xfrm>
            <a:off x="8144919" y="223196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27591"/>
              </p:ext>
            </p:extLst>
          </p:nvPr>
        </p:nvGraphicFramePr>
        <p:xfrm>
          <a:off x="741216" y="1880149"/>
          <a:ext cx="7924804" cy="914400"/>
        </p:xfrm>
        <a:graphic>
          <a:graphicData uri="http://schemas.openxmlformats.org/drawingml/2006/table">
            <a:tbl>
              <a:tblPr firstRow="1" bandRow="1">
                <a:tableStyleId>{A961DF42-66FB-4B8D-947A-30CB14F4A37D}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2393818862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3035381980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4115606731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1411901940"/>
                    </a:ext>
                  </a:extLst>
                </a:gridCol>
              </a:tblGrid>
              <a:tr h="239197">
                <a:tc gridSpan="2">
                  <a:txBody>
                    <a:bodyPr/>
                    <a:lstStyle/>
                    <a:p>
                      <a:pPr algn="ctr"/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Mailul formal / oficial</a:t>
                      </a:r>
                      <a:endParaRPr lang="en-US" sz="1200" b="1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o-RO" sz="1200" b="1" dirty="0" smtClean="0">
                          <a:solidFill>
                            <a:schemeClr val="accent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Mailul informal (între colegi, prieteni etc.)</a:t>
                      </a:r>
                      <a:endParaRPr lang="en-US" sz="1200" b="1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50656"/>
                  </a:ext>
                </a:extLst>
              </a:tr>
              <a:tr h="4684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Bună ziua dna profesoară,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  <a:br>
                        <a:rPr lang="ro-RO" sz="120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o-RO" sz="120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 respect,</a:t>
                      </a:r>
                    </a:p>
                  </a:txBody>
                  <a:tcP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Stimate</a:t>
                      </a:r>
                      <a:r>
                        <a:rPr lang="ro-RO" sz="1200" i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domnule, 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 considerație,</a:t>
                      </a:r>
                    </a:p>
                  </a:txBody>
                  <a:tcP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Salut Mihai,</a:t>
                      </a:r>
                      <a:b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  <a:b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 curând,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Dragă bunică,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 smtClean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 zi bună!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406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715099" y="1736102"/>
            <a:ext cx="694221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Tehnoredactarea</a:t>
            </a:r>
            <a:endParaRPr dirty="0"/>
          </a:p>
        </p:txBody>
      </p:sp>
      <p:sp>
        <p:nvSpPr>
          <p:cNvPr id="930" name="Google Shape;930;p56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5</a:t>
            </a:r>
            <a:endParaRPr dirty="0"/>
          </a:p>
        </p:txBody>
      </p:sp>
      <p:sp>
        <p:nvSpPr>
          <p:cNvPr id="931" name="Google Shape;931;p5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Cum să formatezi textul? Atașează fișiere.</a:t>
            </a:r>
            <a:endParaRPr dirty="0"/>
          </a:p>
        </p:txBody>
      </p:sp>
      <p:sp>
        <p:nvSpPr>
          <p:cNvPr id="932" name="Google Shape;932;p5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3" name="Google Shape;933;p5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3" name="Google Shape;3321;p66"/>
          <p:cNvGrpSpPr/>
          <p:nvPr/>
        </p:nvGrpSpPr>
        <p:grpSpPr>
          <a:xfrm>
            <a:off x="6475457" y="2330400"/>
            <a:ext cx="2250815" cy="2632755"/>
            <a:chOff x="1768400" y="239000"/>
            <a:chExt cx="3674800" cy="4298375"/>
          </a:xfrm>
        </p:grpSpPr>
        <p:sp>
          <p:nvSpPr>
            <p:cNvPr id="44" name="Google Shape;3322;p66"/>
            <p:cNvSpPr/>
            <p:nvPr/>
          </p:nvSpPr>
          <p:spPr>
            <a:xfrm>
              <a:off x="1768400" y="1533025"/>
              <a:ext cx="468350" cy="481575"/>
            </a:xfrm>
            <a:custGeom>
              <a:avLst/>
              <a:gdLst/>
              <a:ahLst/>
              <a:cxnLst/>
              <a:rect l="l" t="t" r="r" b="b"/>
              <a:pathLst>
                <a:path w="18734" h="19263" extrusionOk="0">
                  <a:moveTo>
                    <a:pt x="6054" y="0"/>
                  </a:moveTo>
                  <a:cubicBezTo>
                    <a:pt x="5852" y="0"/>
                    <a:pt x="5660" y="26"/>
                    <a:pt x="5483" y="82"/>
                  </a:cubicBezTo>
                  <a:cubicBezTo>
                    <a:pt x="3732" y="710"/>
                    <a:pt x="6911" y="3966"/>
                    <a:pt x="7064" y="4137"/>
                  </a:cubicBezTo>
                  <a:cubicBezTo>
                    <a:pt x="6958" y="4071"/>
                    <a:pt x="5715" y="2958"/>
                    <a:pt x="4536" y="2958"/>
                  </a:cubicBezTo>
                  <a:cubicBezTo>
                    <a:pt x="4010" y="2958"/>
                    <a:pt x="3497" y="3180"/>
                    <a:pt x="3104" y="3814"/>
                  </a:cubicBezTo>
                  <a:cubicBezTo>
                    <a:pt x="2304" y="5242"/>
                    <a:pt x="4779" y="6822"/>
                    <a:pt x="4779" y="6822"/>
                  </a:cubicBezTo>
                  <a:cubicBezTo>
                    <a:pt x="4779" y="6822"/>
                    <a:pt x="2475" y="7069"/>
                    <a:pt x="2076" y="8097"/>
                  </a:cubicBezTo>
                  <a:cubicBezTo>
                    <a:pt x="1600" y="9201"/>
                    <a:pt x="3351" y="10705"/>
                    <a:pt x="3351" y="10705"/>
                  </a:cubicBezTo>
                  <a:cubicBezTo>
                    <a:pt x="3351" y="10705"/>
                    <a:pt x="1" y="11829"/>
                    <a:pt x="971" y="13409"/>
                  </a:cubicBezTo>
                  <a:cubicBezTo>
                    <a:pt x="1600" y="14608"/>
                    <a:pt x="3180" y="14760"/>
                    <a:pt x="4132" y="14760"/>
                  </a:cubicBezTo>
                  <a:lnTo>
                    <a:pt x="4779" y="14760"/>
                  </a:lnTo>
                  <a:cubicBezTo>
                    <a:pt x="4779" y="14760"/>
                    <a:pt x="4931" y="14913"/>
                    <a:pt x="5160" y="15236"/>
                  </a:cubicBezTo>
                  <a:cubicBezTo>
                    <a:pt x="6226" y="16437"/>
                    <a:pt x="8915" y="19262"/>
                    <a:pt x="11999" y="19262"/>
                  </a:cubicBezTo>
                  <a:cubicBezTo>
                    <a:pt x="12385" y="19262"/>
                    <a:pt x="12778" y="19218"/>
                    <a:pt x="13175" y="19120"/>
                  </a:cubicBezTo>
                  <a:cubicBezTo>
                    <a:pt x="17534" y="18092"/>
                    <a:pt x="18486" y="12133"/>
                    <a:pt x="18486" y="12133"/>
                  </a:cubicBezTo>
                  <a:cubicBezTo>
                    <a:pt x="18486" y="12133"/>
                    <a:pt x="18734" y="4137"/>
                    <a:pt x="16754" y="2538"/>
                  </a:cubicBezTo>
                  <a:cubicBezTo>
                    <a:pt x="16284" y="2141"/>
                    <a:pt x="15733" y="1992"/>
                    <a:pt x="15169" y="1992"/>
                  </a:cubicBezTo>
                  <a:cubicBezTo>
                    <a:pt x="13815" y="1992"/>
                    <a:pt x="12388" y="2849"/>
                    <a:pt x="11823" y="3185"/>
                  </a:cubicBezTo>
                  <a:cubicBezTo>
                    <a:pt x="11671" y="3338"/>
                    <a:pt x="11518" y="3414"/>
                    <a:pt x="11518" y="3414"/>
                  </a:cubicBezTo>
                  <a:cubicBezTo>
                    <a:pt x="11518" y="3414"/>
                    <a:pt x="11442" y="3262"/>
                    <a:pt x="11119" y="2938"/>
                  </a:cubicBezTo>
                  <a:cubicBezTo>
                    <a:pt x="9724" y="1476"/>
                    <a:pt x="7574" y="0"/>
                    <a:pt x="6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3323;p66"/>
            <p:cNvSpPr/>
            <p:nvPr/>
          </p:nvSpPr>
          <p:spPr>
            <a:xfrm>
              <a:off x="2024450" y="1739100"/>
              <a:ext cx="119025" cy="188650"/>
            </a:xfrm>
            <a:custGeom>
              <a:avLst/>
              <a:gdLst/>
              <a:ahLst/>
              <a:cxnLst/>
              <a:rect l="l" t="t" r="r" b="b"/>
              <a:pathLst>
                <a:path w="4761" h="7546" extrusionOk="0">
                  <a:moveTo>
                    <a:pt x="356" y="1"/>
                  </a:moveTo>
                  <a:cubicBezTo>
                    <a:pt x="240" y="1"/>
                    <a:pt x="125" y="71"/>
                    <a:pt x="77" y="178"/>
                  </a:cubicBezTo>
                  <a:cubicBezTo>
                    <a:pt x="1" y="406"/>
                    <a:pt x="77" y="559"/>
                    <a:pt x="248" y="654"/>
                  </a:cubicBezTo>
                  <a:cubicBezTo>
                    <a:pt x="248" y="730"/>
                    <a:pt x="3256" y="2234"/>
                    <a:pt x="3809" y="4461"/>
                  </a:cubicBezTo>
                  <a:cubicBezTo>
                    <a:pt x="4056" y="5318"/>
                    <a:pt x="3809" y="6194"/>
                    <a:pt x="3256" y="6993"/>
                  </a:cubicBezTo>
                  <a:cubicBezTo>
                    <a:pt x="3180" y="7146"/>
                    <a:pt x="3180" y="7393"/>
                    <a:pt x="3333" y="7469"/>
                  </a:cubicBezTo>
                  <a:cubicBezTo>
                    <a:pt x="3485" y="7545"/>
                    <a:pt x="3580" y="7545"/>
                    <a:pt x="3732" y="7545"/>
                  </a:cubicBezTo>
                  <a:cubicBezTo>
                    <a:pt x="3732" y="7469"/>
                    <a:pt x="3809" y="7469"/>
                    <a:pt x="3809" y="7393"/>
                  </a:cubicBezTo>
                  <a:cubicBezTo>
                    <a:pt x="4532" y="6365"/>
                    <a:pt x="4760" y="5318"/>
                    <a:pt x="4437" y="4290"/>
                  </a:cubicBezTo>
                  <a:cubicBezTo>
                    <a:pt x="3809" y="1758"/>
                    <a:pt x="629" y="83"/>
                    <a:pt x="553" y="83"/>
                  </a:cubicBezTo>
                  <a:cubicBezTo>
                    <a:pt x="496" y="26"/>
                    <a:pt x="426" y="1"/>
                    <a:pt x="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3324;p66"/>
            <p:cNvSpPr/>
            <p:nvPr/>
          </p:nvSpPr>
          <p:spPr>
            <a:xfrm>
              <a:off x="1871675" y="1675000"/>
              <a:ext cx="170900" cy="238950"/>
            </a:xfrm>
            <a:custGeom>
              <a:avLst/>
              <a:gdLst/>
              <a:ahLst/>
              <a:cxnLst/>
              <a:rect l="l" t="t" r="r" b="b"/>
              <a:pathLst>
                <a:path w="6836" h="9558" extrusionOk="0">
                  <a:moveTo>
                    <a:pt x="6045" y="0"/>
                  </a:moveTo>
                  <a:cubicBezTo>
                    <a:pt x="5936" y="0"/>
                    <a:pt x="5836" y="38"/>
                    <a:pt x="5788" y="115"/>
                  </a:cubicBezTo>
                  <a:cubicBezTo>
                    <a:pt x="5636" y="267"/>
                    <a:pt x="5636" y="362"/>
                    <a:pt x="5712" y="514"/>
                  </a:cubicBezTo>
                  <a:cubicBezTo>
                    <a:pt x="5960" y="914"/>
                    <a:pt x="6112" y="1314"/>
                    <a:pt x="6112" y="1542"/>
                  </a:cubicBezTo>
                  <a:cubicBezTo>
                    <a:pt x="6112" y="1790"/>
                    <a:pt x="6036" y="1866"/>
                    <a:pt x="5960" y="1942"/>
                  </a:cubicBezTo>
                  <a:cubicBezTo>
                    <a:pt x="5788" y="2018"/>
                    <a:pt x="5560" y="2095"/>
                    <a:pt x="5312" y="2095"/>
                  </a:cubicBezTo>
                  <a:cubicBezTo>
                    <a:pt x="4932" y="2095"/>
                    <a:pt x="4360" y="2095"/>
                    <a:pt x="3808" y="2018"/>
                  </a:cubicBezTo>
                  <a:cubicBezTo>
                    <a:pt x="3504" y="1942"/>
                    <a:pt x="3256" y="1866"/>
                    <a:pt x="3104" y="1866"/>
                  </a:cubicBezTo>
                  <a:cubicBezTo>
                    <a:pt x="3073" y="1852"/>
                    <a:pt x="3039" y="1846"/>
                    <a:pt x="3006" y="1846"/>
                  </a:cubicBezTo>
                  <a:cubicBezTo>
                    <a:pt x="2856" y="1846"/>
                    <a:pt x="2704" y="1970"/>
                    <a:pt x="2704" y="2095"/>
                  </a:cubicBezTo>
                  <a:cubicBezTo>
                    <a:pt x="2628" y="2171"/>
                    <a:pt x="2704" y="2342"/>
                    <a:pt x="2780" y="2418"/>
                  </a:cubicBezTo>
                  <a:cubicBezTo>
                    <a:pt x="2780" y="2494"/>
                    <a:pt x="2856" y="2494"/>
                    <a:pt x="2933" y="2494"/>
                  </a:cubicBezTo>
                  <a:cubicBezTo>
                    <a:pt x="3580" y="2647"/>
                    <a:pt x="4456" y="2970"/>
                    <a:pt x="5008" y="3294"/>
                  </a:cubicBezTo>
                  <a:cubicBezTo>
                    <a:pt x="5236" y="3446"/>
                    <a:pt x="5484" y="3599"/>
                    <a:pt x="5484" y="3770"/>
                  </a:cubicBezTo>
                  <a:cubicBezTo>
                    <a:pt x="5560" y="3770"/>
                    <a:pt x="5560" y="3846"/>
                    <a:pt x="5484" y="3998"/>
                  </a:cubicBezTo>
                  <a:cubicBezTo>
                    <a:pt x="4836" y="4798"/>
                    <a:pt x="2457" y="4950"/>
                    <a:pt x="1600" y="4950"/>
                  </a:cubicBezTo>
                  <a:cubicBezTo>
                    <a:pt x="1429" y="4950"/>
                    <a:pt x="1276" y="5122"/>
                    <a:pt x="1276" y="5274"/>
                  </a:cubicBezTo>
                  <a:cubicBezTo>
                    <a:pt x="1276" y="5426"/>
                    <a:pt x="1352" y="5598"/>
                    <a:pt x="1505" y="5674"/>
                  </a:cubicBezTo>
                  <a:cubicBezTo>
                    <a:pt x="2628" y="5902"/>
                    <a:pt x="3885" y="6778"/>
                    <a:pt x="4132" y="7406"/>
                  </a:cubicBezTo>
                  <a:cubicBezTo>
                    <a:pt x="4208" y="7654"/>
                    <a:pt x="4132" y="7730"/>
                    <a:pt x="4056" y="7806"/>
                  </a:cubicBezTo>
                  <a:cubicBezTo>
                    <a:pt x="3656" y="8453"/>
                    <a:pt x="1429" y="8834"/>
                    <a:pt x="172" y="9005"/>
                  </a:cubicBezTo>
                  <a:cubicBezTo>
                    <a:pt x="77" y="9005"/>
                    <a:pt x="1" y="9081"/>
                    <a:pt x="1" y="9081"/>
                  </a:cubicBezTo>
                  <a:lnTo>
                    <a:pt x="648" y="9081"/>
                  </a:lnTo>
                  <a:cubicBezTo>
                    <a:pt x="648" y="9081"/>
                    <a:pt x="800" y="9234"/>
                    <a:pt x="1029" y="9557"/>
                  </a:cubicBezTo>
                  <a:cubicBezTo>
                    <a:pt x="1828" y="9481"/>
                    <a:pt x="3028" y="9234"/>
                    <a:pt x="3885" y="8834"/>
                  </a:cubicBezTo>
                  <a:cubicBezTo>
                    <a:pt x="4208" y="8682"/>
                    <a:pt x="4456" y="8453"/>
                    <a:pt x="4608" y="8282"/>
                  </a:cubicBezTo>
                  <a:cubicBezTo>
                    <a:pt x="4836" y="7977"/>
                    <a:pt x="4836" y="7577"/>
                    <a:pt x="4760" y="7178"/>
                  </a:cubicBezTo>
                  <a:cubicBezTo>
                    <a:pt x="4532" y="6626"/>
                    <a:pt x="3885" y="5978"/>
                    <a:pt x="3104" y="5598"/>
                  </a:cubicBezTo>
                  <a:cubicBezTo>
                    <a:pt x="4208" y="5426"/>
                    <a:pt x="5484" y="5122"/>
                    <a:pt x="6036" y="4398"/>
                  </a:cubicBezTo>
                  <a:cubicBezTo>
                    <a:pt x="6264" y="4074"/>
                    <a:pt x="6264" y="3770"/>
                    <a:pt x="6188" y="3522"/>
                  </a:cubicBezTo>
                  <a:cubicBezTo>
                    <a:pt x="6112" y="3370"/>
                    <a:pt x="6036" y="3294"/>
                    <a:pt x="5883" y="3123"/>
                  </a:cubicBezTo>
                  <a:cubicBezTo>
                    <a:pt x="5788" y="2970"/>
                    <a:pt x="5636" y="2894"/>
                    <a:pt x="5484" y="2742"/>
                  </a:cubicBezTo>
                  <a:cubicBezTo>
                    <a:pt x="5712" y="2742"/>
                    <a:pt x="5883" y="2647"/>
                    <a:pt x="6112" y="2647"/>
                  </a:cubicBezTo>
                  <a:cubicBezTo>
                    <a:pt x="6188" y="2570"/>
                    <a:pt x="6264" y="2570"/>
                    <a:pt x="6264" y="2494"/>
                  </a:cubicBezTo>
                  <a:cubicBezTo>
                    <a:pt x="6588" y="2342"/>
                    <a:pt x="6835" y="1942"/>
                    <a:pt x="6835" y="1542"/>
                  </a:cubicBezTo>
                  <a:cubicBezTo>
                    <a:pt x="6835" y="1143"/>
                    <a:pt x="6588" y="667"/>
                    <a:pt x="6359" y="115"/>
                  </a:cubicBezTo>
                  <a:cubicBezTo>
                    <a:pt x="6274" y="38"/>
                    <a:pt x="6155" y="0"/>
                    <a:pt x="60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3325;p66"/>
            <p:cNvSpPr/>
            <p:nvPr/>
          </p:nvSpPr>
          <p:spPr>
            <a:xfrm>
              <a:off x="1862725" y="896100"/>
              <a:ext cx="184925" cy="711225"/>
            </a:xfrm>
            <a:custGeom>
              <a:avLst/>
              <a:gdLst/>
              <a:ahLst/>
              <a:cxnLst/>
              <a:rect l="l" t="t" r="r" b="b"/>
              <a:pathLst>
                <a:path w="7397" h="28449" extrusionOk="0">
                  <a:moveTo>
                    <a:pt x="381" y="0"/>
                  </a:moveTo>
                  <a:cubicBezTo>
                    <a:pt x="184" y="0"/>
                    <a:pt x="0" y="141"/>
                    <a:pt x="54" y="410"/>
                  </a:cubicBezTo>
                  <a:lnTo>
                    <a:pt x="4642" y="26283"/>
                  </a:lnTo>
                  <a:cubicBezTo>
                    <a:pt x="5194" y="26587"/>
                    <a:pt x="5766" y="26987"/>
                    <a:pt x="6241" y="27463"/>
                  </a:cubicBezTo>
                  <a:cubicBezTo>
                    <a:pt x="6717" y="27939"/>
                    <a:pt x="7022" y="28186"/>
                    <a:pt x="7346" y="28415"/>
                  </a:cubicBezTo>
                  <a:lnTo>
                    <a:pt x="759" y="258"/>
                  </a:lnTo>
                  <a:cubicBezTo>
                    <a:pt x="692" y="84"/>
                    <a:pt x="532" y="0"/>
                    <a:pt x="381" y="0"/>
                  </a:cubicBezTo>
                  <a:close/>
                  <a:moveTo>
                    <a:pt x="7346" y="28415"/>
                  </a:moveTo>
                  <a:cubicBezTo>
                    <a:pt x="7346" y="28440"/>
                    <a:pt x="7354" y="28449"/>
                    <a:pt x="7363" y="28449"/>
                  </a:cubicBezTo>
                  <a:cubicBezTo>
                    <a:pt x="7380" y="28449"/>
                    <a:pt x="7396" y="28415"/>
                    <a:pt x="7346" y="284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3326;p66"/>
            <p:cNvSpPr/>
            <p:nvPr/>
          </p:nvSpPr>
          <p:spPr>
            <a:xfrm>
              <a:off x="2012550" y="1723550"/>
              <a:ext cx="109025" cy="239875"/>
            </a:xfrm>
            <a:custGeom>
              <a:avLst/>
              <a:gdLst/>
              <a:ahLst/>
              <a:cxnLst/>
              <a:rect l="l" t="t" r="r" b="b"/>
              <a:pathLst>
                <a:path w="4361" h="9595" extrusionOk="0">
                  <a:moveTo>
                    <a:pt x="1105" y="0"/>
                  </a:moveTo>
                  <a:cubicBezTo>
                    <a:pt x="1029" y="229"/>
                    <a:pt x="877" y="400"/>
                    <a:pt x="629" y="552"/>
                  </a:cubicBezTo>
                  <a:cubicBezTo>
                    <a:pt x="629" y="628"/>
                    <a:pt x="553" y="628"/>
                    <a:pt x="477" y="705"/>
                  </a:cubicBezTo>
                  <a:cubicBezTo>
                    <a:pt x="325" y="705"/>
                    <a:pt x="153" y="800"/>
                    <a:pt x="1" y="800"/>
                  </a:cubicBezTo>
                  <a:lnTo>
                    <a:pt x="1" y="952"/>
                  </a:lnTo>
                  <a:cubicBezTo>
                    <a:pt x="77" y="1028"/>
                    <a:pt x="153" y="1104"/>
                    <a:pt x="248" y="1181"/>
                  </a:cubicBezTo>
                  <a:cubicBezTo>
                    <a:pt x="401" y="1352"/>
                    <a:pt x="477" y="1428"/>
                    <a:pt x="553" y="1580"/>
                  </a:cubicBezTo>
                  <a:cubicBezTo>
                    <a:pt x="629" y="1828"/>
                    <a:pt x="629" y="2132"/>
                    <a:pt x="401" y="2456"/>
                  </a:cubicBezTo>
                  <a:lnTo>
                    <a:pt x="325" y="2532"/>
                  </a:lnTo>
                  <a:lnTo>
                    <a:pt x="1429" y="9196"/>
                  </a:lnTo>
                  <a:cubicBezTo>
                    <a:pt x="1429" y="9196"/>
                    <a:pt x="1652" y="9594"/>
                    <a:pt x="2320" y="9594"/>
                  </a:cubicBezTo>
                  <a:cubicBezTo>
                    <a:pt x="2773" y="9594"/>
                    <a:pt x="3430" y="9411"/>
                    <a:pt x="4361" y="8796"/>
                  </a:cubicBezTo>
                  <a:lnTo>
                    <a:pt x="2457" y="476"/>
                  </a:lnTo>
                  <a:lnTo>
                    <a:pt x="2152" y="476"/>
                  </a:lnTo>
                  <a:cubicBezTo>
                    <a:pt x="1752" y="400"/>
                    <a:pt x="1353" y="229"/>
                    <a:pt x="11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3327;p66"/>
            <p:cNvSpPr/>
            <p:nvPr/>
          </p:nvSpPr>
          <p:spPr>
            <a:xfrm>
              <a:off x="2006850" y="1606450"/>
              <a:ext cx="170425" cy="129375"/>
            </a:xfrm>
            <a:custGeom>
              <a:avLst/>
              <a:gdLst/>
              <a:ahLst/>
              <a:cxnLst/>
              <a:rect l="l" t="t" r="r" b="b"/>
              <a:pathLst>
                <a:path w="6817" h="5175" extrusionOk="0">
                  <a:moveTo>
                    <a:pt x="1581" y="1"/>
                  </a:moveTo>
                  <a:cubicBezTo>
                    <a:pt x="952" y="1029"/>
                    <a:pt x="1" y="3009"/>
                    <a:pt x="1105" y="4437"/>
                  </a:cubicBezTo>
                  <a:cubicBezTo>
                    <a:pt x="1428" y="4837"/>
                    <a:pt x="1809" y="5084"/>
                    <a:pt x="2380" y="5160"/>
                  </a:cubicBezTo>
                  <a:cubicBezTo>
                    <a:pt x="2463" y="5170"/>
                    <a:pt x="2546" y="5175"/>
                    <a:pt x="2631" y="5175"/>
                  </a:cubicBezTo>
                  <a:cubicBezTo>
                    <a:pt x="3192" y="5175"/>
                    <a:pt x="3798" y="4966"/>
                    <a:pt x="4360" y="4684"/>
                  </a:cubicBezTo>
                  <a:cubicBezTo>
                    <a:pt x="5541" y="4132"/>
                    <a:pt x="6569" y="3180"/>
                    <a:pt x="6664" y="3180"/>
                  </a:cubicBezTo>
                  <a:cubicBezTo>
                    <a:pt x="6740" y="3009"/>
                    <a:pt x="6816" y="2780"/>
                    <a:pt x="6664" y="2704"/>
                  </a:cubicBezTo>
                  <a:cubicBezTo>
                    <a:pt x="6566" y="2606"/>
                    <a:pt x="6474" y="2564"/>
                    <a:pt x="6384" y="2564"/>
                  </a:cubicBezTo>
                  <a:cubicBezTo>
                    <a:pt x="6318" y="2564"/>
                    <a:pt x="6253" y="2588"/>
                    <a:pt x="6188" y="2628"/>
                  </a:cubicBezTo>
                  <a:cubicBezTo>
                    <a:pt x="5577" y="3149"/>
                    <a:pt x="3846" y="4451"/>
                    <a:pt x="2661" y="4451"/>
                  </a:cubicBezTo>
                  <a:cubicBezTo>
                    <a:pt x="2591" y="4451"/>
                    <a:pt x="2523" y="4446"/>
                    <a:pt x="2456" y="4437"/>
                  </a:cubicBezTo>
                  <a:cubicBezTo>
                    <a:pt x="2133" y="4437"/>
                    <a:pt x="1809" y="4284"/>
                    <a:pt x="1657" y="4056"/>
                  </a:cubicBezTo>
                  <a:cubicBezTo>
                    <a:pt x="781" y="2857"/>
                    <a:pt x="1733" y="1105"/>
                    <a:pt x="2285" y="248"/>
                  </a:cubicBezTo>
                  <a:lnTo>
                    <a:pt x="2285" y="248"/>
                  </a:lnTo>
                  <a:cubicBezTo>
                    <a:pt x="2133" y="401"/>
                    <a:pt x="1980" y="477"/>
                    <a:pt x="1980" y="477"/>
                  </a:cubicBezTo>
                  <a:cubicBezTo>
                    <a:pt x="1980" y="477"/>
                    <a:pt x="1904" y="325"/>
                    <a:pt x="1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3328;p66"/>
            <p:cNvSpPr/>
            <p:nvPr/>
          </p:nvSpPr>
          <p:spPr>
            <a:xfrm>
              <a:off x="2004475" y="1515075"/>
              <a:ext cx="1425950" cy="1120875"/>
            </a:xfrm>
            <a:custGeom>
              <a:avLst/>
              <a:gdLst/>
              <a:ahLst/>
              <a:cxnLst/>
              <a:rect l="l" t="t" r="r" b="b"/>
              <a:pathLst>
                <a:path w="57038" h="44835" extrusionOk="0">
                  <a:moveTo>
                    <a:pt x="29281" y="28653"/>
                  </a:moveTo>
                  <a:lnTo>
                    <a:pt x="29281" y="28708"/>
                  </a:lnTo>
                  <a:lnTo>
                    <a:pt x="29281" y="28708"/>
                  </a:lnTo>
                  <a:cubicBezTo>
                    <a:pt x="29239" y="28697"/>
                    <a:pt x="29185" y="28679"/>
                    <a:pt x="29126" y="28653"/>
                  </a:cubicBezTo>
                  <a:close/>
                  <a:moveTo>
                    <a:pt x="26435" y="29467"/>
                  </a:moveTo>
                  <a:lnTo>
                    <a:pt x="26273" y="29605"/>
                  </a:lnTo>
                  <a:cubicBezTo>
                    <a:pt x="26313" y="29554"/>
                    <a:pt x="26374" y="29509"/>
                    <a:pt x="26435" y="29467"/>
                  </a:cubicBezTo>
                  <a:close/>
                  <a:moveTo>
                    <a:pt x="42283" y="1"/>
                  </a:moveTo>
                  <a:lnTo>
                    <a:pt x="42283" y="96"/>
                  </a:lnTo>
                  <a:lnTo>
                    <a:pt x="42207" y="248"/>
                  </a:lnTo>
                  <a:lnTo>
                    <a:pt x="42131" y="724"/>
                  </a:lnTo>
                  <a:cubicBezTo>
                    <a:pt x="42131" y="876"/>
                    <a:pt x="42055" y="1048"/>
                    <a:pt x="42055" y="1200"/>
                  </a:cubicBezTo>
                  <a:cubicBezTo>
                    <a:pt x="41979" y="1352"/>
                    <a:pt x="41979" y="1524"/>
                    <a:pt x="41884" y="1676"/>
                  </a:cubicBezTo>
                  <a:cubicBezTo>
                    <a:pt x="41808" y="2304"/>
                    <a:pt x="41655" y="2952"/>
                    <a:pt x="41408" y="3656"/>
                  </a:cubicBezTo>
                  <a:cubicBezTo>
                    <a:pt x="41103" y="4931"/>
                    <a:pt x="40703" y="6283"/>
                    <a:pt x="40227" y="7540"/>
                  </a:cubicBezTo>
                  <a:cubicBezTo>
                    <a:pt x="39828" y="8815"/>
                    <a:pt x="39352" y="10167"/>
                    <a:pt x="38800" y="11347"/>
                  </a:cubicBezTo>
                  <a:cubicBezTo>
                    <a:pt x="38552" y="11995"/>
                    <a:pt x="38324" y="12623"/>
                    <a:pt x="38000" y="13251"/>
                  </a:cubicBezTo>
                  <a:cubicBezTo>
                    <a:pt x="37771" y="13898"/>
                    <a:pt x="37448" y="14527"/>
                    <a:pt x="37124" y="15079"/>
                  </a:cubicBezTo>
                  <a:cubicBezTo>
                    <a:pt x="36572" y="16278"/>
                    <a:pt x="35944" y="17458"/>
                    <a:pt x="35220" y="18658"/>
                  </a:cubicBezTo>
                  <a:cubicBezTo>
                    <a:pt x="35068" y="18886"/>
                    <a:pt x="34916" y="19210"/>
                    <a:pt x="34668" y="19514"/>
                  </a:cubicBezTo>
                  <a:cubicBezTo>
                    <a:pt x="34516" y="19762"/>
                    <a:pt x="34364" y="20086"/>
                    <a:pt x="34192" y="20314"/>
                  </a:cubicBezTo>
                  <a:cubicBezTo>
                    <a:pt x="33793" y="20866"/>
                    <a:pt x="33488" y="21418"/>
                    <a:pt x="33088" y="21989"/>
                  </a:cubicBezTo>
                  <a:cubicBezTo>
                    <a:pt x="32289" y="23094"/>
                    <a:pt x="31508" y="24045"/>
                    <a:pt x="30708" y="25074"/>
                  </a:cubicBezTo>
                  <a:cubicBezTo>
                    <a:pt x="29833" y="26102"/>
                    <a:pt x="28957" y="27053"/>
                    <a:pt x="28005" y="27929"/>
                  </a:cubicBezTo>
                  <a:cubicBezTo>
                    <a:pt x="27976" y="27961"/>
                    <a:pt x="27948" y="27992"/>
                    <a:pt x="27920" y="28023"/>
                  </a:cubicBezTo>
                  <a:lnTo>
                    <a:pt x="27920" y="28023"/>
                  </a:lnTo>
                  <a:cubicBezTo>
                    <a:pt x="27873" y="27994"/>
                    <a:pt x="27825" y="27962"/>
                    <a:pt x="27777" y="27929"/>
                  </a:cubicBezTo>
                  <a:cubicBezTo>
                    <a:pt x="27377" y="27701"/>
                    <a:pt x="26901" y="27377"/>
                    <a:pt x="26349" y="27053"/>
                  </a:cubicBezTo>
                  <a:cubicBezTo>
                    <a:pt x="25397" y="26349"/>
                    <a:pt x="24369" y="25473"/>
                    <a:pt x="23322" y="24598"/>
                  </a:cubicBezTo>
                  <a:cubicBezTo>
                    <a:pt x="22294" y="23722"/>
                    <a:pt x="21266" y="22770"/>
                    <a:pt x="20238" y="21742"/>
                  </a:cubicBezTo>
                  <a:cubicBezTo>
                    <a:pt x="19210" y="20790"/>
                    <a:pt x="18182" y="19762"/>
                    <a:pt x="17134" y="18734"/>
                  </a:cubicBezTo>
                  <a:cubicBezTo>
                    <a:pt x="16106" y="17706"/>
                    <a:pt x="15078" y="16583"/>
                    <a:pt x="14050" y="15478"/>
                  </a:cubicBezTo>
                  <a:cubicBezTo>
                    <a:pt x="13574" y="15003"/>
                    <a:pt x="13098" y="14450"/>
                    <a:pt x="12546" y="13898"/>
                  </a:cubicBezTo>
                  <a:lnTo>
                    <a:pt x="11118" y="12299"/>
                  </a:lnTo>
                  <a:lnTo>
                    <a:pt x="0" y="20638"/>
                  </a:lnTo>
                  <a:lnTo>
                    <a:pt x="324" y="21266"/>
                  </a:lnTo>
                  <a:lnTo>
                    <a:pt x="724" y="21742"/>
                  </a:lnTo>
                  <a:lnTo>
                    <a:pt x="1428" y="22770"/>
                  </a:lnTo>
                  <a:cubicBezTo>
                    <a:pt x="1904" y="23493"/>
                    <a:pt x="2380" y="24122"/>
                    <a:pt x="2856" y="24750"/>
                  </a:cubicBezTo>
                  <a:cubicBezTo>
                    <a:pt x="3808" y="26102"/>
                    <a:pt x="4855" y="27377"/>
                    <a:pt x="5883" y="28653"/>
                  </a:cubicBezTo>
                  <a:cubicBezTo>
                    <a:pt x="6911" y="29985"/>
                    <a:pt x="8015" y="31261"/>
                    <a:pt x="9139" y="32460"/>
                  </a:cubicBezTo>
                  <a:cubicBezTo>
                    <a:pt x="9691" y="33088"/>
                    <a:pt x="10243" y="33717"/>
                    <a:pt x="10871" y="34364"/>
                  </a:cubicBezTo>
                  <a:cubicBezTo>
                    <a:pt x="11423" y="34992"/>
                    <a:pt x="12070" y="35544"/>
                    <a:pt x="12699" y="36173"/>
                  </a:cubicBezTo>
                  <a:cubicBezTo>
                    <a:pt x="13974" y="37372"/>
                    <a:pt x="15326" y="38552"/>
                    <a:pt x="16830" y="39752"/>
                  </a:cubicBezTo>
                  <a:cubicBezTo>
                    <a:pt x="17534" y="40380"/>
                    <a:pt x="18334" y="40932"/>
                    <a:pt x="19210" y="41503"/>
                  </a:cubicBezTo>
                  <a:cubicBezTo>
                    <a:pt x="20085" y="42055"/>
                    <a:pt x="21037" y="42607"/>
                    <a:pt x="22141" y="43160"/>
                  </a:cubicBezTo>
                  <a:cubicBezTo>
                    <a:pt x="23246" y="43712"/>
                    <a:pt x="24521" y="44188"/>
                    <a:pt x="26177" y="44511"/>
                  </a:cubicBezTo>
                  <a:lnTo>
                    <a:pt x="26501" y="44587"/>
                  </a:lnTo>
                  <a:cubicBezTo>
                    <a:pt x="26577" y="44587"/>
                    <a:pt x="26749" y="44587"/>
                    <a:pt x="26825" y="44664"/>
                  </a:cubicBezTo>
                  <a:cubicBezTo>
                    <a:pt x="27053" y="44664"/>
                    <a:pt x="27301" y="44664"/>
                    <a:pt x="27453" y="44740"/>
                  </a:cubicBezTo>
                  <a:cubicBezTo>
                    <a:pt x="27700" y="44740"/>
                    <a:pt x="27929" y="44740"/>
                    <a:pt x="28176" y="44835"/>
                  </a:cubicBezTo>
                  <a:lnTo>
                    <a:pt x="29757" y="44835"/>
                  </a:lnTo>
                  <a:cubicBezTo>
                    <a:pt x="29985" y="44740"/>
                    <a:pt x="30309" y="44740"/>
                    <a:pt x="30556" y="44740"/>
                  </a:cubicBezTo>
                  <a:cubicBezTo>
                    <a:pt x="30708" y="44664"/>
                    <a:pt x="30861" y="44664"/>
                    <a:pt x="31032" y="44664"/>
                  </a:cubicBezTo>
                  <a:cubicBezTo>
                    <a:pt x="31108" y="44587"/>
                    <a:pt x="31261" y="44587"/>
                    <a:pt x="31413" y="44587"/>
                  </a:cubicBezTo>
                  <a:cubicBezTo>
                    <a:pt x="31736" y="44511"/>
                    <a:pt x="31984" y="44435"/>
                    <a:pt x="32289" y="44359"/>
                  </a:cubicBezTo>
                  <a:cubicBezTo>
                    <a:pt x="33488" y="44035"/>
                    <a:pt x="34668" y="43483"/>
                    <a:pt x="35696" y="42760"/>
                  </a:cubicBezTo>
                  <a:cubicBezTo>
                    <a:pt x="35944" y="42607"/>
                    <a:pt x="36172" y="42455"/>
                    <a:pt x="36420" y="42208"/>
                  </a:cubicBezTo>
                  <a:lnTo>
                    <a:pt x="36572" y="42055"/>
                  </a:lnTo>
                  <a:lnTo>
                    <a:pt x="36743" y="41979"/>
                  </a:lnTo>
                  <a:lnTo>
                    <a:pt x="36896" y="41808"/>
                  </a:lnTo>
                  <a:lnTo>
                    <a:pt x="37372" y="41408"/>
                  </a:lnTo>
                  <a:lnTo>
                    <a:pt x="38400" y="40456"/>
                  </a:lnTo>
                  <a:cubicBezTo>
                    <a:pt x="38800" y="40152"/>
                    <a:pt x="39123" y="39828"/>
                    <a:pt x="39428" y="39504"/>
                  </a:cubicBezTo>
                  <a:cubicBezTo>
                    <a:pt x="40703" y="38248"/>
                    <a:pt x="41979" y="36896"/>
                    <a:pt x="43159" y="35544"/>
                  </a:cubicBezTo>
                  <a:cubicBezTo>
                    <a:pt x="44263" y="34117"/>
                    <a:pt x="45387" y="32689"/>
                    <a:pt x="46415" y="31185"/>
                  </a:cubicBezTo>
                  <a:cubicBezTo>
                    <a:pt x="47443" y="29757"/>
                    <a:pt x="48318" y="28177"/>
                    <a:pt x="49194" y="26654"/>
                  </a:cubicBezTo>
                  <a:lnTo>
                    <a:pt x="49822" y="25473"/>
                  </a:lnTo>
                  <a:cubicBezTo>
                    <a:pt x="50070" y="25074"/>
                    <a:pt x="50298" y="24674"/>
                    <a:pt x="50451" y="24274"/>
                  </a:cubicBezTo>
                  <a:cubicBezTo>
                    <a:pt x="50698" y="23893"/>
                    <a:pt x="50850" y="23493"/>
                    <a:pt x="51022" y="23094"/>
                  </a:cubicBezTo>
                  <a:lnTo>
                    <a:pt x="51650" y="21894"/>
                  </a:lnTo>
                  <a:cubicBezTo>
                    <a:pt x="53078" y="18658"/>
                    <a:pt x="54258" y="15402"/>
                    <a:pt x="55134" y="11995"/>
                  </a:cubicBezTo>
                  <a:cubicBezTo>
                    <a:pt x="55610" y="10319"/>
                    <a:pt x="56010" y="8568"/>
                    <a:pt x="56333" y="6911"/>
                  </a:cubicBezTo>
                  <a:cubicBezTo>
                    <a:pt x="56486" y="6036"/>
                    <a:pt x="56638" y="5160"/>
                    <a:pt x="56733" y="4208"/>
                  </a:cubicBezTo>
                  <a:cubicBezTo>
                    <a:pt x="56733" y="4056"/>
                    <a:pt x="56809" y="3808"/>
                    <a:pt x="56809" y="3580"/>
                  </a:cubicBezTo>
                  <a:cubicBezTo>
                    <a:pt x="56809" y="3332"/>
                    <a:pt x="56886" y="3104"/>
                    <a:pt x="56886" y="2856"/>
                  </a:cubicBezTo>
                  <a:cubicBezTo>
                    <a:pt x="56886" y="2628"/>
                    <a:pt x="56962" y="2380"/>
                    <a:pt x="56962" y="2152"/>
                  </a:cubicBezTo>
                  <a:lnTo>
                    <a:pt x="57038" y="1352"/>
                  </a:lnTo>
                  <a:lnTo>
                    <a:pt x="422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3329;p66"/>
            <p:cNvSpPr/>
            <p:nvPr/>
          </p:nvSpPr>
          <p:spPr>
            <a:xfrm>
              <a:off x="2185325" y="1963200"/>
              <a:ext cx="49525" cy="48075"/>
            </a:xfrm>
            <a:custGeom>
              <a:avLst/>
              <a:gdLst/>
              <a:ahLst/>
              <a:cxnLst/>
              <a:rect l="l" t="t" r="r" b="b"/>
              <a:pathLst>
                <a:path w="1981" h="1923" extrusionOk="0">
                  <a:moveTo>
                    <a:pt x="1070" y="0"/>
                  </a:moveTo>
                  <a:cubicBezTo>
                    <a:pt x="1031" y="0"/>
                    <a:pt x="992" y="3"/>
                    <a:pt x="953" y="9"/>
                  </a:cubicBezTo>
                  <a:cubicBezTo>
                    <a:pt x="381" y="9"/>
                    <a:pt x="1" y="485"/>
                    <a:pt x="77" y="1037"/>
                  </a:cubicBezTo>
                  <a:cubicBezTo>
                    <a:pt x="77" y="1544"/>
                    <a:pt x="478" y="1922"/>
                    <a:pt x="970" y="1922"/>
                  </a:cubicBezTo>
                  <a:cubicBezTo>
                    <a:pt x="1015" y="1922"/>
                    <a:pt x="1059" y="1919"/>
                    <a:pt x="1105" y="1913"/>
                  </a:cubicBezTo>
                  <a:cubicBezTo>
                    <a:pt x="1581" y="1913"/>
                    <a:pt x="1981" y="1437"/>
                    <a:pt x="1981" y="885"/>
                  </a:cubicBezTo>
                  <a:cubicBezTo>
                    <a:pt x="1911" y="378"/>
                    <a:pt x="1504" y="0"/>
                    <a:pt x="10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3330;p66"/>
            <p:cNvSpPr/>
            <p:nvPr/>
          </p:nvSpPr>
          <p:spPr>
            <a:xfrm>
              <a:off x="2675075" y="2207575"/>
              <a:ext cx="39525" cy="194225"/>
            </a:xfrm>
            <a:custGeom>
              <a:avLst/>
              <a:gdLst/>
              <a:ahLst/>
              <a:cxnLst/>
              <a:rect l="l" t="t" r="r" b="b"/>
              <a:pathLst>
                <a:path w="1581" h="7769" extrusionOk="0">
                  <a:moveTo>
                    <a:pt x="1105" y="1"/>
                  </a:moveTo>
                  <a:cubicBezTo>
                    <a:pt x="876" y="1"/>
                    <a:pt x="705" y="153"/>
                    <a:pt x="705" y="382"/>
                  </a:cubicBezTo>
                  <a:cubicBezTo>
                    <a:pt x="705" y="382"/>
                    <a:pt x="781" y="4284"/>
                    <a:pt x="77" y="7292"/>
                  </a:cubicBezTo>
                  <a:cubicBezTo>
                    <a:pt x="1" y="7521"/>
                    <a:pt x="153" y="7768"/>
                    <a:pt x="305" y="7768"/>
                  </a:cubicBezTo>
                  <a:lnTo>
                    <a:pt x="477" y="7768"/>
                  </a:lnTo>
                  <a:cubicBezTo>
                    <a:pt x="629" y="7768"/>
                    <a:pt x="781" y="7692"/>
                    <a:pt x="876" y="7445"/>
                  </a:cubicBezTo>
                  <a:cubicBezTo>
                    <a:pt x="1581" y="4437"/>
                    <a:pt x="1505" y="553"/>
                    <a:pt x="1505" y="382"/>
                  </a:cubicBezTo>
                  <a:cubicBezTo>
                    <a:pt x="1505" y="153"/>
                    <a:pt x="1352" y="1"/>
                    <a:pt x="1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3331;p66"/>
            <p:cNvSpPr/>
            <p:nvPr/>
          </p:nvSpPr>
          <p:spPr>
            <a:xfrm>
              <a:off x="2690775" y="2220625"/>
              <a:ext cx="73325" cy="107875"/>
            </a:xfrm>
            <a:custGeom>
              <a:avLst/>
              <a:gdLst/>
              <a:ahLst/>
              <a:cxnLst/>
              <a:rect l="l" t="t" r="r" b="b"/>
              <a:pathLst>
                <a:path w="2933" h="4315" extrusionOk="0">
                  <a:moveTo>
                    <a:pt x="488" y="1"/>
                  </a:moveTo>
                  <a:cubicBezTo>
                    <a:pt x="401" y="1"/>
                    <a:pt x="317" y="39"/>
                    <a:pt x="248" y="107"/>
                  </a:cubicBezTo>
                  <a:cubicBezTo>
                    <a:pt x="77" y="183"/>
                    <a:pt x="1" y="507"/>
                    <a:pt x="153" y="659"/>
                  </a:cubicBezTo>
                  <a:cubicBezTo>
                    <a:pt x="724" y="1383"/>
                    <a:pt x="2057" y="4067"/>
                    <a:pt x="2057" y="4067"/>
                  </a:cubicBezTo>
                  <a:cubicBezTo>
                    <a:pt x="2152" y="4238"/>
                    <a:pt x="2305" y="4314"/>
                    <a:pt x="2457" y="4314"/>
                  </a:cubicBezTo>
                  <a:cubicBezTo>
                    <a:pt x="2533" y="4314"/>
                    <a:pt x="2533" y="4314"/>
                    <a:pt x="2628" y="4238"/>
                  </a:cubicBezTo>
                  <a:cubicBezTo>
                    <a:pt x="2857" y="4143"/>
                    <a:pt x="2933" y="3915"/>
                    <a:pt x="2780" y="3667"/>
                  </a:cubicBezTo>
                  <a:cubicBezTo>
                    <a:pt x="2780" y="3591"/>
                    <a:pt x="1429" y="907"/>
                    <a:pt x="801" y="183"/>
                  </a:cubicBezTo>
                  <a:cubicBezTo>
                    <a:pt x="706" y="57"/>
                    <a:pt x="595" y="1"/>
                    <a:pt x="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3332;p66"/>
            <p:cNvSpPr/>
            <p:nvPr/>
          </p:nvSpPr>
          <p:spPr>
            <a:xfrm>
              <a:off x="2102050" y="1936975"/>
              <a:ext cx="305100" cy="252550"/>
            </a:xfrm>
            <a:custGeom>
              <a:avLst/>
              <a:gdLst/>
              <a:ahLst/>
              <a:cxnLst/>
              <a:rect l="l" t="t" r="r" b="b"/>
              <a:pathLst>
                <a:path w="12204" h="10102" extrusionOk="0">
                  <a:moveTo>
                    <a:pt x="11801" y="0"/>
                  </a:moveTo>
                  <a:cubicBezTo>
                    <a:pt x="11708" y="0"/>
                    <a:pt x="11602" y="38"/>
                    <a:pt x="11499" y="106"/>
                  </a:cubicBezTo>
                  <a:cubicBezTo>
                    <a:pt x="11423" y="106"/>
                    <a:pt x="3636" y="5818"/>
                    <a:pt x="152" y="9397"/>
                  </a:cubicBezTo>
                  <a:cubicBezTo>
                    <a:pt x="0" y="9549"/>
                    <a:pt x="0" y="9778"/>
                    <a:pt x="152" y="9949"/>
                  </a:cubicBezTo>
                  <a:cubicBezTo>
                    <a:pt x="229" y="10025"/>
                    <a:pt x="305" y="10101"/>
                    <a:pt x="381" y="10101"/>
                  </a:cubicBezTo>
                  <a:cubicBezTo>
                    <a:pt x="552" y="10101"/>
                    <a:pt x="628" y="10025"/>
                    <a:pt x="705" y="9949"/>
                  </a:cubicBezTo>
                  <a:cubicBezTo>
                    <a:pt x="4112" y="6370"/>
                    <a:pt x="11899" y="830"/>
                    <a:pt x="11975" y="735"/>
                  </a:cubicBezTo>
                  <a:cubicBezTo>
                    <a:pt x="12203" y="582"/>
                    <a:pt x="12203" y="354"/>
                    <a:pt x="12051" y="183"/>
                  </a:cubicBezTo>
                  <a:cubicBezTo>
                    <a:pt x="12009" y="57"/>
                    <a:pt x="11915" y="0"/>
                    <a:pt x="11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3333;p66"/>
            <p:cNvSpPr/>
            <p:nvPr/>
          </p:nvSpPr>
          <p:spPr>
            <a:xfrm>
              <a:off x="2080150" y="1968000"/>
              <a:ext cx="126625" cy="144425"/>
            </a:xfrm>
            <a:custGeom>
              <a:avLst/>
              <a:gdLst/>
              <a:ahLst/>
              <a:cxnLst/>
              <a:rect l="l" t="t" r="r" b="b"/>
              <a:pathLst>
                <a:path w="5065" h="5777" extrusionOk="0">
                  <a:moveTo>
                    <a:pt x="469" y="1"/>
                  </a:moveTo>
                  <a:cubicBezTo>
                    <a:pt x="386" y="1"/>
                    <a:pt x="302" y="24"/>
                    <a:pt x="229" y="65"/>
                  </a:cubicBezTo>
                  <a:cubicBezTo>
                    <a:pt x="0" y="217"/>
                    <a:pt x="0" y="541"/>
                    <a:pt x="153" y="693"/>
                  </a:cubicBezTo>
                  <a:lnTo>
                    <a:pt x="4284" y="5681"/>
                  </a:lnTo>
                  <a:cubicBezTo>
                    <a:pt x="4360" y="5776"/>
                    <a:pt x="4512" y="5776"/>
                    <a:pt x="4588" y="5776"/>
                  </a:cubicBezTo>
                  <a:cubicBezTo>
                    <a:pt x="4684" y="5776"/>
                    <a:pt x="4836" y="5776"/>
                    <a:pt x="4912" y="5681"/>
                  </a:cubicBezTo>
                  <a:cubicBezTo>
                    <a:pt x="5064" y="5529"/>
                    <a:pt x="5064" y="5300"/>
                    <a:pt x="4912" y="5129"/>
                  </a:cubicBezTo>
                  <a:lnTo>
                    <a:pt x="781" y="141"/>
                  </a:lnTo>
                  <a:cubicBezTo>
                    <a:pt x="694" y="43"/>
                    <a:pt x="581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3334;p66"/>
            <p:cNvSpPr/>
            <p:nvPr/>
          </p:nvSpPr>
          <p:spPr>
            <a:xfrm>
              <a:off x="2795975" y="3464550"/>
              <a:ext cx="670150" cy="1072825"/>
            </a:xfrm>
            <a:custGeom>
              <a:avLst/>
              <a:gdLst/>
              <a:ahLst/>
              <a:cxnLst/>
              <a:rect l="l" t="t" r="r" b="b"/>
              <a:pathLst>
                <a:path w="26806" h="42913" extrusionOk="0">
                  <a:moveTo>
                    <a:pt x="6035" y="1"/>
                  </a:moveTo>
                  <a:cubicBezTo>
                    <a:pt x="6035" y="1"/>
                    <a:pt x="5712" y="1429"/>
                    <a:pt x="5236" y="3885"/>
                  </a:cubicBezTo>
                  <a:cubicBezTo>
                    <a:pt x="5236" y="4132"/>
                    <a:pt x="5160" y="4456"/>
                    <a:pt x="5083" y="4760"/>
                  </a:cubicBezTo>
                  <a:cubicBezTo>
                    <a:pt x="3560" y="12547"/>
                    <a:pt x="800" y="28558"/>
                    <a:pt x="0" y="42912"/>
                  </a:cubicBezTo>
                  <a:lnTo>
                    <a:pt x="20790" y="42912"/>
                  </a:lnTo>
                  <a:lnTo>
                    <a:pt x="26330" y="10072"/>
                  </a:lnTo>
                  <a:lnTo>
                    <a:pt x="26806" y="7388"/>
                  </a:lnTo>
                  <a:lnTo>
                    <a:pt x="10795" y="1676"/>
                  </a:lnTo>
                  <a:lnTo>
                    <a:pt x="9843" y="1353"/>
                  </a:lnTo>
                  <a:lnTo>
                    <a:pt x="6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3335;p66"/>
            <p:cNvSpPr/>
            <p:nvPr/>
          </p:nvSpPr>
          <p:spPr>
            <a:xfrm>
              <a:off x="3222425" y="3690150"/>
              <a:ext cx="164700" cy="847225"/>
            </a:xfrm>
            <a:custGeom>
              <a:avLst/>
              <a:gdLst/>
              <a:ahLst/>
              <a:cxnLst/>
              <a:rect l="l" t="t" r="r" b="b"/>
              <a:pathLst>
                <a:path w="6588" h="33889" extrusionOk="0">
                  <a:moveTo>
                    <a:pt x="6066" y="0"/>
                  </a:moveTo>
                  <a:cubicBezTo>
                    <a:pt x="5889" y="0"/>
                    <a:pt x="5774" y="139"/>
                    <a:pt x="5712" y="343"/>
                  </a:cubicBezTo>
                  <a:cubicBezTo>
                    <a:pt x="5712" y="667"/>
                    <a:pt x="2456" y="20486"/>
                    <a:pt x="0" y="33888"/>
                  </a:cubicBezTo>
                  <a:lnTo>
                    <a:pt x="876" y="33888"/>
                  </a:lnTo>
                  <a:cubicBezTo>
                    <a:pt x="3332" y="20809"/>
                    <a:pt x="6416" y="1619"/>
                    <a:pt x="6587" y="496"/>
                  </a:cubicBezTo>
                  <a:cubicBezTo>
                    <a:pt x="6587" y="267"/>
                    <a:pt x="6416" y="20"/>
                    <a:pt x="6188" y="20"/>
                  </a:cubicBezTo>
                  <a:cubicBezTo>
                    <a:pt x="6144" y="6"/>
                    <a:pt x="6104" y="0"/>
                    <a:pt x="6066" y="0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3336;p66"/>
            <p:cNvSpPr/>
            <p:nvPr/>
          </p:nvSpPr>
          <p:spPr>
            <a:xfrm>
              <a:off x="2881175" y="2981000"/>
              <a:ext cx="1275075" cy="754725"/>
            </a:xfrm>
            <a:custGeom>
              <a:avLst/>
              <a:gdLst/>
              <a:ahLst/>
              <a:cxnLst/>
              <a:rect l="l" t="t" r="r" b="b"/>
              <a:pathLst>
                <a:path w="51003" h="30189" extrusionOk="0">
                  <a:moveTo>
                    <a:pt x="7463" y="0"/>
                  </a:moveTo>
                  <a:cubicBezTo>
                    <a:pt x="7463" y="0"/>
                    <a:pt x="0" y="21723"/>
                    <a:pt x="3484" y="24026"/>
                  </a:cubicBezTo>
                  <a:cubicBezTo>
                    <a:pt x="8812" y="27586"/>
                    <a:pt x="23584" y="30188"/>
                    <a:pt x="34778" y="30188"/>
                  </a:cubicBezTo>
                  <a:cubicBezTo>
                    <a:pt x="41781" y="30188"/>
                    <a:pt x="47383" y="29170"/>
                    <a:pt x="48394" y="26730"/>
                  </a:cubicBezTo>
                  <a:cubicBezTo>
                    <a:pt x="51003" y="20295"/>
                    <a:pt x="49822" y="8872"/>
                    <a:pt x="49822" y="8872"/>
                  </a:cubicBezTo>
                  <a:lnTo>
                    <a:pt x="74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3337;p66"/>
            <p:cNvSpPr/>
            <p:nvPr/>
          </p:nvSpPr>
          <p:spPr>
            <a:xfrm>
              <a:off x="2923050" y="3251825"/>
              <a:ext cx="265600" cy="331750"/>
            </a:xfrm>
            <a:custGeom>
              <a:avLst/>
              <a:gdLst/>
              <a:ahLst/>
              <a:cxnLst/>
              <a:rect l="l" t="t" r="r" b="b"/>
              <a:pathLst>
                <a:path w="10624" h="13270" extrusionOk="0">
                  <a:moveTo>
                    <a:pt x="10111" y="1"/>
                  </a:moveTo>
                  <a:cubicBezTo>
                    <a:pt x="9921" y="1"/>
                    <a:pt x="9748" y="152"/>
                    <a:pt x="9748" y="343"/>
                  </a:cubicBezTo>
                  <a:cubicBezTo>
                    <a:pt x="9672" y="419"/>
                    <a:pt x="8567" y="6301"/>
                    <a:pt x="4760" y="9862"/>
                  </a:cubicBezTo>
                  <a:cubicBezTo>
                    <a:pt x="4360" y="10337"/>
                    <a:pt x="3808" y="10737"/>
                    <a:pt x="3237" y="11137"/>
                  </a:cubicBezTo>
                  <a:cubicBezTo>
                    <a:pt x="2609" y="11537"/>
                    <a:pt x="1904" y="11841"/>
                    <a:pt x="1105" y="12089"/>
                  </a:cubicBezTo>
                  <a:cubicBezTo>
                    <a:pt x="781" y="12241"/>
                    <a:pt x="553" y="12317"/>
                    <a:pt x="229" y="12394"/>
                  </a:cubicBezTo>
                  <a:cubicBezTo>
                    <a:pt x="153" y="12641"/>
                    <a:pt x="77" y="12965"/>
                    <a:pt x="0" y="13269"/>
                  </a:cubicBezTo>
                  <a:cubicBezTo>
                    <a:pt x="553" y="13193"/>
                    <a:pt x="1028" y="13041"/>
                    <a:pt x="1504" y="12870"/>
                  </a:cubicBezTo>
                  <a:cubicBezTo>
                    <a:pt x="2285" y="12641"/>
                    <a:pt x="3008" y="12241"/>
                    <a:pt x="3713" y="11841"/>
                  </a:cubicBezTo>
                  <a:cubicBezTo>
                    <a:pt x="4436" y="11366"/>
                    <a:pt x="5141" y="10813"/>
                    <a:pt x="5712" y="10185"/>
                  </a:cubicBezTo>
                  <a:cubicBezTo>
                    <a:pt x="9424" y="6454"/>
                    <a:pt x="10547" y="819"/>
                    <a:pt x="10547" y="495"/>
                  </a:cubicBezTo>
                  <a:cubicBezTo>
                    <a:pt x="10624" y="266"/>
                    <a:pt x="10471" y="19"/>
                    <a:pt x="10224" y="19"/>
                  </a:cubicBezTo>
                  <a:cubicBezTo>
                    <a:pt x="10186" y="6"/>
                    <a:pt x="10148" y="1"/>
                    <a:pt x="10111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3338;p66"/>
            <p:cNvSpPr/>
            <p:nvPr/>
          </p:nvSpPr>
          <p:spPr>
            <a:xfrm>
              <a:off x="3442300" y="3097600"/>
              <a:ext cx="65700" cy="577350"/>
            </a:xfrm>
            <a:custGeom>
              <a:avLst/>
              <a:gdLst/>
              <a:ahLst/>
              <a:cxnLst/>
              <a:rect l="l" t="t" r="r" b="b"/>
              <a:pathLst>
                <a:path w="2628" h="23094" extrusionOk="0">
                  <a:moveTo>
                    <a:pt x="1752" y="1"/>
                  </a:moveTo>
                  <a:cubicBezTo>
                    <a:pt x="1676" y="648"/>
                    <a:pt x="1600" y="1276"/>
                    <a:pt x="1505" y="2152"/>
                  </a:cubicBezTo>
                  <a:cubicBezTo>
                    <a:pt x="1505" y="2380"/>
                    <a:pt x="1505" y="2704"/>
                    <a:pt x="1429" y="2951"/>
                  </a:cubicBezTo>
                  <a:cubicBezTo>
                    <a:pt x="1124" y="6588"/>
                    <a:pt x="724" y="11671"/>
                    <a:pt x="401" y="16830"/>
                  </a:cubicBezTo>
                  <a:cubicBezTo>
                    <a:pt x="324" y="17135"/>
                    <a:pt x="324" y="17458"/>
                    <a:pt x="324" y="17706"/>
                  </a:cubicBezTo>
                  <a:cubicBezTo>
                    <a:pt x="248" y="19362"/>
                    <a:pt x="77" y="21037"/>
                    <a:pt x="1" y="22618"/>
                  </a:cubicBezTo>
                  <a:cubicBezTo>
                    <a:pt x="1" y="22846"/>
                    <a:pt x="248" y="23094"/>
                    <a:pt x="477" y="23094"/>
                  </a:cubicBezTo>
                  <a:cubicBezTo>
                    <a:pt x="724" y="23094"/>
                    <a:pt x="876" y="22941"/>
                    <a:pt x="876" y="22694"/>
                  </a:cubicBezTo>
                  <a:cubicBezTo>
                    <a:pt x="953" y="21114"/>
                    <a:pt x="1029" y="19514"/>
                    <a:pt x="1200" y="17934"/>
                  </a:cubicBezTo>
                  <a:lnTo>
                    <a:pt x="1200" y="17059"/>
                  </a:lnTo>
                  <a:cubicBezTo>
                    <a:pt x="1600" y="11823"/>
                    <a:pt x="1981" y="6759"/>
                    <a:pt x="2304" y="3104"/>
                  </a:cubicBezTo>
                  <a:cubicBezTo>
                    <a:pt x="2380" y="2780"/>
                    <a:pt x="2380" y="2552"/>
                    <a:pt x="2380" y="2228"/>
                  </a:cubicBezTo>
                  <a:cubicBezTo>
                    <a:pt x="2457" y="1428"/>
                    <a:pt x="2552" y="724"/>
                    <a:pt x="2628" y="172"/>
                  </a:cubicBezTo>
                  <a:cubicBezTo>
                    <a:pt x="2304" y="96"/>
                    <a:pt x="1981" y="96"/>
                    <a:pt x="1752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3339;p66"/>
            <p:cNvSpPr/>
            <p:nvPr/>
          </p:nvSpPr>
          <p:spPr>
            <a:xfrm>
              <a:off x="3404700" y="3109500"/>
              <a:ext cx="190400" cy="439100"/>
            </a:xfrm>
            <a:custGeom>
              <a:avLst/>
              <a:gdLst/>
              <a:ahLst/>
              <a:cxnLst/>
              <a:rect l="l" t="t" r="r" b="b"/>
              <a:pathLst>
                <a:path w="7616" h="17564" extrusionOk="0">
                  <a:moveTo>
                    <a:pt x="6740" y="1"/>
                  </a:moveTo>
                  <a:cubicBezTo>
                    <a:pt x="6664" y="648"/>
                    <a:pt x="6664" y="1352"/>
                    <a:pt x="6588" y="2076"/>
                  </a:cubicBezTo>
                  <a:cubicBezTo>
                    <a:pt x="6512" y="2380"/>
                    <a:pt x="6512" y="2628"/>
                    <a:pt x="6512" y="2951"/>
                  </a:cubicBezTo>
                  <a:cubicBezTo>
                    <a:pt x="6036" y="7616"/>
                    <a:pt x="5388" y="14279"/>
                    <a:pt x="5084" y="15878"/>
                  </a:cubicBezTo>
                  <a:cubicBezTo>
                    <a:pt x="5008" y="16183"/>
                    <a:pt x="4836" y="16430"/>
                    <a:pt x="4532" y="16583"/>
                  </a:cubicBezTo>
                  <a:cubicBezTo>
                    <a:pt x="4350" y="16695"/>
                    <a:pt x="4100" y="16741"/>
                    <a:pt x="3816" y="16741"/>
                  </a:cubicBezTo>
                  <a:cubicBezTo>
                    <a:pt x="3477" y="16741"/>
                    <a:pt x="3088" y="16676"/>
                    <a:pt x="2704" y="16583"/>
                  </a:cubicBezTo>
                  <a:cubicBezTo>
                    <a:pt x="2457" y="16506"/>
                    <a:pt x="2152" y="16430"/>
                    <a:pt x="1905" y="16354"/>
                  </a:cubicBezTo>
                  <a:cubicBezTo>
                    <a:pt x="1352" y="16183"/>
                    <a:pt x="953" y="16030"/>
                    <a:pt x="724" y="15878"/>
                  </a:cubicBezTo>
                  <a:cubicBezTo>
                    <a:pt x="662" y="15859"/>
                    <a:pt x="602" y="15850"/>
                    <a:pt x="543" y="15850"/>
                  </a:cubicBezTo>
                  <a:cubicBezTo>
                    <a:pt x="366" y="15850"/>
                    <a:pt x="205" y="15935"/>
                    <a:pt x="77" y="16107"/>
                  </a:cubicBezTo>
                  <a:cubicBezTo>
                    <a:pt x="1" y="16278"/>
                    <a:pt x="77" y="16583"/>
                    <a:pt x="324" y="16659"/>
                  </a:cubicBezTo>
                  <a:cubicBezTo>
                    <a:pt x="477" y="16754"/>
                    <a:pt x="1029" y="16982"/>
                    <a:pt x="1828" y="17230"/>
                  </a:cubicBezTo>
                  <a:cubicBezTo>
                    <a:pt x="2057" y="17306"/>
                    <a:pt x="2380" y="17382"/>
                    <a:pt x="2704" y="17458"/>
                  </a:cubicBezTo>
                  <a:cubicBezTo>
                    <a:pt x="2933" y="17534"/>
                    <a:pt x="3256" y="17534"/>
                    <a:pt x="3485" y="17534"/>
                  </a:cubicBezTo>
                  <a:cubicBezTo>
                    <a:pt x="3627" y="17553"/>
                    <a:pt x="3764" y="17563"/>
                    <a:pt x="3895" y="17563"/>
                  </a:cubicBezTo>
                  <a:cubicBezTo>
                    <a:pt x="4288" y="17563"/>
                    <a:pt x="4627" y="17477"/>
                    <a:pt x="4913" y="17306"/>
                  </a:cubicBezTo>
                  <a:cubicBezTo>
                    <a:pt x="5484" y="17059"/>
                    <a:pt x="5788" y="16583"/>
                    <a:pt x="5960" y="16030"/>
                  </a:cubicBezTo>
                  <a:cubicBezTo>
                    <a:pt x="6264" y="14374"/>
                    <a:pt x="6912" y="7711"/>
                    <a:pt x="7387" y="3028"/>
                  </a:cubicBezTo>
                  <a:cubicBezTo>
                    <a:pt x="7387" y="2704"/>
                    <a:pt x="7387" y="2475"/>
                    <a:pt x="7464" y="2152"/>
                  </a:cubicBezTo>
                  <a:cubicBezTo>
                    <a:pt x="7540" y="1428"/>
                    <a:pt x="7540" y="724"/>
                    <a:pt x="7616" y="172"/>
                  </a:cubicBezTo>
                  <a:cubicBezTo>
                    <a:pt x="7292" y="96"/>
                    <a:pt x="7064" y="96"/>
                    <a:pt x="6740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3340;p66"/>
            <p:cNvSpPr/>
            <p:nvPr/>
          </p:nvSpPr>
          <p:spPr>
            <a:xfrm>
              <a:off x="3499900" y="3386625"/>
              <a:ext cx="632550" cy="1150750"/>
            </a:xfrm>
            <a:custGeom>
              <a:avLst/>
              <a:gdLst/>
              <a:ahLst/>
              <a:cxnLst/>
              <a:rect l="l" t="t" r="r" b="b"/>
              <a:pathLst>
                <a:path w="25302" h="46030" extrusionOk="0">
                  <a:moveTo>
                    <a:pt x="22653" y="1"/>
                  </a:moveTo>
                  <a:cubicBezTo>
                    <a:pt x="20652" y="1"/>
                    <a:pt x="18131" y="488"/>
                    <a:pt x="15478" y="1214"/>
                  </a:cubicBezTo>
                  <a:cubicBezTo>
                    <a:pt x="15231" y="1290"/>
                    <a:pt x="14907" y="1385"/>
                    <a:pt x="14679" y="1538"/>
                  </a:cubicBezTo>
                  <a:cubicBezTo>
                    <a:pt x="7539" y="3594"/>
                    <a:pt x="0" y="7249"/>
                    <a:pt x="0" y="7249"/>
                  </a:cubicBezTo>
                  <a:lnTo>
                    <a:pt x="0" y="46029"/>
                  </a:lnTo>
                  <a:lnTo>
                    <a:pt x="20866" y="46029"/>
                  </a:lnTo>
                  <a:cubicBezTo>
                    <a:pt x="22218" y="33826"/>
                    <a:pt x="23722" y="17472"/>
                    <a:pt x="24597" y="8049"/>
                  </a:cubicBezTo>
                  <a:cubicBezTo>
                    <a:pt x="24673" y="7725"/>
                    <a:pt x="24673" y="7478"/>
                    <a:pt x="24673" y="7173"/>
                  </a:cubicBezTo>
                  <a:cubicBezTo>
                    <a:pt x="25073" y="3042"/>
                    <a:pt x="25302" y="433"/>
                    <a:pt x="25302" y="433"/>
                  </a:cubicBezTo>
                  <a:cubicBezTo>
                    <a:pt x="24597" y="133"/>
                    <a:pt x="23696" y="1"/>
                    <a:pt x="22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3341;p66"/>
            <p:cNvSpPr/>
            <p:nvPr/>
          </p:nvSpPr>
          <p:spPr>
            <a:xfrm>
              <a:off x="3948250" y="3690625"/>
              <a:ext cx="87100" cy="846750"/>
            </a:xfrm>
            <a:custGeom>
              <a:avLst/>
              <a:gdLst/>
              <a:ahLst/>
              <a:cxnLst/>
              <a:rect l="l" t="t" r="r" b="b"/>
              <a:pathLst>
                <a:path w="3484" h="33870" extrusionOk="0">
                  <a:moveTo>
                    <a:pt x="3008" y="1"/>
                  </a:moveTo>
                  <a:cubicBezTo>
                    <a:pt x="2780" y="1"/>
                    <a:pt x="2608" y="172"/>
                    <a:pt x="2532" y="401"/>
                  </a:cubicBezTo>
                  <a:cubicBezTo>
                    <a:pt x="2532" y="648"/>
                    <a:pt x="1180" y="20314"/>
                    <a:pt x="0" y="33869"/>
                  </a:cubicBezTo>
                  <a:lnTo>
                    <a:pt x="876" y="33869"/>
                  </a:lnTo>
                  <a:cubicBezTo>
                    <a:pt x="2056" y="20314"/>
                    <a:pt x="3408" y="724"/>
                    <a:pt x="3408" y="477"/>
                  </a:cubicBezTo>
                  <a:cubicBezTo>
                    <a:pt x="3484" y="248"/>
                    <a:pt x="3255" y="1"/>
                    <a:pt x="3008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3342;p66"/>
            <p:cNvSpPr/>
            <p:nvPr/>
          </p:nvSpPr>
          <p:spPr>
            <a:xfrm>
              <a:off x="3805450" y="3251825"/>
              <a:ext cx="311300" cy="336025"/>
            </a:xfrm>
            <a:custGeom>
              <a:avLst/>
              <a:gdLst/>
              <a:ahLst/>
              <a:cxnLst/>
              <a:rect l="l" t="t" r="r" b="b"/>
              <a:pathLst>
                <a:path w="12452" h="13441" extrusionOk="0">
                  <a:moveTo>
                    <a:pt x="513" y="1"/>
                  </a:moveTo>
                  <a:cubicBezTo>
                    <a:pt x="476" y="1"/>
                    <a:pt x="438" y="6"/>
                    <a:pt x="400" y="19"/>
                  </a:cubicBezTo>
                  <a:cubicBezTo>
                    <a:pt x="153" y="19"/>
                    <a:pt x="1" y="266"/>
                    <a:pt x="1" y="495"/>
                  </a:cubicBezTo>
                  <a:cubicBezTo>
                    <a:pt x="77" y="742"/>
                    <a:pt x="629" y="3750"/>
                    <a:pt x="2457" y="6930"/>
                  </a:cubicBezTo>
                  <a:cubicBezTo>
                    <a:pt x="3485" y="8757"/>
                    <a:pt x="4912" y="10585"/>
                    <a:pt x="6892" y="11841"/>
                  </a:cubicBezTo>
                  <a:cubicBezTo>
                    <a:pt x="8492" y="12870"/>
                    <a:pt x="10395" y="13441"/>
                    <a:pt x="12375" y="13441"/>
                  </a:cubicBezTo>
                  <a:cubicBezTo>
                    <a:pt x="12451" y="13117"/>
                    <a:pt x="12451" y="12870"/>
                    <a:pt x="12451" y="12565"/>
                  </a:cubicBezTo>
                  <a:cubicBezTo>
                    <a:pt x="10624" y="12565"/>
                    <a:pt x="8872" y="12089"/>
                    <a:pt x="7368" y="11137"/>
                  </a:cubicBezTo>
                  <a:cubicBezTo>
                    <a:pt x="5541" y="9938"/>
                    <a:pt x="4284" y="8281"/>
                    <a:pt x="3256" y="6606"/>
                  </a:cubicBezTo>
                  <a:cubicBezTo>
                    <a:pt x="1505" y="3598"/>
                    <a:pt x="876" y="419"/>
                    <a:pt x="876" y="343"/>
                  </a:cubicBezTo>
                  <a:cubicBezTo>
                    <a:pt x="876" y="152"/>
                    <a:pt x="704" y="1"/>
                    <a:pt x="513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3343;p66"/>
            <p:cNvSpPr/>
            <p:nvPr/>
          </p:nvSpPr>
          <p:spPr>
            <a:xfrm>
              <a:off x="2938750" y="1215700"/>
              <a:ext cx="1338400" cy="2204350"/>
            </a:xfrm>
            <a:custGeom>
              <a:avLst/>
              <a:gdLst/>
              <a:ahLst/>
              <a:cxnLst/>
              <a:rect l="l" t="t" r="r" b="b"/>
              <a:pathLst>
                <a:path w="53536" h="88174" extrusionOk="0">
                  <a:moveTo>
                    <a:pt x="20143" y="1"/>
                  </a:moveTo>
                  <a:cubicBezTo>
                    <a:pt x="19039" y="1600"/>
                    <a:pt x="17687" y="2628"/>
                    <a:pt x="16183" y="3332"/>
                  </a:cubicBezTo>
                  <a:cubicBezTo>
                    <a:pt x="16031" y="3409"/>
                    <a:pt x="15859" y="3504"/>
                    <a:pt x="15707" y="3580"/>
                  </a:cubicBezTo>
                  <a:cubicBezTo>
                    <a:pt x="11176" y="5484"/>
                    <a:pt x="5864" y="5084"/>
                    <a:pt x="4760" y="10548"/>
                  </a:cubicBezTo>
                  <a:cubicBezTo>
                    <a:pt x="4132" y="13975"/>
                    <a:pt x="6740" y="21019"/>
                    <a:pt x="6416" y="35297"/>
                  </a:cubicBezTo>
                  <a:cubicBezTo>
                    <a:pt x="6416" y="36420"/>
                    <a:pt x="6416" y="37448"/>
                    <a:pt x="6340" y="38553"/>
                  </a:cubicBezTo>
                  <a:cubicBezTo>
                    <a:pt x="6264" y="39676"/>
                    <a:pt x="6264" y="40780"/>
                    <a:pt x="6188" y="41884"/>
                  </a:cubicBezTo>
                  <a:cubicBezTo>
                    <a:pt x="6112" y="42912"/>
                    <a:pt x="5940" y="44035"/>
                    <a:pt x="5864" y="45140"/>
                  </a:cubicBezTo>
                  <a:cubicBezTo>
                    <a:pt x="5788" y="46092"/>
                    <a:pt x="5636" y="47120"/>
                    <a:pt x="5560" y="48148"/>
                  </a:cubicBezTo>
                  <a:cubicBezTo>
                    <a:pt x="5388" y="49195"/>
                    <a:pt x="5236" y="50223"/>
                    <a:pt x="5084" y="51327"/>
                  </a:cubicBezTo>
                  <a:cubicBezTo>
                    <a:pt x="4284" y="57286"/>
                    <a:pt x="1981" y="71164"/>
                    <a:pt x="1" y="78780"/>
                  </a:cubicBezTo>
                  <a:cubicBezTo>
                    <a:pt x="5932" y="84301"/>
                    <a:pt x="16947" y="88173"/>
                    <a:pt x="28560" y="88173"/>
                  </a:cubicBezTo>
                  <a:cubicBezTo>
                    <a:pt x="35287" y="88173"/>
                    <a:pt x="42215" y="86874"/>
                    <a:pt x="48471" y="83844"/>
                  </a:cubicBezTo>
                  <a:cubicBezTo>
                    <a:pt x="50299" y="78780"/>
                    <a:pt x="52355" y="60522"/>
                    <a:pt x="52907" y="55135"/>
                  </a:cubicBezTo>
                  <a:cubicBezTo>
                    <a:pt x="52983" y="54030"/>
                    <a:pt x="53059" y="52907"/>
                    <a:pt x="53154" y="51879"/>
                  </a:cubicBezTo>
                  <a:cubicBezTo>
                    <a:pt x="53535" y="46644"/>
                    <a:pt x="53459" y="41408"/>
                    <a:pt x="53154" y="35868"/>
                  </a:cubicBezTo>
                  <a:lnTo>
                    <a:pt x="53154" y="34992"/>
                  </a:lnTo>
                  <a:cubicBezTo>
                    <a:pt x="52907" y="30461"/>
                    <a:pt x="52583" y="25778"/>
                    <a:pt x="52279" y="20790"/>
                  </a:cubicBezTo>
                  <a:cubicBezTo>
                    <a:pt x="51631" y="10948"/>
                    <a:pt x="48395" y="4836"/>
                    <a:pt x="42684" y="3980"/>
                  </a:cubicBezTo>
                  <a:cubicBezTo>
                    <a:pt x="39980" y="3504"/>
                    <a:pt x="37924" y="2780"/>
                    <a:pt x="36325" y="2076"/>
                  </a:cubicBezTo>
                  <a:cubicBezTo>
                    <a:pt x="36173" y="1981"/>
                    <a:pt x="35925" y="1905"/>
                    <a:pt x="35773" y="1752"/>
                  </a:cubicBezTo>
                  <a:cubicBezTo>
                    <a:pt x="33945" y="877"/>
                    <a:pt x="32917" y="1"/>
                    <a:pt x="329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3344;p66"/>
            <p:cNvSpPr/>
            <p:nvPr/>
          </p:nvSpPr>
          <p:spPr>
            <a:xfrm>
              <a:off x="4021525" y="1922025"/>
              <a:ext cx="198500" cy="1338375"/>
            </a:xfrm>
            <a:custGeom>
              <a:avLst/>
              <a:gdLst/>
              <a:ahLst/>
              <a:cxnLst/>
              <a:rect l="l" t="t" r="r" b="b"/>
              <a:pathLst>
                <a:path w="7940" h="53535" extrusionOk="0">
                  <a:moveTo>
                    <a:pt x="6036" y="0"/>
                  </a:moveTo>
                  <a:cubicBezTo>
                    <a:pt x="5788" y="0"/>
                    <a:pt x="5636" y="228"/>
                    <a:pt x="5712" y="381"/>
                  </a:cubicBezTo>
                  <a:cubicBezTo>
                    <a:pt x="5712" y="628"/>
                    <a:pt x="7140" y="27034"/>
                    <a:pt x="77" y="52982"/>
                  </a:cubicBezTo>
                  <a:cubicBezTo>
                    <a:pt x="1" y="53211"/>
                    <a:pt x="77" y="53458"/>
                    <a:pt x="324" y="53458"/>
                  </a:cubicBezTo>
                  <a:lnTo>
                    <a:pt x="401" y="53535"/>
                  </a:lnTo>
                  <a:cubicBezTo>
                    <a:pt x="553" y="53535"/>
                    <a:pt x="705" y="53382"/>
                    <a:pt x="800" y="53211"/>
                  </a:cubicBezTo>
                  <a:cubicBezTo>
                    <a:pt x="7940" y="27129"/>
                    <a:pt x="6417" y="628"/>
                    <a:pt x="6417" y="381"/>
                  </a:cubicBezTo>
                  <a:cubicBezTo>
                    <a:pt x="6417" y="152"/>
                    <a:pt x="6264" y="0"/>
                    <a:pt x="6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3345;p66"/>
            <p:cNvSpPr/>
            <p:nvPr/>
          </p:nvSpPr>
          <p:spPr>
            <a:xfrm>
              <a:off x="3059650" y="1832525"/>
              <a:ext cx="43800" cy="583075"/>
            </a:xfrm>
            <a:custGeom>
              <a:avLst/>
              <a:gdLst/>
              <a:ahLst/>
              <a:cxnLst/>
              <a:rect l="l" t="t" r="r" b="b"/>
              <a:pathLst>
                <a:path w="1752" h="23323" extrusionOk="0">
                  <a:moveTo>
                    <a:pt x="1352" y="1"/>
                  </a:moveTo>
                  <a:cubicBezTo>
                    <a:pt x="1104" y="1"/>
                    <a:pt x="876" y="153"/>
                    <a:pt x="876" y="401"/>
                  </a:cubicBezTo>
                  <a:cubicBezTo>
                    <a:pt x="876" y="553"/>
                    <a:pt x="876" y="15479"/>
                    <a:pt x="76" y="22923"/>
                  </a:cubicBezTo>
                  <a:cubicBezTo>
                    <a:pt x="0" y="23170"/>
                    <a:pt x="153" y="23322"/>
                    <a:pt x="400" y="23322"/>
                  </a:cubicBezTo>
                  <a:lnTo>
                    <a:pt x="476" y="23322"/>
                  </a:lnTo>
                  <a:cubicBezTo>
                    <a:pt x="629" y="23322"/>
                    <a:pt x="876" y="23246"/>
                    <a:pt x="876" y="22999"/>
                  </a:cubicBezTo>
                  <a:cubicBezTo>
                    <a:pt x="1752" y="15479"/>
                    <a:pt x="1752" y="553"/>
                    <a:pt x="1752" y="401"/>
                  </a:cubicBezTo>
                  <a:cubicBezTo>
                    <a:pt x="1752" y="153"/>
                    <a:pt x="1504" y="1"/>
                    <a:pt x="1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3346;p66"/>
            <p:cNvSpPr/>
            <p:nvPr/>
          </p:nvSpPr>
          <p:spPr>
            <a:xfrm>
              <a:off x="3506075" y="3097375"/>
              <a:ext cx="51425" cy="48200"/>
            </a:xfrm>
            <a:custGeom>
              <a:avLst/>
              <a:gdLst/>
              <a:ahLst/>
              <a:cxnLst/>
              <a:rect l="l" t="t" r="r" b="b"/>
              <a:pathLst>
                <a:path w="2057" h="1928" extrusionOk="0">
                  <a:moveTo>
                    <a:pt x="1087" y="0"/>
                  </a:moveTo>
                  <a:cubicBezTo>
                    <a:pt x="1043" y="0"/>
                    <a:pt x="998" y="3"/>
                    <a:pt x="953" y="10"/>
                  </a:cubicBezTo>
                  <a:cubicBezTo>
                    <a:pt x="382" y="10"/>
                    <a:pt x="1" y="486"/>
                    <a:pt x="77" y="1057"/>
                  </a:cubicBezTo>
                  <a:cubicBezTo>
                    <a:pt x="146" y="1554"/>
                    <a:pt x="477" y="1927"/>
                    <a:pt x="945" y="1927"/>
                  </a:cubicBezTo>
                  <a:cubicBezTo>
                    <a:pt x="997" y="1927"/>
                    <a:pt x="1050" y="1923"/>
                    <a:pt x="1105" y="1913"/>
                  </a:cubicBezTo>
                  <a:cubicBezTo>
                    <a:pt x="1657" y="1837"/>
                    <a:pt x="2057" y="1437"/>
                    <a:pt x="1981" y="885"/>
                  </a:cubicBezTo>
                  <a:cubicBezTo>
                    <a:pt x="1981" y="379"/>
                    <a:pt x="1580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3347;p66"/>
            <p:cNvSpPr/>
            <p:nvPr/>
          </p:nvSpPr>
          <p:spPr>
            <a:xfrm>
              <a:off x="3503700" y="3212775"/>
              <a:ext cx="50000" cy="49525"/>
            </a:xfrm>
            <a:custGeom>
              <a:avLst/>
              <a:gdLst/>
              <a:ahLst/>
              <a:cxnLst/>
              <a:rect l="l" t="t" r="r" b="b"/>
              <a:pathLst>
                <a:path w="2000" h="1981" extrusionOk="0">
                  <a:moveTo>
                    <a:pt x="876" y="1"/>
                  </a:moveTo>
                  <a:cubicBezTo>
                    <a:pt x="324" y="77"/>
                    <a:pt x="1" y="553"/>
                    <a:pt x="1" y="1105"/>
                  </a:cubicBezTo>
                  <a:cubicBezTo>
                    <a:pt x="96" y="1581"/>
                    <a:pt x="572" y="1981"/>
                    <a:pt x="1048" y="1981"/>
                  </a:cubicBezTo>
                  <a:cubicBezTo>
                    <a:pt x="1600" y="1905"/>
                    <a:pt x="2000" y="1429"/>
                    <a:pt x="1904" y="953"/>
                  </a:cubicBezTo>
                  <a:cubicBezTo>
                    <a:pt x="1904" y="401"/>
                    <a:pt x="1428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3348;p66"/>
            <p:cNvSpPr/>
            <p:nvPr/>
          </p:nvSpPr>
          <p:spPr>
            <a:xfrm>
              <a:off x="3161025" y="1711650"/>
              <a:ext cx="281300" cy="283675"/>
            </a:xfrm>
            <a:custGeom>
              <a:avLst/>
              <a:gdLst/>
              <a:ahLst/>
              <a:cxnLst/>
              <a:rect l="l" t="t" r="r" b="b"/>
              <a:pathLst>
                <a:path w="11252" h="11347" extrusionOk="0">
                  <a:moveTo>
                    <a:pt x="9519" y="800"/>
                  </a:moveTo>
                  <a:cubicBezTo>
                    <a:pt x="9672" y="2133"/>
                    <a:pt x="10071" y="7140"/>
                    <a:pt x="8168" y="9443"/>
                  </a:cubicBezTo>
                  <a:cubicBezTo>
                    <a:pt x="7520" y="10147"/>
                    <a:pt x="6664" y="10547"/>
                    <a:pt x="5617" y="10547"/>
                  </a:cubicBezTo>
                  <a:cubicBezTo>
                    <a:pt x="4588" y="10547"/>
                    <a:pt x="3808" y="10147"/>
                    <a:pt x="3085" y="9443"/>
                  </a:cubicBezTo>
                  <a:cubicBezTo>
                    <a:pt x="1181" y="7140"/>
                    <a:pt x="1581" y="2133"/>
                    <a:pt x="1733" y="800"/>
                  </a:cubicBezTo>
                  <a:close/>
                  <a:moveTo>
                    <a:pt x="1428" y="0"/>
                  </a:moveTo>
                  <a:cubicBezTo>
                    <a:pt x="1181" y="0"/>
                    <a:pt x="1028" y="153"/>
                    <a:pt x="952" y="324"/>
                  </a:cubicBezTo>
                  <a:cubicBezTo>
                    <a:pt x="952" y="629"/>
                    <a:pt x="0" y="7063"/>
                    <a:pt x="2532" y="9995"/>
                  </a:cubicBezTo>
                  <a:cubicBezTo>
                    <a:pt x="3332" y="10871"/>
                    <a:pt x="4360" y="11347"/>
                    <a:pt x="5617" y="11347"/>
                  </a:cubicBezTo>
                  <a:cubicBezTo>
                    <a:pt x="6892" y="11347"/>
                    <a:pt x="7920" y="10871"/>
                    <a:pt x="8720" y="9995"/>
                  </a:cubicBezTo>
                  <a:cubicBezTo>
                    <a:pt x="11252" y="7063"/>
                    <a:pt x="10300" y="629"/>
                    <a:pt x="10300" y="324"/>
                  </a:cubicBezTo>
                  <a:cubicBezTo>
                    <a:pt x="10224" y="153"/>
                    <a:pt x="10071" y="0"/>
                    <a:pt x="99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3349;p66"/>
            <p:cNvSpPr/>
            <p:nvPr/>
          </p:nvSpPr>
          <p:spPr>
            <a:xfrm>
              <a:off x="3162125" y="239000"/>
              <a:ext cx="720450" cy="588350"/>
            </a:xfrm>
            <a:custGeom>
              <a:avLst/>
              <a:gdLst/>
              <a:ahLst/>
              <a:cxnLst/>
              <a:rect l="l" t="t" r="r" b="b"/>
              <a:pathLst>
                <a:path w="28818" h="23534" extrusionOk="0">
                  <a:moveTo>
                    <a:pt x="4311" y="1"/>
                  </a:moveTo>
                  <a:cubicBezTo>
                    <a:pt x="3970" y="1"/>
                    <a:pt x="3627" y="65"/>
                    <a:pt x="3288" y="212"/>
                  </a:cubicBezTo>
                  <a:cubicBezTo>
                    <a:pt x="508" y="1469"/>
                    <a:pt x="3992" y="5448"/>
                    <a:pt x="3992" y="5448"/>
                  </a:cubicBezTo>
                  <a:cubicBezTo>
                    <a:pt x="3992" y="5448"/>
                    <a:pt x="3637" y="5386"/>
                    <a:pt x="3146" y="5386"/>
                  </a:cubicBezTo>
                  <a:cubicBezTo>
                    <a:pt x="1965" y="5386"/>
                    <a:pt x="1" y="5747"/>
                    <a:pt x="337" y="8208"/>
                  </a:cubicBezTo>
                  <a:cubicBezTo>
                    <a:pt x="813" y="11788"/>
                    <a:pt x="4792" y="13368"/>
                    <a:pt x="4792" y="13368"/>
                  </a:cubicBezTo>
                  <a:cubicBezTo>
                    <a:pt x="4792" y="13368"/>
                    <a:pt x="3516" y="15348"/>
                    <a:pt x="4145" y="18603"/>
                  </a:cubicBezTo>
                  <a:cubicBezTo>
                    <a:pt x="4792" y="21782"/>
                    <a:pt x="6144" y="21935"/>
                    <a:pt x="6144" y="21935"/>
                  </a:cubicBezTo>
                  <a:lnTo>
                    <a:pt x="23430" y="23534"/>
                  </a:lnTo>
                  <a:cubicBezTo>
                    <a:pt x="23430" y="23534"/>
                    <a:pt x="26990" y="23534"/>
                    <a:pt x="27866" y="19003"/>
                  </a:cubicBezTo>
                  <a:cubicBezTo>
                    <a:pt x="28818" y="14567"/>
                    <a:pt x="25734" y="12739"/>
                    <a:pt x="25734" y="12739"/>
                  </a:cubicBezTo>
                  <a:cubicBezTo>
                    <a:pt x="25734" y="12739"/>
                    <a:pt x="27714" y="9332"/>
                    <a:pt x="25086" y="7656"/>
                  </a:cubicBezTo>
                  <a:cubicBezTo>
                    <a:pt x="22707" y="6076"/>
                    <a:pt x="15263" y="5353"/>
                    <a:pt x="15263" y="5353"/>
                  </a:cubicBezTo>
                  <a:cubicBezTo>
                    <a:pt x="15263" y="5353"/>
                    <a:pt x="14063" y="2116"/>
                    <a:pt x="12636" y="1164"/>
                  </a:cubicBezTo>
                  <a:cubicBezTo>
                    <a:pt x="12010" y="754"/>
                    <a:pt x="11493" y="589"/>
                    <a:pt x="11066" y="589"/>
                  </a:cubicBezTo>
                  <a:cubicBezTo>
                    <a:pt x="9333" y="589"/>
                    <a:pt x="9076" y="3297"/>
                    <a:pt x="9076" y="3297"/>
                  </a:cubicBezTo>
                  <a:cubicBezTo>
                    <a:pt x="9076" y="3297"/>
                    <a:pt x="6746" y="1"/>
                    <a:pt x="4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3350;p66"/>
            <p:cNvSpPr/>
            <p:nvPr/>
          </p:nvSpPr>
          <p:spPr>
            <a:xfrm>
              <a:off x="3438500" y="962025"/>
              <a:ext cx="321275" cy="333400"/>
            </a:xfrm>
            <a:custGeom>
              <a:avLst/>
              <a:gdLst/>
              <a:ahLst/>
              <a:cxnLst/>
              <a:rect l="l" t="t" r="r" b="b"/>
              <a:pathLst>
                <a:path w="12851" h="13336" extrusionOk="0">
                  <a:moveTo>
                    <a:pt x="12851" y="1"/>
                  </a:moveTo>
                  <a:lnTo>
                    <a:pt x="1504" y="7064"/>
                  </a:lnTo>
                  <a:lnTo>
                    <a:pt x="0" y="8016"/>
                  </a:lnTo>
                  <a:lnTo>
                    <a:pt x="0" y="11176"/>
                  </a:lnTo>
                  <a:cubicBezTo>
                    <a:pt x="324" y="11500"/>
                    <a:pt x="705" y="11823"/>
                    <a:pt x="1105" y="12052"/>
                  </a:cubicBezTo>
                  <a:cubicBezTo>
                    <a:pt x="2703" y="12997"/>
                    <a:pt x="4340" y="13335"/>
                    <a:pt x="5864" y="13335"/>
                  </a:cubicBezTo>
                  <a:cubicBezTo>
                    <a:pt x="9715" y="13335"/>
                    <a:pt x="12851" y="11176"/>
                    <a:pt x="12851" y="11176"/>
                  </a:cubicBezTo>
                  <a:lnTo>
                    <a:pt x="12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3351;p66"/>
            <p:cNvSpPr/>
            <p:nvPr/>
          </p:nvSpPr>
          <p:spPr>
            <a:xfrm>
              <a:off x="3438500" y="1089100"/>
              <a:ext cx="236100" cy="174225"/>
            </a:xfrm>
            <a:custGeom>
              <a:avLst/>
              <a:gdLst/>
              <a:ahLst/>
              <a:cxnLst/>
              <a:rect l="l" t="t" r="r" b="b"/>
              <a:pathLst>
                <a:path w="9444" h="6969" extrusionOk="0">
                  <a:moveTo>
                    <a:pt x="9443" y="1"/>
                  </a:moveTo>
                  <a:lnTo>
                    <a:pt x="1504" y="1981"/>
                  </a:lnTo>
                  <a:lnTo>
                    <a:pt x="0" y="2761"/>
                  </a:lnTo>
                  <a:lnTo>
                    <a:pt x="0" y="6093"/>
                  </a:lnTo>
                  <a:cubicBezTo>
                    <a:pt x="324" y="6417"/>
                    <a:pt x="705" y="6740"/>
                    <a:pt x="1105" y="6969"/>
                  </a:cubicBezTo>
                  <a:cubicBezTo>
                    <a:pt x="5940" y="5065"/>
                    <a:pt x="9443" y="1"/>
                    <a:pt x="9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3352;p66"/>
            <p:cNvSpPr/>
            <p:nvPr/>
          </p:nvSpPr>
          <p:spPr>
            <a:xfrm>
              <a:off x="3573200" y="1160500"/>
              <a:ext cx="305575" cy="328900"/>
            </a:xfrm>
            <a:custGeom>
              <a:avLst/>
              <a:gdLst/>
              <a:ahLst/>
              <a:cxnLst/>
              <a:rect l="l" t="t" r="r" b="b"/>
              <a:pathLst>
                <a:path w="12223" h="13156" extrusionOk="0">
                  <a:moveTo>
                    <a:pt x="7387" y="0"/>
                  </a:moveTo>
                  <a:cubicBezTo>
                    <a:pt x="4683" y="4189"/>
                    <a:pt x="0" y="5388"/>
                    <a:pt x="0" y="5388"/>
                  </a:cubicBezTo>
                  <a:lnTo>
                    <a:pt x="0" y="13156"/>
                  </a:lnTo>
                  <a:cubicBezTo>
                    <a:pt x="5236" y="12128"/>
                    <a:pt x="8567" y="8796"/>
                    <a:pt x="12222" y="4988"/>
                  </a:cubicBezTo>
                  <a:cubicBezTo>
                    <a:pt x="11194" y="629"/>
                    <a:pt x="7387" y="0"/>
                    <a:pt x="7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3353;p66"/>
            <p:cNvSpPr/>
            <p:nvPr/>
          </p:nvSpPr>
          <p:spPr>
            <a:xfrm>
              <a:off x="3317600" y="1188100"/>
              <a:ext cx="255625" cy="301300"/>
            </a:xfrm>
            <a:custGeom>
              <a:avLst/>
              <a:gdLst/>
              <a:ahLst/>
              <a:cxnLst/>
              <a:rect l="l" t="t" r="r" b="b"/>
              <a:pathLst>
                <a:path w="10225" h="12052" extrusionOk="0">
                  <a:moveTo>
                    <a:pt x="4684" y="1"/>
                  </a:moveTo>
                  <a:cubicBezTo>
                    <a:pt x="4684" y="1"/>
                    <a:pt x="1353" y="705"/>
                    <a:pt x="1" y="5084"/>
                  </a:cubicBezTo>
                  <a:cubicBezTo>
                    <a:pt x="3409" y="9196"/>
                    <a:pt x="5236" y="10795"/>
                    <a:pt x="10224" y="12052"/>
                  </a:cubicBezTo>
                  <a:lnTo>
                    <a:pt x="10224" y="4284"/>
                  </a:lnTo>
                  <a:cubicBezTo>
                    <a:pt x="10224" y="4284"/>
                    <a:pt x="7445" y="4208"/>
                    <a:pt x="4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3354;p66"/>
            <p:cNvSpPr/>
            <p:nvPr/>
          </p:nvSpPr>
          <p:spPr>
            <a:xfrm>
              <a:off x="3387100" y="1541250"/>
              <a:ext cx="337000" cy="1513075"/>
            </a:xfrm>
            <a:custGeom>
              <a:avLst/>
              <a:gdLst/>
              <a:ahLst/>
              <a:cxnLst/>
              <a:rect l="l" t="t" r="r" b="b"/>
              <a:pathLst>
                <a:path w="13480" h="60523" extrusionOk="0">
                  <a:moveTo>
                    <a:pt x="6092" y="1"/>
                  </a:moveTo>
                  <a:lnTo>
                    <a:pt x="6016" y="629"/>
                  </a:lnTo>
                  <a:lnTo>
                    <a:pt x="5864" y="1809"/>
                  </a:lnTo>
                  <a:lnTo>
                    <a:pt x="5464" y="4665"/>
                  </a:lnTo>
                  <a:lnTo>
                    <a:pt x="5312" y="5864"/>
                  </a:lnTo>
                  <a:lnTo>
                    <a:pt x="4988" y="8644"/>
                  </a:lnTo>
                  <a:lnTo>
                    <a:pt x="4760" y="9900"/>
                  </a:lnTo>
                  <a:lnTo>
                    <a:pt x="4436" y="12680"/>
                  </a:lnTo>
                  <a:lnTo>
                    <a:pt x="4284" y="13879"/>
                  </a:lnTo>
                  <a:lnTo>
                    <a:pt x="3884" y="16735"/>
                  </a:lnTo>
                  <a:lnTo>
                    <a:pt x="3713" y="17915"/>
                  </a:lnTo>
                  <a:lnTo>
                    <a:pt x="3332" y="20695"/>
                  </a:lnTo>
                  <a:lnTo>
                    <a:pt x="3161" y="21970"/>
                  </a:lnTo>
                  <a:lnTo>
                    <a:pt x="2856" y="24750"/>
                  </a:lnTo>
                  <a:lnTo>
                    <a:pt x="2685" y="26006"/>
                  </a:lnTo>
                  <a:lnTo>
                    <a:pt x="2285" y="28786"/>
                  </a:lnTo>
                  <a:lnTo>
                    <a:pt x="2133" y="29985"/>
                  </a:lnTo>
                  <a:lnTo>
                    <a:pt x="1733" y="32746"/>
                  </a:lnTo>
                  <a:lnTo>
                    <a:pt x="1581" y="34021"/>
                  </a:lnTo>
                  <a:lnTo>
                    <a:pt x="1257" y="36801"/>
                  </a:lnTo>
                  <a:lnTo>
                    <a:pt x="1105" y="38077"/>
                  </a:lnTo>
                  <a:lnTo>
                    <a:pt x="705" y="40837"/>
                  </a:lnTo>
                  <a:lnTo>
                    <a:pt x="552" y="42036"/>
                  </a:lnTo>
                  <a:lnTo>
                    <a:pt x="153" y="44892"/>
                  </a:lnTo>
                  <a:lnTo>
                    <a:pt x="0" y="46072"/>
                  </a:lnTo>
                  <a:lnTo>
                    <a:pt x="0" y="46168"/>
                  </a:lnTo>
                  <a:lnTo>
                    <a:pt x="2209" y="51403"/>
                  </a:lnTo>
                  <a:lnTo>
                    <a:pt x="3161" y="53783"/>
                  </a:lnTo>
                  <a:lnTo>
                    <a:pt x="5940" y="60522"/>
                  </a:lnTo>
                  <a:lnTo>
                    <a:pt x="7292" y="57895"/>
                  </a:lnTo>
                  <a:lnTo>
                    <a:pt x="7768" y="57019"/>
                  </a:lnTo>
                  <a:lnTo>
                    <a:pt x="8872" y="54963"/>
                  </a:lnTo>
                  <a:lnTo>
                    <a:pt x="9348" y="54011"/>
                  </a:lnTo>
                  <a:lnTo>
                    <a:pt x="10376" y="51955"/>
                  </a:lnTo>
                  <a:lnTo>
                    <a:pt x="10852" y="51003"/>
                  </a:lnTo>
                  <a:lnTo>
                    <a:pt x="11975" y="48928"/>
                  </a:lnTo>
                  <a:lnTo>
                    <a:pt x="12451" y="47976"/>
                  </a:lnTo>
                  <a:lnTo>
                    <a:pt x="13479" y="46072"/>
                  </a:lnTo>
                  <a:lnTo>
                    <a:pt x="13403" y="45844"/>
                  </a:lnTo>
                  <a:lnTo>
                    <a:pt x="13232" y="44340"/>
                  </a:lnTo>
                  <a:lnTo>
                    <a:pt x="12927" y="40761"/>
                  </a:lnTo>
                  <a:lnTo>
                    <a:pt x="12756" y="39257"/>
                  </a:lnTo>
                  <a:lnTo>
                    <a:pt x="12375" y="35697"/>
                  </a:lnTo>
                  <a:lnTo>
                    <a:pt x="12204" y="34174"/>
                  </a:lnTo>
                  <a:lnTo>
                    <a:pt x="11899" y="30614"/>
                  </a:lnTo>
                  <a:lnTo>
                    <a:pt x="11728" y="29110"/>
                  </a:lnTo>
                  <a:lnTo>
                    <a:pt x="11328" y="25607"/>
                  </a:lnTo>
                  <a:lnTo>
                    <a:pt x="11176" y="24027"/>
                  </a:lnTo>
                  <a:lnTo>
                    <a:pt x="10852" y="20543"/>
                  </a:lnTo>
                  <a:lnTo>
                    <a:pt x="10700" y="18943"/>
                  </a:lnTo>
                  <a:lnTo>
                    <a:pt x="10300" y="15459"/>
                  </a:lnTo>
                  <a:lnTo>
                    <a:pt x="10148" y="13879"/>
                  </a:lnTo>
                  <a:lnTo>
                    <a:pt x="9824" y="10376"/>
                  </a:lnTo>
                  <a:lnTo>
                    <a:pt x="9672" y="8796"/>
                  </a:lnTo>
                  <a:lnTo>
                    <a:pt x="9272" y="5312"/>
                  </a:lnTo>
                  <a:lnTo>
                    <a:pt x="9120" y="3713"/>
                  </a:lnTo>
                  <a:lnTo>
                    <a:pt x="8796" y="153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3355;p66"/>
            <p:cNvSpPr/>
            <p:nvPr/>
          </p:nvSpPr>
          <p:spPr>
            <a:xfrm>
              <a:off x="3533700" y="1556950"/>
              <a:ext cx="85200" cy="117125"/>
            </a:xfrm>
            <a:custGeom>
              <a:avLst/>
              <a:gdLst/>
              <a:ahLst/>
              <a:cxnLst/>
              <a:rect l="l" t="t" r="r" b="b"/>
              <a:pathLst>
                <a:path w="3408" h="4685" extrusionOk="0">
                  <a:moveTo>
                    <a:pt x="152" y="1"/>
                  </a:moveTo>
                  <a:lnTo>
                    <a:pt x="0" y="1181"/>
                  </a:lnTo>
                  <a:lnTo>
                    <a:pt x="3408" y="4684"/>
                  </a:lnTo>
                  <a:lnTo>
                    <a:pt x="3256" y="308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3356;p66"/>
            <p:cNvSpPr/>
            <p:nvPr/>
          </p:nvSpPr>
          <p:spPr>
            <a:xfrm>
              <a:off x="3519875" y="1657875"/>
              <a:ext cx="112825" cy="142800"/>
            </a:xfrm>
            <a:custGeom>
              <a:avLst/>
              <a:gdLst/>
              <a:ahLst/>
              <a:cxnLst/>
              <a:rect l="l" t="t" r="r" b="b"/>
              <a:pathLst>
                <a:path w="4513" h="5712" extrusionOk="0">
                  <a:moveTo>
                    <a:pt x="153" y="0"/>
                  </a:moveTo>
                  <a:lnTo>
                    <a:pt x="1" y="1199"/>
                  </a:lnTo>
                  <a:lnTo>
                    <a:pt x="4513" y="5711"/>
                  </a:lnTo>
                  <a:lnTo>
                    <a:pt x="4361" y="4131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3357;p66"/>
            <p:cNvSpPr/>
            <p:nvPr/>
          </p:nvSpPr>
          <p:spPr>
            <a:xfrm>
              <a:off x="3506075" y="1757325"/>
              <a:ext cx="138525" cy="170425"/>
            </a:xfrm>
            <a:custGeom>
              <a:avLst/>
              <a:gdLst/>
              <a:ahLst/>
              <a:cxnLst/>
              <a:rect l="l" t="t" r="r" b="b"/>
              <a:pathLst>
                <a:path w="5541" h="6817" extrusionOk="0">
                  <a:moveTo>
                    <a:pt x="229" y="1"/>
                  </a:moveTo>
                  <a:lnTo>
                    <a:pt x="1" y="1257"/>
                  </a:lnTo>
                  <a:lnTo>
                    <a:pt x="5541" y="6816"/>
                  </a:lnTo>
                  <a:lnTo>
                    <a:pt x="5389" y="5236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3358;p66"/>
            <p:cNvSpPr/>
            <p:nvPr/>
          </p:nvSpPr>
          <p:spPr>
            <a:xfrm>
              <a:off x="3494175" y="1858225"/>
              <a:ext cx="164225" cy="196600"/>
            </a:xfrm>
            <a:custGeom>
              <a:avLst/>
              <a:gdLst/>
              <a:ahLst/>
              <a:cxnLst/>
              <a:rect l="l" t="t" r="r" b="b"/>
              <a:pathLst>
                <a:path w="6569" h="7864" extrusionOk="0">
                  <a:moveTo>
                    <a:pt x="153" y="1"/>
                  </a:moveTo>
                  <a:lnTo>
                    <a:pt x="1" y="1200"/>
                  </a:lnTo>
                  <a:lnTo>
                    <a:pt x="6569" y="7864"/>
                  </a:lnTo>
                  <a:lnTo>
                    <a:pt x="6417" y="6264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3359;p66"/>
            <p:cNvSpPr/>
            <p:nvPr/>
          </p:nvSpPr>
          <p:spPr>
            <a:xfrm>
              <a:off x="3479900" y="1959625"/>
              <a:ext cx="190400" cy="221800"/>
            </a:xfrm>
            <a:custGeom>
              <a:avLst/>
              <a:gdLst/>
              <a:ahLst/>
              <a:cxnLst/>
              <a:rect l="l" t="t" r="r" b="b"/>
              <a:pathLst>
                <a:path w="7616" h="8872" extrusionOk="0">
                  <a:moveTo>
                    <a:pt x="172" y="0"/>
                  </a:moveTo>
                  <a:lnTo>
                    <a:pt x="1" y="1180"/>
                  </a:lnTo>
                  <a:lnTo>
                    <a:pt x="7616" y="8872"/>
                  </a:lnTo>
                  <a:lnTo>
                    <a:pt x="7464" y="729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3360;p66"/>
            <p:cNvSpPr/>
            <p:nvPr/>
          </p:nvSpPr>
          <p:spPr>
            <a:xfrm>
              <a:off x="3466100" y="2058600"/>
              <a:ext cx="218500" cy="248000"/>
            </a:xfrm>
            <a:custGeom>
              <a:avLst/>
              <a:gdLst/>
              <a:ahLst/>
              <a:cxnLst/>
              <a:rect l="l" t="t" r="r" b="b"/>
              <a:pathLst>
                <a:path w="8740" h="9920" extrusionOk="0">
                  <a:moveTo>
                    <a:pt x="172" y="1"/>
                  </a:moveTo>
                  <a:lnTo>
                    <a:pt x="1" y="1276"/>
                  </a:lnTo>
                  <a:lnTo>
                    <a:pt x="8739" y="9920"/>
                  </a:lnTo>
                  <a:lnTo>
                    <a:pt x="8568" y="8416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3361;p66"/>
            <p:cNvSpPr/>
            <p:nvPr/>
          </p:nvSpPr>
          <p:spPr>
            <a:xfrm>
              <a:off x="3454200" y="2159975"/>
              <a:ext cx="242275" cy="273700"/>
            </a:xfrm>
            <a:custGeom>
              <a:avLst/>
              <a:gdLst/>
              <a:ahLst/>
              <a:cxnLst/>
              <a:rect l="l" t="t" r="r" b="b"/>
              <a:pathLst>
                <a:path w="9691" h="10948" extrusionOk="0">
                  <a:moveTo>
                    <a:pt x="172" y="1"/>
                  </a:moveTo>
                  <a:lnTo>
                    <a:pt x="1" y="1257"/>
                  </a:lnTo>
                  <a:lnTo>
                    <a:pt x="9691" y="10948"/>
                  </a:lnTo>
                  <a:lnTo>
                    <a:pt x="9520" y="9425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3362;p66"/>
            <p:cNvSpPr/>
            <p:nvPr/>
          </p:nvSpPr>
          <p:spPr>
            <a:xfrm>
              <a:off x="3440400" y="2260900"/>
              <a:ext cx="269900" cy="299375"/>
            </a:xfrm>
            <a:custGeom>
              <a:avLst/>
              <a:gdLst/>
              <a:ahLst/>
              <a:cxnLst/>
              <a:rect l="l" t="t" r="r" b="b"/>
              <a:pathLst>
                <a:path w="10796" h="11975" extrusionOk="0">
                  <a:moveTo>
                    <a:pt x="153" y="0"/>
                  </a:moveTo>
                  <a:lnTo>
                    <a:pt x="1" y="1199"/>
                  </a:lnTo>
                  <a:lnTo>
                    <a:pt x="10795" y="11975"/>
                  </a:lnTo>
                  <a:lnTo>
                    <a:pt x="10624" y="10471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3363;p66"/>
            <p:cNvSpPr/>
            <p:nvPr/>
          </p:nvSpPr>
          <p:spPr>
            <a:xfrm>
              <a:off x="3426600" y="2359875"/>
              <a:ext cx="295600" cy="327475"/>
            </a:xfrm>
            <a:custGeom>
              <a:avLst/>
              <a:gdLst/>
              <a:ahLst/>
              <a:cxnLst/>
              <a:rect l="l" t="t" r="r" b="b"/>
              <a:pathLst>
                <a:path w="11824" h="13099" extrusionOk="0">
                  <a:moveTo>
                    <a:pt x="153" y="1"/>
                  </a:moveTo>
                  <a:lnTo>
                    <a:pt x="1" y="1276"/>
                  </a:lnTo>
                  <a:lnTo>
                    <a:pt x="11823" y="13099"/>
                  </a:lnTo>
                  <a:lnTo>
                    <a:pt x="11652" y="11595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3364;p66"/>
            <p:cNvSpPr/>
            <p:nvPr/>
          </p:nvSpPr>
          <p:spPr>
            <a:xfrm>
              <a:off x="3414700" y="2461250"/>
              <a:ext cx="283700" cy="303225"/>
            </a:xfrm>
            <a:custGeom>
              <a:avLst/>
              <a:gdLst/>
              <a:ahLst/>
              <a:cxnLst/>
              <a:rect l="l" t="t" r="r" b="b"/>
              <a:pathLst>
                <a:path w="11348" h="12129" extrusionOk="0">
                  <a:moveTo>
                    <a:pt x="153" y="1"/>
                  </a:moveTo>
                  <a:lnTo>
                    <a:pt x="1" y="1277"/>
                  </a:lnTo>
                  <a:lnTo>
                    <a:pt x="10871" y="12128"/>
                  </a:lnTo>
                  <a:lnTo>
                    <a:pt x="11347" y="11176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3365;p66"/>
            <p:cNvSpPr/>
            <p:nvPr/>
          </p:nvSpPr>
          <p:spPr>
            <a:xfrm>
              <a:off x="3400900" y="2562150"/>
              <a:ext cx="257500" cy="278000"/>
            </a:xfrm>
            <a:custGeom>
              <a:avLst/>
              <a:gdLst/>
              <a:ahLst/>
              <a:cxnLst/>
              <a:rect l="l" t="t" r="r" b="b"/>
              <a:pathLst>
                <a:path w="10300" h="11120" extrusionOk="0">
                  <a:moveTo>
                    <a:pt x="153" y="1"/>
                  </a:moveTo>
                  <a:lnTo>
                    <a:pt x="0" y="1200"/>
                  </a:lnTo>
                  <a:lnTo>
                    <a:pt x="9824" y="11119"/>
                  </a:lnTo>
                  <a:lnTo>
                    <a:pt x="10300" y="10167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3366;p66"/>
            <p:cNvSpPr/>
            <p:nvPr/>
          </p:nvSpPr>
          <p:spPr>
            <a:xfrm>
              <a:off x="3387100" y="2663550"/>
              <a:ext cx="233700" cy="251800"/>
            </a:xfrm>
            <a:custGeom>
              <a:avLst/>
              <a:gdLst/>
              <a:ahLst/>
              <a:cxnLst/>
              <a:rect l="l" t="t" r="r" b="b"/>
              <a:pathLst>
                <a:path w="9348" h="10072" extrusionOk="0">
                  <a:moveTo>
                    <a:pt x="153" y="0"/>
                  </a:moveTo>
                  <a:lnTo>
                    <a:pt x="0" y="1180"/>
                  </a:lnTo>
                  <a:lnTo>
                    <a:pt x="8872" y="10071"/>
                  </a:lnTo>
                  <a:lnTo>
                    <a:pt x="9348" y="9119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3367;p66"/>
            <p:cNvSpPr/>
            <p:nvPr/>
          </p:nvSpPr>
          <p:spPr>
            <a:xfrm>
              <a:off x="3442300" y="2826325"/>
              <a:ext cx="139000" cy="162300"/>
            </a:xfrm>
            <a:custGeom>
              <a:avLst/>
              <a:gdLst/>
              <a:ahLst/>
              <a:cxnLst/>
              <a:rect l="l" t="t" r="r" b="b"/>
              <a:pathLst>
                <a:path w="5560" h="6492" extrusionOk="0">
                  <a:moveTo>
                    <a:pt x="1" y="0"/>
                  </a:moveTo>
                  <a:lnTo>
                    <a:pt x="953" y="2380"/>
                  </a:lnTo>
                  <a:lnTo>
                    <a:pt x="5084" y="6492"/>
                  </a:lnTo>
                  <a:lnTo>
                    <a:pt x="5560" y="56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3368;p66"/>
            <p:cNvSpPr/>
            <p:nvPr/>
          </p:nvSpPr>
          <p:spPr>
            <a:xfrm>
              <a:off x="3533700" y="1541250"/>
              <a:ext cx="77125" cy="85225"/>
            </a:xfrm>
            <a:custGeom>
              <a:avLst/>
              <a:gdLst/>
              <a:ahLst/>
              <a:cxnLst/>
              <a:rect l="l" t="t" r="r" b="b"/>
              <a:pathLst>
                <a:path w="3085" h="3409" extrusionOk="0">
                  <a:moveTo>
                    <a:pt x="228" y="1"/>
                  </a:moveTo>
                  <a:lnTo>
                    <a:pt x="0" y="1809"/>
                  </a:lnTo>
                  <a:lnTo>
                    <a:pt x="1580" y="3409"/>
                  </a:lnTo>
                  <a:lnTo>
                    <a:pt x="3084" y="1505"/>
                  </a:lnTo>
                  <a:lnTo>
                    <a:pt x="2932" y="153"/>
                  </a:lnTo>
                  <a:lnTo>
                    <a:pt x="1580" y="2133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3369;p66"/>
            <p:cNvSpPr/>
            <p:nvPr/>
          </p:nvSpPr>
          <p:spPr>
            <a:xfrm>
              <a:off x="3488000" y="1348500"/>
              <a:ext cx="174700" cy="246075"/>
            </a:xfrm>
            <a:custGeom>
              <a:avLst/>
              <a:gdLst/>
              <a:ahLst/>
              <a:cxnLst/>
              <a:rect l="l" t="t" r="r" b="b"/>
              <a:pathLst>
                <a:path w="6988" h="9843" extrusionOk="0">
                  <a:moveTo>
                    <a:pt x="3408" y="0"/>
                  </a:moveTo>
                  <a:lnTo>
                    <a:pt x="0" y="4455"/>
                  </a:lnTo>
                  <a:lnTo>
                    <a:pt x="3408" y="9843"/>
                  </a:lnTo>
                  <a:lnTo>
                    <a:pt x="6987" y="4455"/>
                  </a:lnTo>
                  <a:lnTo>
                    <a:pt x="34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3370;p66"/>
            <p:cNvSpPr/>
            <p:nvPr/>
          </p:nvSpPr>
          <p:spPr>
            <a:xfrm>
              <a:off x="3305700" y="1274500"/>
              <a:ext cx="584975" cy="277250"/>
            </a:xfrm>
            <a:custGeom>
              <a:avLst/>
              <a:gdLst/>
              <a:ahLst/>
              <a:cxnLst/>
              <a:rect l="l" t="t" r="r" b="b"/>
              <a:pathLst>
                <a:path w="23399" h="11090" extrusionOk="0">
                  <a:moveTo>
                    <a:pt x="22937" y="0"/>
                  </a:moveTo>
                  <a:cubicBezTo>
                    <a:pt x="22778" y="0"/>
                    <a:pt x="22580" y="89"/>
                    <a:pt x="22523" y="276"/>
                  </a:cubicBezTo>
                  <a:cubicBezTo>
                    <a:pt x="22523" y="352"/>
                    <a:pt x="19667" y="7168"/>
                    <a:pt x="16412" y="10100"/>
                  </a:cubicBezTo>
                  <a:lnTo>
                    <a:pt x="11024" y="2732"/>
                  </a:lnTo>
                  <a:cubicBezTo>
                    <a:pt x="10948" y="2656"/>
                    <a:pt x="10872" y="2580"/>
                    <a:pt x="10700" y="2580"/>
                  </a:cubicBezTo>
                  <a:cubicBezTo>
                    <a:pt x="10548" y="2580"/>
                    <a:pt x="10472" y="2656"/>
                    <a:pt x="10396" y="2732"/>
                  </a:cubicBezTo>
                  <a:lnTo>
                    <a:pt x="5312" y="9947"/>
                  </a:lnTo>
                  <a:cubicBezTo>
                    <a:pt x="4589" y="8519"/>
                    <a:pt x="2533" y="4864"/>
                    <a:pt x="877" y="1380"/>
                  </a:cubicBezTo>
                  <a:cubicBezTo>
                    <a:pt x="751" y="1269"/>
                    <a:pt x="595" y="1198"/>
                    <a:pt x="453" y="1198"/>
                  </a:cubicBezTo>
                  <a:cubicBezTo>
                    <a:pt x="401" y="1198"/>
                    <a:pt x="351" y="1208"/>
                    <a:pt x="305" y="1228"/>
                  </a:cubicBezTo>
                  <a:cubicBezTo>
                    <a:pt x="77" y="1304"/>
                    <a:pt x="1" y="1628"/>
                    <a:pt x="77" y="1780"/>
                  </a:cubicBezTo>
                  <a:cubicBezTo>
                    <a:pt x="2209" y="6064"/>
                    <a:pt x="4913" y="10823"/>
                    <a:pt x="4913" y="10899"/>
                  </a:cubicBezTo>
                  <a:cubicBezTo>
                    <a:pt x="4989" y="10975"/>
                    <a:pt x="5160" y="11051"/>
                    <a:pt x="5312" y="11051"/>
                  </a:cubicBezTo>
                  <a:cubicBezTo>
                    <a:pt x="5334" y="11078"/>
                    <a:pt x="5360" y="11090"/>
                    <a:pt x="5390" y="11090"/>
                  </a:cubicBezTo>
                  <a:cubicBezTo>
                    <a:pt x="5469" y="11090"/>
                    <a:pt x="5567" y="11009"/>
                    <a:pt x="5636" y="10899"/>
                  </a:cubicBezTo>
                  <a:lnTo>
                    <a:pt x="10700" y="3684"/>
                  </a:lnTo>
                  <a:lnTo>
                    <a:pt x="16012" y="10899"/>
                  </a:lnTo>
                  <a:cubicBezTo>
                    <a:pt x="16107" y="10975"/>
                    <a:pt x="16183" y="11051"/>
                    <a:pt x="16335" y="11051"/>
                  </a:cubicBezTo>
                  <a:cubicBezTo>
                    <a:pt x="16488" y="11051"/>
                    <a:pt x="16583" y="11051"/>
                    <a:pt x="16659" y="10975"/>
                  </a:cubicBezTo>
                  <a:cubicBezTo>
                    <a:pt x="20143" y="8196"/>
                    <a:pt x="23151" y="828"/>
                    <a:pt x="23322" y="581"/>
                  </a:cubicBezTo>
                  <a:cubicBezTo>
                    <a:pt x="23398" y="352"/>
                    <a:pt x="23322" y="105"/>
                    <a:pt x="23075" y="29"/>
                  </a:cubicBezTo>
                  <a:cubicBezTo>
                    <a:pt x="23037" y="10"/>
                    <a:pt x="22989" y="0"/>
                    <a:pt x="229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3371;p66"/>
            <p:cNvSpPr/>
            <p:nvPr/>
          </p:nvSpPr>
          <p:spPr>
            <a:xfrm>
              <a:off x="3563200" y="1293275"/>
              <a:ext cx="20000" cy="67150"/>
            </a:xfrm>
            <a:custGeom>
              <a:avLst/>
              <a:gdLst/>
              <a:ahLst/>
              <a:cxnLst/>
              <a:rect l="l" t="t" r="r" b="b"/>
              <a:pathLst>
                <a:path w="800" h="2686" extrusionOk="0">
                  <a:moveTo>
                    <a:pt x="400" y="1"/>
                  </a:moveTo>
                  <a:cubicBezTo>
                    <a:pt x="172" y="1"/>
                    <a:pt x="0" y="153"/>
                    <a:pt x="0" y="401"/>
                  </a:cubicBezTo>
                  <a:lnTo>
                    <a:pt x="0" y="2209"/>
                  </a:lnTo>
                  <a:cubicBezTo>
                    <a:pt x="0" y="2457"/>
                    <a:pt x="172" y="2685"/>
                    <a:pt x="400" y="2685"/>
                  </a:cubicBezTo>
                  <a:cubicBezTo>
                    <a:pt x="648" y="2685"/>
                    <a:pt x="800" y="2457"/>
                    <a:pt x="800" y="2209"/>
                  </a:cubicBezTo>
                  <a:lnTo>
                    <a:pt x="800" y="401"/>
                  </a:lnTo>
                  <a:cubicBezTo>
                    <a:pt x="800" y="153"/>
                    <a:pt x="648" y="1"/>
                    <a:pt x="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3372;p66"/>
            <p:cNvSpPr/>
            <p:nvPr/>
          </p:nvSpPr>
          <p:spPr>
            <a:xfrm>
              <a:off x="3240000" y="778800"/>
              <a:ext cx="97150" cy="171350"/>
            </a:xfrm>
            <a:custGeom>
              <a:avLst/>
              <a:gdLst/>
              <a:ahLst/>
              <a:cxnLst/>
              <a:rect l="l" t="t" r="r" b="b"/>
              <a:pathLst>
                <a:path w="3886" h="6854" extrusionOk="0">
                  <a:moveTo>
                    <a:pt x="2171" y="0"/>
                  </a:moveTo>
                  <a:cubicBezTo>
                    <a:pt x="1736" y="0"/>
                    <a:pt x="1296" y="248"/>
                    <a:pt x="954" y="990"/>
                  </a:cubicBezTo>
                  <a:cubicBezTo>
                    <a:pt x="1" y="2966"/>
                    <a:pt x="618" y="6854"/>
                    <a:pt x="2985" y="6854"/>
                  </a:cubicBezTo>
                  <a:cubicBezTo>
                    <a:pt x="3172" y="6854"/>
                    <a:pt x="3371" y="6829"/>
                    <a:pt x="3581" y="6778"/>
                  </a:cubicBezTo>
                  <a:lnTo>
                    <a:pt x="3885" y="990"/>
                  </a:lnTo>
                  <a:cubicBezTo>
                    <a:pt x="3885" y="990"/>
                    <a:pt x="3039" y="0"/>
                    <a:pt x="21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3373;p66"/>
            <p:cNvSpPr/>
            <p:nvPr/>
          </p:nvSpPr>
          <p:spPr>
            <a:xfrm>
              <a:off x="3287625" y="484425"/>
              <a:ext cx="509750" cy="676100"/>
            </a:xfrm>
            <a:custGeom>
              <a:avLst/>
              <a:gdLst/>
              <a:ahLst/>
              <a:cxnLst/>
              <a:rect l="l" t="t" r="r" b="b"/>
              <a:pathLst>
                <a:path w="20390" h="27044" extrusionOk="0">
                  <a:moveTo>
                    <a:pt x="9870" y="0"/>
                  </a:moveTo>
                  <a:cubicBezTo>
                    <a:pt x="6553" y="0"/>
                    <a:pt x="3657" y="934"/>
                    <a:pt x="1980" y="2846"/>
                  </a:cubicBezTo>
                  <a:cubicBezTo>
                    <a:pt x="1904" y="2922"/>
                    <a:pt x="1828" y="2999"/>
                    <a:pt x="1752" y="3075"/>
                  </a:cubicBezTo>
                  <a:cubicBezTo>
                    <a:pt x="1028" y="3950"/>
                    <a:pt x="553" y="5055"/>
                    <a:pt x="400" y="6330"/>
                  </a:cubicBezTo>
                  <a:lnTo>
                    <a:pt x="248" y="13317"/>
                  </a:lnTo>
                  <a:lnTo>
                    <a:pt x="172" y="15050"/>
                  </a:lnTo>
                  <a:lnTo>
                    <a:pt x="0" y="20380"/>
                  </a:lnTo>
                  <a:cubicBezTo>
                    <a:pt x="0" y="20380"/>
                    <a:pt x="0" y="27043"/>
                    <a:pt x="6987" y="27043"/>
                  </a:cubicBezTo>
                  <a:cubicBezTo>
                    <a:pt x="13879" y="27043"/>
                    <a:pt x="18562" y="21561"/>
                    <a:pt x="18886" y="21332"/>
                  </a:cubicBezTo>
                  <a:lnTo>
                    <a:pt x="18962" y="19904"/>
                  </a:lnTo>
                  <a:lnTo>
                    <a:pt x="19362" y="12594"/>
                  </a:lnTo>
                  <a:lnTo>
                    <a:pt x="19514" y="8710"/>
                  </a:lnTo>
                  <a:cubicBezTo>
                    <a:pt x="19514" y="8710"/>
                    <a:pt x="20390" y="1647"/>
                    <a:pt x="13727" y="390"/>
                  </a:cubicBezTo>
                  <a:cubicBezTo>
                    <a:pt x="12410" y="131"/>
                    <a:pt x="11110" y="0"/>
                    <a:pt x="98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3374;p66"/>
            <p:cNvSpPr/>
            <p:nvPr/>
          </p:nvSpPr>
          <p:spPr>
            <a:xfrm>
              <a:off x="3466100" y="642400"/>
              <a:ext cx="180725" cy="80925"/>
            </a:xfrm>
            <a:custGeom>
              <a:avLst/>
              <a:gdLst/>
              <a:ahLst/>
              <a:cxnLst/>
              <a:rect l="l" t="t" r="r" b="b"/>
              <a:pathLst>
                <a:path w="7229" h="3237" extrusionOk="0">
                  <a:moveTo>
                    <a:pt x="2103" y="1"/>
                  </a:moveTo>
                  <a:cubicBezTo>
                    <a:pt x="2031" y="1"/>
                    <a:pt x="1965" y="4"/>
                    <a:pt x="1904" y="11"/>
                  </a:cubicBezTo>
                  <a:cubicBezTo>
                    <a:pt x="553" y="87"/>
                    <a:pt x="1" y="1515"/>
                    <a:pt x="876" y="1991"/>
                  </a:cubicBezTo>
                  <a:cubicBezTo>
                    <a:pt x="876" y="1991"/>
                    <a:pt x="2574" y="3237"/>
                    <a:pt x="4157" y="3237"/>
                  </a:cubicBezTo>
                  <a:cubicBezTo>
                    <a:pt x="4655" y="3237"/>
                    <a:pt x="5141" y="3114"/>
                    <a:pt x="5560" y="2791"/>
                  </a:cubicBezTo>
                  <a:cubicBezTo>
                    <a:pt x="7229" y="1430"/>
                    <a:pt x="3556" y="1"/>
                    <a:pt x="21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3375;p66"/>
            <p:cNvSpPr/>
            <p:nvPr/>
          </p:nvSpPr>
          <p:spPr>
            <a:xfrm>
              <a:off x="3250175" y="642400"/>
              <a:ext cx="180250" cy="80925"/>
            </a:xfrm>
            <a:custGeom>
              <a:avLst/>
              <a:gdLst/>
              <a:ahLst/>
              <a:cxnLst/>
              <a:rect l="l" t="t" r="r" b="b"/>
              <a:pathLst>
                <a:path w="7210" h="3237" extrusionOk="0">
                  <a:moveTo>
                    <a:pt x="5098" y="1"/>
                  </a:moveTo>
                  <a:cubicBezTo>
                    <a:pt x="3587" y="1"/>
                    <a:pt x="1" y="1430"/>
                    <a:pt x="1670" y="2791"/>
                  </a:cubicBezTo>
                  <a:cubicBezTo>
                    <a:pt x="2084" y="3114"/>
                    <a:pt x="2567" y="3237"/>
                    <a:pt x="3061" y="3237"/>
                  </a:cubicBezTo>
                  <a:cubicBezTo>
                    <a:pt x="4636" y="3237"/>
                    <a:pt x="6334" y="1991"/>
                    <a:pt x="6334" y="1991"/>
                  </a:cubicBezTo>
                  <a:cubicBezTo>
                    <a:pt x="7210" y="1515"/>
                    <a:pt x="6658" y="87"/>
                    <a:pt x="5306" y="11"/>
                  </a:cubicBezTo>
                  <a:cubicBezTo>
                    <a:pt x="5242" y="4"/>
                    <a:pt x="5173" y="1"/>
                    <a:pt x="50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3376;p66"/>
            <p:cNvSpPr/>
            <p:nvPr/>
          </p:nvSpPr>
          <p:spPr>
            <a:xfrm>
              <a:off x="3440400" y="985525"/>
              <a:ext cx="79500" cy="30050"/>
            </a:xfrm>
            <a:custGeom>
              <a:avLst/>
              <a:gdLst/>
              <a:ahLst/>
              <a:cxnLst/>
              <a:rect l="l" t="t" r="r" b="b"/>
              <a:pathLst>
                <a:path w="3180" h="1202" extrusionOk="0">
                  <a:moveTo>
                    <a:pt x="2783" y="1"/>
                  </a:moveTo>
                  <a:cubicBezTo>
                    <a:pt x="2719" y="1"/>
                    <a:pt x="2660" y="24"/>
                    <a:pt x="2628" y="89"/>
                  </a:cubicBezTo>
                  <a:cubicBezTo>
                    <a:pt x="2554" y="89"/>
                    <a:pt x="1972" y="564"/>
                    <a:pt x="1204" y="564"/>
                  </a:cubicBezTo>
                  <a:cubicBezTo>
                    <a:pt x="975" y="564"/>
                    <a:pt x="730" y="521"/>
                    <a:pt x="477" y="412"/>
                  </a:cubicBezTo>
                  <a:cubicBezTo>
                    <a:pt x="436" y="392"/>
                    <a:pt x="388" y="382"/>
                    <a:pt x="340" y="382"/>
                  </a:cubicBezTo>
                  <a:cubicBezTo>
                    <a:pt x="209" y="382"/>
                    <a:pt x="77" y="453"/>
                    <a:pt x="77" y="565"/>
                  </a:cubicBezTo>
                  <a:cubicBezTo>
                    <a:pt x="1" y="717"/>
                    <a:pt x="77" y="888"/>
                    <a:pt x="248" y="964"/>
                  </a:cubicBezTo>
                  <a:cubicBezTo>
                    <a:pt x="477" y="1117"/>
                    <a:pt x="724" y="1117"/>
                    <a:pt x="1029" y="1193"/>
                  </a:cubicBezTo>
                  <a:cubicBezTo>
                    <a:pt x="1098" y="1199"/>
                    <a:pt x="1166" y="1202"/>
                    <a:pt x="1233" y="1202"/>
                  </a:cubicBezTo>
                  <a:cubicBezTo>
                    <a:pt x="2246" y="1202"/>
                    <a:pt x="2937" y="565"/>
                    <a:pt x="3009" y="565"/>
                  </a:cubicBezTo>
                  <a:cubicBezTo>
                    <a:pt x="3104" y="412"/>
                    <a:pt x="3180" y="241"/>
                    <a:pt x="3009" y="89"/>
                  </a:cubicBezTo>
                  <a:cubicBezTo>
                    <a:pt x="2965" y="45"/>
                    <a:pt x="2870" y="1"/>
                    <a:pt x="27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3377;p66"/>
            <p:cNvSpPr/>
            <p:nvPr/>
          </p:nvSpPr>
          <p:spPr>
            <a:xfrm>
              <a:off x="3380900" y="894450"/>
              <a:ext cx="160900" cy="80700"/>
            </a:xfrm>
            <a:custGeom>
              <a:avLst/>
              <a:gdLst/>
              <a:ahLst/>
              <a:cxnLst/>
              <a:rect l="l" t="t" r="r" b="b"/>
              <a:pathLst>
                <a:path w="6436" h="3228" extrusionOk="0">
                  <a:moveTo>
                    <a:pt x="6436" y="0"/>
                  </a:moveTo>
                  <a:cubicBezTo>
                    <a:pt x="6435" y="0"/>
                    <a:pt x="2810" y="741"/>
                    <a:pt x="555" y="741"/>
                  </a:cubicBezTo>
                  <a:cubicBezTo>
                    <a:pt x="359" y="741"/>
                    <a:pt x="173" y="736"/>
                    <a:pt x="1" y="724"/>
                  </a:cubicBezTo>
                  <a:lnTo>
                    <a:pt x="1" y="724"/>
                  </a:lnTo>
                  <a:cubicBezTo>
                    <a:pt x="1" y="724"/>
                    <a:pt x="634" y="3227"/>
                    <a:pt x="3002" y="3227"/>
                  </a:cubicBezTo>
                  <a:cubicBezTo>
                    <a:pt x="3295" y="3227"/>
                    <a:pt x="3613" y="3189"/>
                    <a:pt x="3961" y="3103"/>
                  </a:cubicBezTo>
                  <a:cubicBezTo>
                    <a:pt x="6436" y="2456"/>
                    <a:pt x="6436" y="0"/>
                    <a:pt x="64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3378;p66"/>
            <p:cNvSpPr/>
            <p:nvPr/>
          </p:nvSpPr>
          <p:spPr>
            <a:xfrm>
              <a:off x="3331400" y="484425"/>
              <a:ext cx="465975" cy="355350"/>
            </a:xfrm>
            <a:custGeom>
              <a:avLst/>
              <a:gdLst/>
              <a:ahLst/>
              <a:cxnLst/>
              <a:rect l="l" t="t" r="r" b="b"/>
              <a:pathLst>
                <a:path w="18639" h="14214" extrusionOk="0">
                  <a:moveTo>
                    <a:pt x="8119" y="0"/>
                  </a:moveTo>
                  <a:cubicBezTo>
                    <a:pt x="4802" y="0"/>
                    <a:pt x="1906" y="934"/>
                    <a:pt x="229" y="2846"/>
                  </a:cubicBezTo>
                  <a:cubicBezTo>
                    <a:pt x="153" y="2922"/>
                    <a:pt x="77" y="2999"/>
                    <a:pt x="1" y="3075"/>
                  </a:cubicBezTo>
                  <a:cubicBezTo>
                    <a:pt x="322" y="2958"/>
                    <a:pt x="617" y="2903"/>
                    <a:pt x="915" y="2903"/>
                  </a:cubicBezTo>
                  <a:cubicBezTo>
                    <a:pt x="1643" y="2903"/>
                    <a:pt x="2386" y="3231"/>
                    <a:pt x="3561" y="3798"/>
                  </a:cubicBezTo>
                  <a:cubicBezTo>
                    <a:pt x="4294" y="4103"/>
                    <a:pt x="5053" y="4234"/>
                    <a:pt x="5822" y="4234"/>
                  </a:cubicBezTo>
                  <a:cubicBezTo>
                    <a:pt x="7647" y="4234"/>
                    <a:pt x="9530" y="3496"/>
                    <a:pt x="11271" y="2599"/>
                  </a:cubicBezTo>
                  <a:cubicBezTo>
                    <a:pt x="11834" y="2320"/>
                    <a:pt x="12348" y="2203"/>
                    <a:pt x="12792" y="2203"/>
                  </a:cubicBezTo>
                  <a:cubicBezTo>
                    <a:pt x="14229" y="2203"/>
                    <a:pt x="14948" y="3416"/>
                    <a:pt x="14279" y="4274"/>
                  </a:cubicBezTo>
                  <a:cubicBezTo>
                    <a:pt x="13480" y="5378"/>
                    <a:pt x="13556" y="6330"/>
                    <a:pt x="14432" y="7758"/>
                  </a:cubicBezTo>
                  <a:cubicBezTo>
                    <a:pt x="15384" y="9186"/>
                    <a:pt x="12775" y="9909"/>
                    <a:pt x="14203" y="11014"/>
                  </a:cubicBezTo>
                  <a:cubicBezTo>
                    <a:pt x="14831" y="11489"/>
                    <a:pt x="14755" y="12194"/>
                    <a:pt x="14508" y="12917"/>
                  </a:cubicBezTo>
                  <a:cubicBezTo>
                    <a:pt x="14300" y="13557"/>
                    <a:pt x="14800" y="14213"/>
                    <a:pt x="15436" y="14213"/>
                  </a:cubicBezTo>
                  <a:cubicBezTo>
                    <a:pt x="15500" y="14213"/>
                    <a:pt x="15565" y="14207"/>
                    <a:pt x="15631" y="14193"/>
                  </a:cubicBezTo>
                  <a:cubicBezTo>
                    <a:pt x="16412" y="14022"/>
                    <a:pt x="17611" y="12594"/>
                    <a:pt x="17611" y="12594"/>
                  </a:cubicBezTo>
                  <a:lnTo>
                    <a:pt x="17763" y="8710"/>
                  </a:lnTo>
                  <a:cubicBezTo>
                    <a:pt x="17763" y="8710"/>
                    <a:pt x="18639" y="1647"/>
                    <a:pt x="11976" y="390"/>
                  </a:cubicBezTo>
                  <a:cubicBezTo>
                    <a:pt x="10659" y="131"/>
                    <a:pt x="9359" y="0"/>
                    <a:pt x="81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3379;p66"/>
            <p:cNvSpPr/>
            <p:nvPr/>
          </p:nvSpPr>
          <p:spPr>
            <a:xfrm>
              <a:off x="3519875" y="817350"/>
              <a:ext cx="112825" cy="43325"/>
            </a:xfrm>
            <a:custGeom>
              <a:avLst/>
              <a:gdLst/>
              <a:ahLst/>
              <a:cxnLst/>
              <a:rect l="l" t="t" r="r" b="b"/>
              <a:pathLst>
                <a:path w="4513" h="1733" extrusionOk="0">
                  <a:moveTo>
                    <a:pt x="2209" y="0"/>
                  </a:moveTo>
                  <a:cubicBezTo>
                    <a:pt x="1029" y="0"/>
                    <a:pt x="1" y="400"/>
                    <a:pt x="1" y="876"/>
                  </a:cubicBezTo>
                  <a:cubicBezTo>
                    <a:pt x="1" y="1352"/>
                    <a:pt x="1029" y="1733"/>
                    <a:pt x="2209" y="1733"/>
                  </a:cubicBezTo>
                  <a:cubicBezTo>
                    <a:pt x="3485" y="1733"/>
                    <a:pt x="4513" y="1352"/>
                    <a:pt x="4513" y="876"/>
                  </a:cubicBezTo>
                  <a:cubicBezTo>
                    <a:pt x="4513" y="400"/>
                    <a:pt x="3485" y="0"/>
                    <a:pt x="2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3380;p66"/>
            <p:cNvSpPr/>
            <p:nvPr/>
          </p:nvSpPr>
          <p:spPr>
            <a:xfrm>
              <a:off x="3291900" y="817350"/>
              <a:ext cx="69050" cy="43325"/>
            </a:xfrm>
            <a:custGeom>
              <a:avLst/>
              <a:gdLst/>
              <a:ahLst/>
              <a:cxnLst/>
              <a:rect l="l" t="t" r="r" b="b"/>
              <a:pathLst>
                <a:path w="2762" h="1733" extrusionOk="0">
                  <a:moveTo>
                    <a:pt x="77" y="0"/>
                  </a:moveTo>
                  <a:lnTo>
                    <a:pt x="1" y="1733"/>
                  </a:lnTo>
                  <a:lnTo>
                    <a:pt x="553" y="1733"/>
                  </a:lnTo>
                  <a:cubicBezTo>
                    <a:pt x="1733" y="1733"/>
                    <a:pt x="2761" y="1352"/>
                    <a:pt x="2761" y="876"/>
                  </a:cubicBezTo>
                  <a:cubicBezTo>
                    <a:pt x="2761" y="400"/>
                    <a:pt x="1733" y="0"/>
                    <a:pt x="5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3381;p66"/>
            <p:cNvSpPr/>
            <p:nvPr/>
          </p:nvSpPr>
          <p:spPr>
            <a:xfrm>
              <a:off x="3496100" y="741675"/>
              <a:ext cx="33800" cy="61900"/>
            </a:xfrm>
            <a:custGeom>
              <a:avLst/>
              <a:gdLst/>
              <a:ahLst/>
              <a:cxnLst/>
              <a:rect l="l" t="t" r="r" b="b"/>
              <a:pathLst>
                <a:path w="1352" h="2476" extrusionOk="0">
                  <a:moveTo>
                    <a:pt x="704" y="0"/>
                  </a:moveTo>
                  <a:cubicBezTo>
                    <a:pt x="305" y="0"/>
                    <a:pt x="0" y="571"/>
                    <a:pt x="0" y="1199"/>
                  </a:cubicBezTo>
                  <a:cubicBezTo>
                    <a:pt x="0" y="1904"/>
                    <a:pt x="305" y="2475"/>
                    <a:pt x="704" y="2475"/>
                  </a:cubicBezTo>
                  <a:cubicBezTo>
                    <a:pt x="1028" y="2475"/>
                    <a:pt x="1352" y="1904"/>
                    <a:pt x="1352" y="1199"/>
                  </a:cubicBezTo>
                  <a:cubicBezTo>
                    <a:pt x="1352" y="571"/>
                    <a:pt x="1028" y="0"/>
                    <a:pt x="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3382;p66"/>
            <p:cNvSpPr/>
            <p:nvPr/>
          </p:nvSpPr>
          <p:spPr>
            <a:xfrm>
              <a:off x="3327600" y="741675"/>
              <a:ext cx="33350" cy="61900"/>
            </a:xfrm>
            <a:custGeom>
              <a:avLst/>
              <a:gdLst/>
              <a:ahLst/>
              <a:cxnLst/>
              <a:rect l="l" t="t" r="r" b="b"/>
              <a:pathLst>
                <a:path w="1334" h="2476" extrusionOk="0">
                  <a:moveTo>
                    <a:pt x="705" y="0"/>
                  </a:moveTo>
                  <a:cubicBezTo>
                    <a:pt x="305" y="0"/>
                    <a:pt x="1" y="571"/>
                    <a:pt x="1" y="1199"/>
                  </a:cubicBezTo>
                  <a:cubicBezTo>
                    <a:pt x="1" y="1904"/>
                    <a:pt x="305" y="2475"/>
                    <a:pt x="705" y="2475"/>
                  </a:cubicBezTo>
                  <a:cubicBezTo>
                    <a:pt x="1029" y="2475"/>
                    <a:pt x="1333" y="1904"/>
                    <a:pt x="1333" y="1199"/>
                  </a:cubicBezTo>
                  <a:cubicBezTo>
                    <a:pt x="1333" y="571"/>
                    <a:pt x="1029" y="0"/>
                    <a:pt x="7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3383;p66"/>
            <p:cNvSpPr/>
            <p:nvPr/>
          </p:nvSpPr>
          <p:spPr>
            <a:xfrm>
              <a:off x="3704075" y="950125"/>
              <a:ext cx="57625" cy="67625"/>
            </a:xfrm>
            <a:custGeom>
              <a:avLst/>
              <a:gdLst/>
              <a:ahLst/>
              <a:cxnLst/>
              <a:rect l="l" t="t" r="r" b="b"/>
              <a:pathLst>
                <a:path w="2305" h="2705" extrusionOk="0">
                  <a:moveTo>
                    <a:pt x="1" y="1"/>
                  </a:moveTo>
                  <a:cubicBezTo>
                    <a:pt x="1" y="77"/>
                    <a:pt x="952" y="2133"/>
                    <a:pt x="2228" y="2704"/>
                  </a:cubicBezTo>
                  <a:lnTo>
                    <a:pt x="2304" y="1276"/>
                  </a:lnTo>
                  <a:cubicBezTo>
                    <a:pt x="2304" y="1276"/>
                    <a:pt x="1200" y="1105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3384;p66"/>
            <p:cNvSpPr/>
            <p:nvPr/>
          </p:nvSpPr>
          <p:spPr>
            <a:xfrm>
              <a:off x="3734050" y="786825"/>
              <a:ext cx="151025" cy="195725"/>
            </a:xfrm>
            <a:custGeom>
              <a:avLst/>
              <a:gdLst/>
              <a:ahLst/>
              <a:cxnLst/>
              <a:rect l="l" t="t" r="r" b="b"/>
              <a:pathLst>
                <a:path w="6041" h="7829" extrusionOk="0">
                  <a:moveTo>
                    <a:pt x="2922" y="1"/>
                  </a:moveTo>
                  <a:cubicBezTo>
                    <a:pt x="1395" y="1"/>
                    <a:pt x="1" y="1849"/>
                    <a:pt x="1" y="1849"/>
                  </a:cubicBezTo>
                  <a:lnTo>
                    <a:pt x="1" y="7408"/>
                  </a:lnTo>
                  <a:cubicBezTo>
                    <a:pt x="462" y="7700"/>
                    <a:pt x="918" y="7829"/>
                    <a:pt x="1357" y="7829"/>
                  </a:cubicBezTo>
                  <a:cubicBezTo>
                    <a:pt x="4016" y="7829"/>
                    <a:pt x="6041" y="3092"/>
                    <a:pt x="4684" y="1050"/>
                  </a:cubicBezTo>
                  <a:cubicBezTo>
                    <a:pt x="4126" y="279"/>
                    <a:pt x="3514" y="1"/>
                    <a:pt x="29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3385;p66"/>
            <p:cNvSpPr/>
            <p:nvPr/>
          </p:nvSpPr>
          <p:spPr>
            <a:xfrm>
              <a:off x="3735975" y="832300"/>
              <a:ext cx="87125" cy="111675"/>
            </a:xfrm>
            <a:custGeom>
              <a:avLst/>
              <a:gdLst/>
              <a:ahLst/>
              <a:cxnLst/>
              <a:rect l="l" t="t" r="r" b="b"/>
              <a:pathLst>
                <a:path w="3485" h="4467" extrusionOk="0">
                  <a:moveTo>
                    <a:pt x="3183" y="0"/>
                  </a:moveTo>
                  <a:cubicBezTo>
                    <a:pt x="3145" y="0"/>
                    <a:pt x="3110" y="10"/>
                    <a:pt x="3084" y="30"/>
                  </a:cubicBezTo>
                  <a:cubicBezTo>
                    <a:pt x="2932" y="107"/>
                    <a:pt x="400" y="1135"/>
                    <a:pt x="76" y="4238"/>
                  </a:cubicBezTo>
                  <a:cubicBezTo>
                    <a:pt x="0" y="4314"/>
                    <a:pt x="152" y="4466"/>
                    <a:pt x="324" y="4466"/>
                  </a:cubicBezTo>
                  <a:cubicBezTo>
                    <a:pt x="476" y="4466"/>
                    <a:pt x="552" y="4390"/>
                    <a:pt x="628" y="4238"/>
                  </a:cubicBezTo>
                  <a:cubicBezTo>
                    <a:pt x="876" y="1534"/>
                    <a:pt x="3179" y="582"/>
                    <a:pt x="3256" y="582"/>
                  </a:cubicBezTo>
                  <a:cubicBezTo>
                    <a:pt x="3408" y="506"/>
                    <a:pt x="3484" y="354"/>
                    <a:pt x="3408" y="183"/>
                  </a:cubicBezTo>
                  <a:cubicBezTo>
                    <a:pt x="3408" y="71"/>
                    <a:pt x="3285" y="0"/>
                    <a:pt x="31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3386;p66"/>
            <p:cNvSpPr/>
            <p:nvPr/>
          </p:nvSpPr>
          <p:spPr>
            <a:xfrm>
              <a:off x="3757850" y="873750"/>
              <a:ext cx="57625" cy="28800"/>
            </a:xfrm>
            <a:custGeom>
              <a:avLst/>
              <a:gdLst/>
              <a:ahLst/>
              <a:cxnLst/>
              <a:rect l="l" t="t" r="r" b="b"/>
              <a:pathLst>
                <a:path w="2305" h="1152" extrusionOk="0">
                  <a:moveTo>
                    <a:pt x="581" y="0"/>
                  </a:moveTo>
                  <a:cubicBezTo>
                    <a:pt x="464" y="0"/>
                    <a:pt x="346" y="15"/>
                    <a:pt x="229" y="48"/>
                  </a:cubicBezTo>
                  <a:cubicBezTo>
                    <a:pt x="153" y="48"/>
                    <a:pt x="1" y="200"/>
                    <a:pt x="77" y="352"/>
                  </a:cubicBezTo>
                  <a:cubicBezTo>
                    <a:pt x="77" y="524"/>
                    <a:pt x="229" y="600"/>
                    <a:pt x="401" y="600"/>
                  </a:cubicBezTo>
                  <a:cubicBezTo>
                    <a:pt x="471" y="575"/>
                    <a:pt x="545" y="563"/>
                    <a:pt x="623" y="563"/>
                  </a:cubicBezTo>
                  <a:cubicBezTo>
                    <a:pt x="1074" y="563"/>
                    <a:pt x="1617" y="941"/>
                    <a:pt x="1828" y="1152"/>
                  </a:cubicBezTo>
                  <a:lnTo>
                    <a:pt x="2057" y="1152"/>
                  </a:lnTo>
                  <a:cubicBezTo>
                    <a:pt x="2133" y="1152"/>
                    <a:pt x="2209" y="1152"/>
                    <a:pt x="2209" y="1076"/>
                  </a:cubicBezTo>
                  <a:cubicBezTo>
                    <a:pt x="2304" y="1000"/>
                    <a:pt x="2304" y="752"/>
                    <a:pt x="2209" y="676"/>
                  </a:cubicBezTo>
                  <a:cubicBezTo>
                    <a:pt x="2077" y="610"/>
                    <a:pt x="1344" y="0"/>
                    <a:pt x="5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3387;p66"/>
            <p:cNvSpPr/>
            <p:nvPr/>
          </p:nvSpPr>
          <p:spPr>
            <a:xfrm>
              <a:off x="3384725" y="699500"/>
              <a:ext cx="71400" cy="157375"/>
            </a:xfrm>
            <a:custGeom>
              <a:avLst/>
              <a:gdLst/>
              <a:ahLst/>
              <a:cxnLst/>
              <a:rect l="l" t="t" r="r" b="b"/>
              <a:pathLst>
                <a:path w="2856" h="6295" extrusionOk="0">
                  <a:moveTo>
                    <a:pt x="2579" y="1"/>
                  </a:moveTo>
                  <a:cubicBezTo>
                    <a:pt x="2466" y="1"/>
                    <a:pt x="2360" y="72"/>
                    <a:pt x="2304" y="183"/>
                  </a:cubicBezTo>
                  <a:cubicBezTo>
                    <a:pt x="2304" y="183"/>
                    <a:pt x="1200" y="2563"/>
                    <a:pt x="95" y="4866"/>
                  </a:cubicBezTo>
                  <a:cubicBezTo>
                    <a:pt x="0" y="4943"/>
                    <a:pt x="0" y="5019"/>
                    <a:pt x="95" y="5114"/>
                  </a:cubicBezTo>
                  <a:cubicBezTo>
                    <a:pt x="95" y="5190"/>
                    <a:pt x="647" y="6294"/>
                    <a:pt x="2304" y="6294"/>
                  </a:cubicBezTo>
                  <a:cubicBezTo>
                    <a:pt x="2380" y="6294"/>
                    <a:pt x="2551" y="6142"/>
                    <a:pt x="2551" y="6066"/>
                  </a:cubicBezTo>
                  <a:cubicBezTo>
                    <a:pt x="2551" y="5894"/>
                    <a:pt x="2380" y="5742"/>
                    <a:pt x="2304" y="5742"/>
                  </a:cubicBezTo>
                  <a:cubicBezTo>
                    <a:pt x="1276" y="5742"/>
                    <a:pt x="800" y="5190"/>
                    <a:pt x="647" y="4943"/>
                  </a:cubicBezTo>
                  <a:cubicBezTo>
                    <a:pt x="1752" y="2734"/>
                    <a:pt x="2780" y="431"/>
                    <a:pt x="2856" y="431"/>
                  </a:cubicBezTo>
                  <a:cubicBezTo>
                    <a:pt x="2856" y="259"/>
                    <a:pt x="2856" y="107"/>
                    <a:pt x="2704" y="31"/>
                  </a:cubicBezTo>
                  <a:cubicBezTo>
                    <a:pt x="2663" y="10"/>
                    <a:pt x="2621" y="1"/>
                    <a:pt x="25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3388;p66"/>
            <p:cNvSpPr/>
            <p:nvPr/>
          </p:nvSpPr>
          <p:spPr>
            <a:xfrm>
              <a:off x="5002925" y="969675"/>
              <a:ext cx="440275" cy="573550"/>
            </a:xfrm>
            <a:custGeom>
              <a:avLst/>
              <a:gdLst/>
              <a:ahLst/>
              <a:cxnLst/>
              <a:rect l="l" t="t" r="r" b="b"/>
              <a:pathLst>
                <a:path w="17611" h="22942" extrusionOk="0">
                  <a:moveTo>
                    <a:pt x="7828" y="0"/>
                  </a:moveTo>
                  <a:cubicBezTo>
                    <a:pt x="7791" y="0"/>
                    <a:pt x="7752" y="6"/>
                    <a:pt x="7711" y="18"/>
                  </a:cubicBezTo>
                  <a:cubicBezTo>
                    <a:pt x="6360" y="399"/>
                    <a:pt x="5160" y="7938"/>
                    <a:pt x="4856" y="10013"/>
                  </a:cubicBezTo>
                  <a:cubicBezTo>
                    <a:pt x="4760" y="10318"/>
                    <a:pt x="4760" y="10565"/>
                    <a:pt x="4760" y="10565"/>
                  </a:cubicBezTo>
                  <a:lnTo>
                    <a:pt x="4456" y="10565"/>
                  </a:lnTo>
                  <a:cubicBezTo>
                    <a:pt x="3580" y="10565"/>
                    <a:pt x="1048" y="10794"/>
                    <a:pt x="572" y="12545"/>
                  </a:cubicBezTo>
                  <a:cubicBezTo>
                    <a:pt x="1" y="14677"/>
                    <a:pt x="4208" y="20313"/>
                    <a:pt x="4208" y="20313"/>
                  </a:cubicBezTo>
                  <a:cubicBezTo>
                    <a:pt x="4208" y="20313"/>
                    <a:pt x="6837" y="22942"/>
                    <a:pt x="9844" y="22942"/>
                  </a:cubicBezTo>
                  <a:cubicBezTo>
                    <a:pt x="10419" y="22942"/>
                    <a:pt x="11008" y="22846"/>
                    <a:pt x="11595" y="22616"/>
                  </a:cubicBezTo>
                  <a:cubicBezTo>
                    <a:pt x="14527" y="21436"/>
                    <a:pt x="15231" y="17305"/>
                    <a:pt x="15326" y="15801"/>
                  </a:cubicBezTo>
                  <a:cubicBezTo>
                    <a:pt x="15403" y="15401"/>
                    <a:pt x="15403" y="15153"/>
                    <a:pt x="15403" y="15153"/>
                  </a:cubicBezTo>
                  <a:cubicBezTo>
                    <a:pt x="15403" y="15153"/>
                    <a:pt x="15631" y="15077"/>
                    <a:pt x="15879" y="14849"/>
                  </a:cubicBezTo>
                  <a:cubicBezTo>
                    <a:pt x="16507" y="14373"/>
                    <a:pt x="17611" y="13421"/>
                    <a:pt x="17459" y="12298"/>
                  </a:cubicBezTo>
                  <a:cubicBezTo>
                    <a:pt x="17386" y="11548"/>
                    <a:pt x="16689" y="11351"/>
                    <a:pt x="15976" y="11351"/>
                  </a:cubicBezTo>
                  <a:cubicBezTo>
                    <a:pt x="15185" y="11351"/>
                    <a:pt x="14375" y="11593"/>
                    <a:pt x="14375" y="11593"/>
                  </a:cubicBezTo>
                  <a:cubicBezTo>
                    <a:pt x="14375" y="11593"/>
                    <a:pt x="14850" y="9613"/>
                    <a:pt x="13975" y="9061"/>
                  </a:cubicBezTo>
                  <a:cubicBezTo>
                    <a:pt x="13787" y="8939"/>
                    <a:pt x="13559" y="8891"/>
                    <a:pt x="13317" y="8891"/>
                  </a:cubicBezTo>
                  <a:cubicBezTo>
                    <a:pt x="12429" y="8891"/>
                    <a:pt x="11347" y="9537"/>
                    <a:pt x="11347" y="9537"/>
                  </a:cubicBezTo>
                  <a:cubicBezTo>
                    <a:pt x="11347" y="9537"/>
                    <a:pt x="12299" y="7062"/>
                    <a:pt x="11043" y="6510"/>
                  </a:cubicBezTo>
                  <a:cubicBezTo>
                    <a:pt x="10786" y="6398"/>
                    <a:pt x="10552" y="6348"/>
                    <a:pt x="10338" y="6348"/>
                  </a:cubicBezTo>
                  <a:cubicBezTo>
                    <a:pt x="8891" y="6348"/>
                    <a:pt x="8406" y="8615"/>
                    <a:pt x="8340" y="8814"/>
                  </a:cubicBezTo>
                  <a:cubicBezTo>
                    <a:pt x="8340" y="8591"/>
                    <a:pt x="9243" y="0"/>
                    <a:pt x="78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3389;p66"/>
            <p:cNvSpPr/>
            <p:nvPr/>
          </p:nvSpPr>
          <p:spPr>
            <a:xfrm>
              <a:off x="5217100" y="1248550"/>
              <a:ext cx="182800" cy="139475"/>
            </a:xfrm>
            <a:custGeom>
              <a:avLst/>
              <a:gdLst/>
              <a:ahLst/>
              <a:cxnLst/>
              <a:rect l="l" t="t" r="r" b="b"/>
              <a:pathLst>
                <a:path w="7312" h="5579" extrusionOk="0">
                  <a:moveTo>
                    <a:pt x="1598" y="0"/>
                  </a:moveTo>
                  <a:cubicBezTo>
                    <a:pt x="1519" y="0"/>
                    <a:pt x="1438" y="39"/>
                    <a:pt x="1353" y="115"/>
                  </a:cubicBezTo>
                  <a:cubicBezTo>
                    <a:pt x="1200" y="286"/>
                    <a:pt x="648" y="990"/>
                    <a:pt x="248" y="1714"/>
                  </a:cubicBezTo>
                  <a:cubicBezTo>
                    <a:pt x="172" y="1942"/>
                    <a:pt x="96" y="2266"/>
                    <a:pt x="1" y="2494"/>
                  </a:cubicBezTo>
                  <a:lnTo>
                    <a:pt x="1" y="2894"/>
                  </a:lnTo>
                  <a:cubicBezTo>
                    <a:pt x="96" y="3046"/>
                    <a:pt x="248" y="3294"/>
                    <a:pt x="572" y="3446"/>
                  </a:cubicBezTo>
                  <a:cubicBezTo>
                    <a:pt x="721" y="3494"/>
                    <a:pt x="883" y="3514"/>
                    <a:pt x="1053" y="3514"/>
                  </a:cubicBezTo>
                  <a:cubicBezTo>
                    <a:pt x="1770" y="3514"/>
                    <a:pt x="2625" y="3141"/>
                    <a:pt x="3256" y="2818"/>
                  </a:cubicBezTo>
                  <a:lnTo>
                    <a:pt x="3256" y="2818"/>
                  </a:lnTo>
                  <a:cubicBezTo>
                    <a:pt x="2952" y="3522"/>
                    <a:pt x="2780" y="4246"/>
                    <a:pt x="2952" y="4798"/>
                  </a:cubicBezTo>
                  <a:cubicBezTo>
                    <a:pt x="3028" y="5122"/>
                    <a:pt x="3256" y="5350"/>
                    <a:pt x="3580" y="5521"/>
                  </a:cubicBezTo>
                  <a:cubicBezTo>
                    <a:pt x="3694" y="5559"/>
                    <a:pt x="3813" y="5579"/>
                    <a:pt x="3944" y="5579"/>
                  </a:cubicBezTo>
                  <a:cubicBezTo>
                    <a:pt x="4075" y="5579"/>
                    <a:pt x="4218" y="5559"/>
                    <a:pt x="4380" y="5521"/>
                  </a:cubicBezTo>
                  <a:cubicBezTo>
                    <a:pt x="5160" y="5350"/>
                    <a:pt x="6112" y="4950"/>
                    <a:pt x="6759" y="4646"/>
                  </a:cubicBezTo>
                  <a:cubicBezTo>
                    <a:pt x="6836" y="4246"/>
                    <a:pt x="6836" y="3998"/>
                    <a:pt x="6836" y="3998"/>
                  </a:cubicBezTo>
                  <a:cubicBezTo>
                    <a:pt x="6836" y="3998"/>
                    <a:pt x="7064" y="3922"/>
                    <a:pt x="7312" y="3694"/>
                  </a:cubicBezTo>
                  <a:cubicBezTo>
                    <a:pt x="7235" y="3694"/>
                    <a:pt x="7235" y="3770"/>
                    <a:pt x="7140" y="3770"/>
                  </a:cubicBezTo>
                  <a:cubicBezTo>
                    <a:pt x="6244" y="4251"/>
                    <a:pt x="4813" y="4920"/>
                    <a:pt x="4032" y="4920"/>
                  </a:cubicBezTo>
                  <a:cubicBezTo>
                    <a:pt x="3916" y="4920"/>
                    <a:pt x="3815" y="4906"/>
                    <a:pt x="3732" y="4874"/>
                  </a:cubicBezTo>
                  <a:cubicBezTo>
                    <a:pt x="3656" y="4874"/>
                    <a:pt x="3580" y="4798"/>
                    <a:pt x="3504" y="4646"/>
                  </a:cubicBezTo>
                  <a:cubicBezTo>
                    <a:pt x="3333" y="3998"/>
                    <a:pt x="3809" y="2818"/>
                    <a:pt x="4456" y="2018"/>
                  </a:cubicBezTo>
                  <a:cubicBezTo>
                    <a:pt x="4532" y="1942"/>
                    <a:pt x="4532" y="1790"/>
                    <a:pt x="4456" y="1619"/>
                  </a:cubicBezTo>
                  <a:cubicBezTo>
                    <a:pt x="4370" y="1581"/>
                    <a:pt x="4289" y="1562"/>
                    <a:pt x="4220" y="1562"/>
                  </a:cubicBezTo>
                  <a:cubicBezTo>
                    <a:pt x="4151" y="1562"/>
                    <a:pt x="4094" y="1581"/>
                    <a:pt x="4056" y="1619"/>
                  </a:cubicBezTo>
                  <a:cubicBezTo>
                    <a:pt x="3489" y="1979"/>
                    <a:pt x="2007" y="2929"/>
                    <a:pt x="1080" y="2929"/>
                  </a:cubicBezTo>
                  <a:cubicBezTo>
                    <a:pt x="980" y="2929"/>
                    <a:pt x="886" y="2918"/>
                    <a:pt x="801" y="2894"/>
                  </a:cubicBezTo>
                  <a:cubicBezTo>
                    <a:pt x="648" y="2818"/>
                    <a:pt x="648" y="2742"/>
                    <a:pt x="648" y="2742"/>
                  </a:cubicBezTo>
                  <a:cubicBezTo>
                    <a:pt x="572" y="2571"/>
                    <a:pt x="648" y="2342"/>
                    <a:pt x="724" y="2095"/>
                  </a:cubicBezTo>
                  <a:cubicBezTo>
                    <a:pt x="953" y="1619"/>
                    <a:pt x="1429" y="990"/>
                    <a:pt x="1829" y="514"/>
                  </a:cubicBezTo>
                  <a:cubicBezTo>
                    <a:pt x="1905" y="438"/>
                    <a:pt x="1905" y="438"/>
                    <a:pt x="1905" y="362"/>
                  </a:cubicBezTo>
                  <a:cubicBezTo>
                    <a:pt x="1905" y="286"/>
                    <a:pt x="1905" y="191"/>
                    <a:pt x="1829" y="115"/>
                  </a:cubicBezTo>
                  <a:cubicBezTo>
                    <a:pt x="1752" y="39"/>
                    <a:pt x="1676" y="0"/>
                    <a:pt x="15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3390;p66"/>
            <p:cNvSpPr/>
            <p:nvPr/>
          </p:nvSpPr>
          <p:spPr>
            <a:xfrm>
              <a:off x="5171900" y="1251400"/>
              <a:ext cx="83300" cy="53800"/>
            </a:xfrm>
            <a:custGeom>
              <a:avLst/>
              <a:gdLst/>
              <a:ahLst/>
              <a:cxnLst/>
              <a:rect l="l" t="t" r="r" b="b"/>
              <a:pathLst>
                <a:path w="3332" h="2152" extrusionOk="0">
                  <a:moveTo>
                    <a:pt x="3332" y="1"/>
                  </a:moveTo>
                  <a:lnTo>
                    <a:pt x="3332" y="1"/>
                  </a:lnTo>
                  <a:cubicBezTo>
                    <a:pt x="2761" y="477"/>
                    <a:pt x="2209" y="1029"/>
                    <a:pt x="1733" y="1352"/>
                  </a:cubicBezTo>
                  <a:cubicBezTo>
                    <a:pt x="1504" y="1429"/>
                    <a:pt x="1333" y="1505"/>
                    <a:pt x="1181" y="1505"/>
                  </a:cubicBezTo>
                  <a:cubicBezTo>
                    <a:pt x="1105" y="1505"/>
                    <a:pt x="1028" y="1505"/>
                    <a:pt x="857" y="1352"/>
                  </a:cubicBezTo>
                  <a:cubicBezTo>
                    <a:pt x="705" y="1124"/>
                    <a:pt x="629" y="800"/>
                    <a:pt x="629" y="400"/>
                  </a:cubicBezTo>
                  <a:cubicBezTo>
                    <a:pt x="629" y="248"/>
                    <a:pt x="552" y="172"/>
                    <a:pt x="381" y="172"/>
                  </a:cubicBezTo>
                  <a:cubicBezTo>
                    <a:pt x="351" y="153"/>
                    <a:pt x="317" y="145"/>
                    <a:pt x="283" y="145"/>
                  </a:cubicBezTo>
                  <a:cubicBezTo>
                    <a:pt x="147" y="145"/>
                    <a:pt x="0" y="279"/>
                    <a:pt x="0" y="400"/>
                  </a:cubicBezTo>
                  <a:cubicBezTo>
                    <a:pt x="77" y="953"/>
                    <a:pt x="153" y="1352"/>
                    <a:pt x="381" y="1676"/>
                  </a:cubicBezTo>
                  <a:cubicBezTo>
                    <a:pt x="629" y="1981"/>
                    <a:pt x="857" y="2152"/>
                    <a:pt x="1257" y="2152"/>
                  </a:cubicBezTo>
                  <a:cubicBezTo>
                    <a:pt x="1257" y="2152"/>
                    <a:pt x="1333" y="2076"/>
                    <a:pt x="1428" y="2076"/>
                  </a:cubicBezTo>
                  <a:cubicBezTo>
                    <a:pt x="1657" y="2076"/>
                    <a:pt x="1809" y="1981"/>
                    <a:pt x="1980" y="1828"/>
                  </a:cubicBezTo>
                  <a:cubicBezTo>
                    <a:pt x="2056" y="1828"/>
                    <a:pt x="2133" y="1752"/>
                    <a:pt x="2209" y="1752"/>
                  </a:cubicBezTo>
                  <a:cubicBezTo>
                    <a:pt x="2456" y="1200"/>
                    <a:pt x="2856" y="553"/>
                    <a:pt x="3237" y="172"/>
                  </a:cubicBezTo>
                  <a:cubicBezTo>
                    <a:pt x="3332" y="77"/>
                    <a:pt x="3332" y="1"/>
                    <a:pt x="33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3391;p66"/>
            <p:cNvSpPr/>
            <p:nvPr/>
          </p:nvSpPr>
          <p:spPr>
            <a:xfrm>
              <a:off x="5066725" y="1220000"/>
              <a:ext cx="122800" cy="121375"/>
            </a:xfrm>
            <a:custGeom>
              <a:avLst/>
              <a:gdLst/>
              <a:ahLst/>
              <a:cxnLst/>
              <a:rect l="l" t="t" r="r" b="b"/>
              <a:pathLst>
                <a:path w="4912" h="4855" extrusionOk="0">
                  <a:moveTo>
                    <a:pt x="2304" y="0"/>
                  </a:moveTo>
                  <a:cubicBezTo>
                    <a:pt x="2208" y="305"/>
                    <a:pt x="2208" y="552"/>
                    <a:pt x="2208" y="552"/>
                  </a:cubicBezTo>
                  <a:lnTo>
                    <a:pt x="1904" y="552"/>
                  </a:lnTo>
                  <a:cubicBezTo>
                    <a:pt x="2780" y="857"/>
                    <a:pt x="4284" y="1580"/>
                    <a:pt x="4284" y="2932"/>
                  </a:cubicBezTo>
                  <a:cubicBezTo>
                    <a:pt x="4284" y="3160"/>
                    <a:pt x="4112" y="3408"/>
                    <a:pt x="3960" y="3560"/>
                  </a:cubicBezTo>
                  <a:cubicBezTo>
                    <a:pt x="3373" y="4091"/>
                    <a:pt x="2069" y="4232"/>
                    <a:pt x="1130" y="4232"/>
                  </a:cubicBezTo>
                  <a:cubicBezTo>
                    <a:pt x="790" y="4232"/>
                    <a:pt x="497" y="4214"/>
                    <a:pt x="305" y="4188"/>
                  </a:cubicBezTo>
                  <a:cubicBezTo>
                    <a:pt x="152" y="4188"/>
                    <a:pt x="0" y="4284"/>
                    <a:pt x="0" y="4436"/>
                  </a:cubicBezTo>
                  <a:cubicBezTo>
                    <a:pt x="0" y="4588"/>
                    <a:pt x="76" y="4760"/>
                    <a:pt x="228" y="4836"/>
                  </a:cubicBezTo>
                  <a:cubicBezTo>
                    <a:pt x="267" y="4836"/>
                    <a:pt x="585" y="4855"/>
                    <a:pt x="1042" y="4855"/>
                  </a:cubicBezTo>
                  <a:cubicBezTo>
                    <a:pt x="1499" y="4855"/>
                    <a:pt x="2094" y="4836"/>
                    <a:pt x="2684" y="4760"/>
                  </a:cubicBezTo>
                  <a:cubicBezTo>
                    <a:pt x="3332" y="4588"/>
                    <a:pt x="3884" y="4436"/>
                    <a:pt x="4360" y="4036"/>
                  </a:cubicBezTo>
                  <a:cubicBezTo>
                    <a:pt x="4683" y="3713"/>
                    <a:pt x="4836" y="3408"/>
                    <a:pt x="4912" y="2932"/>
                  </a:cubicBezTo>
                  <a:cubicBezTo>
                    <a:pt x="4912" y="1257"/>
                    <a:pt x="3255" y="381"/>
                    <a:pt x="2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3392;p66"/>
            <p:cNvSpPr/>
            <p:nvPr/>
          </p:nvSpPr>
          <p:spPr>
            <a:xfrm>
              <a:off x="5160000" y="1306350"/>
              <a:ext cx="83325" cy="179250"/>
            </a:xfrm>
            <a:custGeom>
              <a:avLst/>
              <a:gdLst/>
              <a:ahLst/>
              <a:cxnLst/>
              <a:rect l="l" t="t" r="r" b="b"/>
              <a:pathLst>
                <a:path w="3333" h="7170" extrusionOk="0">
                  <a:moveTo>
                    <a:pt x="1772" y="0"/>
                  </a:moveTo>
                  <a:cubicBezTo>
                    <a:pt x="1657" y="0"/>
                    <a:pt x="1560" y="71"/>
                    <a:pt x="1504" y="182"/>
                  </a:cubicBezTo>
                  <a:cubicBezTo>
                    <a:pt x="1428" y="259"/>
                    <a:pt x="0" y="3038"/>
                    <a:pt x="857" y="5189"/>
                  </a:cubicBezTo>
                  <a:cubicBezTo>
                    <a:pt x="1181" y="6141"/>
                    <a:pt x="1904" y="6770"/>
                    <a:pt x="2932" y="7169"/>
                  </a:cubicBezTo>
                  <a:lnTo>
                    <a:pt x="3085" y="7169"/>
                  </a:lnTo>
                  <a:cubicBezTo>
                    <a:pt x="3161" y="7169"/>
                    <a:pt x="3237" y="7093"/>
                    <a:pt x="3332" y="6922"/>
                  </a:cubicBezTo>
                  <a:cubicBezTo>
                    <a:pt x="3332" y="6770"/>
                    <a:pt x="3237" y="6617"/>
                    <a:pt x="3085" y="6541"/>
                  </a:cubicBezTo>
                  <a:cubicBezTo>
                    <a:pt x="2285" y="6217"/>
                    <a:pt x="1657" y="5741"/>
                    <a:pt x="1428" y="4942"/>
                  </a:cubicBezTo>
                  <a:cubicBezTo>
                    <a:pt x="705" y="3114"/>
                    <a:pt x="2057" y="506"/>
                    <a:pt x="2057" y="430"/>
                  </a:cubicBezTo>
                  <a:cubicBezTo>
                    <a:pt x="2133" y="354"/>
                    <a:pt x="2057" y="106"/>
                    <a:pt x="1904" y="30"/>
                  </a:cubicBezTo>
                  <a:cubicBezTo>
                    <a:pt x="1858" y="10"/>
                    <a:pt x="1814" y="0"/>
                    <a:pt x="1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3393;p66"/>
            <p:cNvSpPr/>
            <p:nvPr/>
          </p:nvSpPr>
          <p:spPr>
            <a:xfrm>
              <a:off x="3848775" y="1368475"/>
              <a:ext cx="1465925" cy="848650"/>
            </a:xfrm>
            <a:custGeom>
              <a:avLst/>
              <a:gdLst/>
              <a:ahLst/>
              <a:cxnLst/>
              <a:rect l="l" t="t" r="r" b="b"/>
              <a:pathLst>
                <a:path w="58637" h="33946" extrusionOk="0">
                  <a:moveTo>
                    <a:pt x="10319" y="1"/>
                  </a:moveTo>
                  <a:lnTo>
                    <a:pt x="0" y="11024"/>
                  </a:lnTo>
                  <a:cubicBezTo>
                    <a:pt x="324" y="11271"/>
                    <a:pt x="571" y="11500"/>
                    <a:pt x="800" y="11747"/>
                  </a:cubicBezTo>
                  <a:lnTo>
                    <a:pt x="1599" y="12528"/>
                  </a:lnTo>
                  <a:lnTo>
                    <a:pt x="3179" y="13956"/>
                  </a:lnTo>
                  <a:cubicBezTo>
                    <a:pt x="4207" y="15003"/>
                    <a:pt x="5331" y="15955"/>
                    <a:pt x="6359" y="16907"/>
                  </a:cubicBezTo>
                  <a:cubicBezTo>
                    <a:pt x="7463" y="17859"/>
                    <a:pt x="8567" y="18810"/>
                    <a:pt x="9614" y="19762"/>
                  </a:cubicBezTo>
                  <a:cubicBezTo>
                    <a:pt x="10718" y="20619"/>
                    <a:pt x="11823" y="21571"/>
                    <a:pt x="12946" y="22523"/>
                  </a:cubicBezTo>
                  <a:cubicBezTo>
                    <a:pt x="14126" y="23475"/>
                    <a:pt x="15230" y="24350"/>
                    <a:pt x="16430" y="25302"/>
                  </a:cubicBezTo>
                  <a:cubicBezTo>
                    <a:pt x="17534" y="26178"/>
                    <a:pt x="18733" y="27054"/>
                    <a:pt x="19914" y="28006"/>
                  </a:cubicBezTo>
                  <a:cubicBezTo>
                    <a:pt x="21189" y="28881"/>
                    <a:pt x="22465" y="29757"/>
                    <a:pt x="23797" y="30614"/>
                  </a:cubicBezTo>
                  <a:cubicBezTo>
                    <a:pt x="24521" y="31090"/>
                    <a:pt x="25225" y="31490"/>
                    <a:pt x="26101" y="31966"/>
                  </a:cubicBezTo>
                  <a:cubicBezTo>
                    <a:pt x="26272" y="32042"/>
                    <a:pt x="26349" y="32137"/>
                    <a:pt x="26501" y="32213"/>
                  </a:cubicBezTo>
                  <a:cubicBezTo>
                    <a:pt x="26577" y="32213"/>
                    <a:pt x="26653" y="32289"/>
                    <a:pt x="26824" y="32365"/>
                  </a:cubicBezTo>
                  <a:lnTo>
                    <a:pt x="27224" y="32518"/>
                  </a:lnTo>
                  <a:lnTo>
                    <a:pt x="27605" y="32765"/>
                  </a:lnTo>
                  <a:cubicBezTo>
                    <a:pt x="28252" y="32994"/>
                    <a:pt x="28881" y="33241"/>
                    <a:pt x="29509" y="33393"/>
                  </a:cubicBezTo>
                  <a:cubicBezTo>
                    <a:pt x="30860" y="33793"/>
                    <a:pt x="32288" y="33946"/>
                    <a:pt x="33640" y="33946"/>
                  </a:cubicBezTo>
                  <a:cubicBezTo>
                    <a:pt x="34992" y="33869"/>
                    <a:pt x="36343" y="33641"/>
                    <a:pt x="37524" y="33317"/>
                  </a:cubicBezTo>
                  <a:cubicBezTo>
                    <a:pt x="38723" y="32994"/>
                    <a:pt x="39751" y="32518"/>
                    <a:pt x="40703" y="31966"/>
                  </a:cubicBezTo>
                  <a:cubicBezTo>
                    <a:pt x="41655" y="31490"/>
                    <a:pt x="42531" y="30861"/>
                    <a:pt x="43311" y="30309"/>
                  </a:cubicBezTo>
                  <a:cubicBezTo>
                    <a:pt x="44834" y="29110"/>
                    <a:pt x="46167" y="27853"/>
                    <a:pt x="47290" y="26578"/>
                  </a:cubicBezTo>
                  <a:cubicBezTo>
                    <a:pt x="48394" y="25302"/>
                    <a:pt x="49422" y="24046"/>
                    <a:pt x="50298" y="22694"/>
                  </a:cubicBezTo>
                  <a:cubicBezTo>
                    <a:pt x="52202" y="20067"/>
                    <a:pt x="53706" y="17383"/>
                    <a:pt x="55058" y="14679"/>
                  </a:cubicBezTo>
                  <a:cubicBezTo>
                    <a:pt x="56409" y="11976"/>
                    <a:pt x="57590" y="9291"/>
                    <a:pt x="58637" y="6436"/>
                  </a:cubicBezTo>
                  <a:lnTo>
                    <a:pt x="58637" y="6436"/>
                  </a:lnTo>
                  <a:cubicBezTo>
                    <a:pt x="58151" y="6499"/>
                    <a:pt x="57670" y="6530"/>
                    <a:pt x="57195" y="6530"/>
                  </a:cubicBezTo>
                  <a:cubicBezTo>
                    <a:pt x="54097" y="6530"/>
                    <a:pt x="51278" y="5211"/>
                    <a:pt x="49346" y="2933"/>
                  </a:cubicBezTo>
                  <a:cubicBezTo>
                    <a:pt x="47995" y="5236"/>
                    <a:pt x="46967" y="6912"/>
                    <a:pt x="45463" y="9120"/>
                  </a:cubicBezTo>
                  <a:cubicBezTo>
                    <a:pt x="43959" y="11271"/>
                    <a:pt x="42359" y="13328"/>
                    <a:pt x="40703" y="15155"/>
                  </a:cubicBezTo>
                  <a:cubicBezTo>
                    <a:pt x="39903" y="16107"/>
                    <a:pt x="39028" y="16983"/>
                    <a:pt x="38247" y="17687"/>
                  </a:cubicBezTo>
                  <a:cubicBezTo>
                    <a:pt x="37371" y="18411"/>
                    <a:pt x="36496" y="19039"/>
                    <a:pt x="35791" y="19515"/>
                  </a:cubicBezTo>
                  <a:cubicBezTo>
                    <a:pt x="34992" y="19991"/>
                    <a:pt x="34363" y="20143"/>
                    <a:pt x="33964" y="20238"/>
                  </a:cubicBezTo>
                  <a:cubicBezTo>
                    <a:pt x="33792" y="20238"/>
                    <a:pt x="33716" y="20238"/>
                    <a:pt x="33640" y="20143"/>
                  </a:cubicBezTo>
                  <a:lnTo>
                    <a:pt x="33640" y="20067"/>
                  </a:lnTo>
                  <a:lnTo>
                    <a:pt x="33564" y="19991"/>
                  </a:lnTo>
                  <a:cubicBezTo>
                    <a:pt x="33488" y="19991"/>
                    <a:pt x="33488" y="19915"/>
                    <a:pt x="33488" y="19915"/>
                  </a:cubicBezTo>
                  <a:lnTo>
                    <a:pt x="33412" y="19915"/>
                  </a:lnTo>
                  <a:lnTo>
                    <a:pt x="33164" y="19762"/>
                  </a:lnTo>
                  <a:cubicBezTo>
                    <a:pt x="32764" y="19439"/>
                    <a:pt x="32288" y="19115"/>
                    <a:pt x="31889" y="18810"/>
                  </a:cubicBezTo>
                  <a:cubicBezTo>
                    <a:pt x="30937" y="18087"/>
                    <a:pt x="29909" y="17287"/>
                    <a:pt x="28881" y="16431"/>
                  </a:cubicBezTo>
                  <a:cubicBezTo>
                    <a:pt x="27929" y="15631"/>
                    <a:pt x="26901" y="14755"/>
                    <a:pt x="25873" y="13880"/>
                  </a:cubicBezTo>
                  <a:cubicBezTo>
                    <a:pt x="24845" y="12928"/>
                    <a:pt x="23797" y="12052"/>
                    <a:pt x="22769" y="11100"/>
                  </a:cubicBezTo>
                  <a:cubicBezTo>
                    <a:pt x="21741" y="10243"/>
                    <a:pt x="20789" y="9291"/>
                    <a:pt x="19761" y="8340"/>
                  </a:cubicBezTo>
                  <a:cubicBezTo>
                    <a:pt x="18733" y="7388"/>
                    <a:pt x="17705" y="6436"/>
                    <a:pt x="16658" y="5484"/>
                  </a:cubicBezTo>
                  <a:lnTo>
                    <a:pt x="103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3394;p66"/>
            <p:cNvSpPr/>
            <p:nvPr/>
          </p:nvSpPr>
          <p:spPr>
            <a:xfrm>
              <a:off x="3955850" y="1770975"/>
              <a:ext cx="313675" cy="248150"/>
            </a:xfrm>
            <a:custGeom>
              <a:avLst/>
              <a:gdLst/>
              <a:ahLst/>
              <a:cxnLst/>
              <a:rect l="l" t="t" r="r" b="b"/>
              <a:pathLst>
                <a:path w="12547" h="9926" extrusionOk="0">
                  <a:moveTo>
                    <a:pt x="438" y="0"/>
                  </a:moveTo>
                  <a:cubicBezTo>
                    <a:pt x="324" y="0"/>
                    <a:pt x="219" y="65"/>
                    <a:pt x="172" y="159"/>
                  </a:cubicBezTo>
                  <a:cubicBezTo>
                    <a:pt x="1" y="331"/>
                    <a:pt x="1" y="559"/>
                    <a:pt x="172" y="711"/>
                  </a:cubicBezTo>
                  <a:cubicBezTo>
                    <a:pt x="248" y="711"/>
                    <a:pt x="7711" y="6899"/>
                    <a:pt x="11899" y="9850"/>
                  </a:cubicBezTo>
                  <a:cubicBezTo>
                    <a:pt x="11994" y="9926"/>
                    <a:pt x="12071" y="9926"/>
                    <a:pt x="12147" y="9926"/>
                  </a:cubicBezTo>
                  <a:cubicBezTo>
                    <a:pt x="12223" y="9926"/>
                    <a:pt x="12375" y="9850"/>
                    <a:pt x="12470" y="9754"/>
                  </a:cubicBezTo>
                  <a:cubicBezTo>
                    <a:pt x="12547" y="9602"/>
                    <a:pt x="12547" y="9374"/>
                    <a:pt x="12299" y="9202"/>
                  </a:cubicBezTo>
                  <a:cubicBezTo>
                    <a:pt x="8187" y="6347"/>
                    <a:pt x="724" y="159"/>
                    <a:pt x="648" y="83"/>
                  </a:cubicBezTo>
                  <a:cubicBezTo>
                    <a:pt x="582" y="25"/>
                    <a:pt x="509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3395;p66"/>
            <p:cNvSpPr/>
            <p:nvPr/>
          </p:nvSpPr>
          <p:spPr>
            <a:xfrm>
              <a:off x="3958225" y="1822050"/>
              <a:ext cx="95225" cy="30500"/>
            </a:xfrm>
            <a:custGeom>
              <a:avLst/>
              <a:gdLst/>
              <a:ahLst/>
              <a:cxnLst/>
              <a:rect l="l" t="t" r="r" b="b"/>
              <a:pathLst>
                <a:path w="3809" h="1220" extrusionOk="0">
                  <a:moveTo>
                    <a:pt x="355" y="0"/>
                  </a:moveTo>
                  <a:cubicBezTo>
                    <a:pt x="180" y="0"/>
                    <a:pt x="77" y="140"/>
                    <a:pt x="77" y="344"/>
                  </a:cubicBezTo>
                  <a:cubicBezTo>
                    <a:pt x="1" y="572"/>
                    <a:pt x="153" y="744"/>
                    <a:pt x="382" y="744"/>
                  </a:cubicBezTo>
                  <a:lnTo>
                    <a:pt x="3332" y="1220"/>
                  </a:lnTo>
                  <a:cubicBezTo>
                    <a:pt x="3561" y="1220"/>
                    <a:pt x="3713" y="1048"/>
                    <a:pt x="3713" y="896"/>
                  </a:cubicBezTo>
                  <a:cubicBezTo>
                    <a:pt x="3808" y="667"/>
                    <a:pt x="3637" y="496"/>
                    <a:pt x="3409" y="420"/>
                  </a:cubicBezTo>
                  <a:lnTo>
                    <a:pt x="477" y="20"/>
                  </a:lnTo>
                  <a:cubicBezTo>
                    <a:pt x="433" y="7"/>
                    <a:pt x="393" y="0"/>
                    <a:pt x="3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3396;p66"/>
            <p:cNvSpPr/>
            <p:nvPr/>
          </p:nvSpPr>
          <p:spPr>
            <a:xfrm>
              <a:off x="5026725" y="1522425"/>
              <a:ext cx="242300" cy="132900"/>
            </a:xfrm>
            <a:custGeom>
              <a:avLst/>
              <a:gdLst/>
              <a:ahLst/>
              <a:cxnLst/>
              <a:rect l="l" t="t" r="r" b="b"/>
              <a:pathLst>
                <a:path w="9692" h="5316" extrusionOk="0">
                  <a:moveTo>
                    <a:pt x="462" y="0"/>
                  </a:moveTo>
                  <a:cubicBezTo>
                    <a:pt x="413" y="0"/>
                    <a:pt x="365" y="10"/>
                    <a:pt x="324" y="30"/>
                  </a:cubicBezTo>
                  <a:cubicBezTo>
                    <a:pt x="96" y="106"/>
                    <a:pt x="1" y="354"/>
                    <a:pt x="172" y="506"/>
                  </a:cubicBezTo>
                  <a:cubicBezTo>
                    <a:pt x="172" y="575"/>
                    <a:pt x="2593" y="5315"/>
                    <a:pt x="7557" y="5315"/>
                  </a:cubicBezTo>
                  <a:cubicBezTo>
                    <a:pt x="8127" y="5315"/>
                    <a:pt x="8730" y="5253"/>
                    <a:pt x="9367" y="5113"/>
                  </a:cubicBezTo>
                  <a:lnTo>
                    <a:pt x="9444" y="5037"/>
                  </a:lnTo>
                  <a:cubicBezTo>
                    <a:pt x="9615" y="4942"/>
                    <a:pt x="9691" y="4790"/>
                    <a:pt x="9615" y="4637"/>
                  </a:cubicBezTo>
                  <a:cubicBezTo>
                    <a:pt x="9615" y="4390"/>
                    <a:pt x="9367" y="4314"/>
                    <a:pt x="9215" y="4314"/>
                  </a:cubicBezTo>
                  <a:cubicBezTo>
                    <a:pt x="8620" y="4450"/>
                    <a:pt x="8056" y="4511"/>
                    <a:pt x="7525" y="4511"/>
                  </a:cubicBezTo>
                  <a:cubicBezTo>
                    <a:pt x="3092" y="4511"/>
                    <a:pt x="868" y="268"/>
                    <a:pt x="800" y="183"/>
                  </a:cubicBezTo>
                  <a:cubicBezTo>
                    <a:pt x="745" y="71"/>
                    <a:pt x="597" y="0"/>
                    <a:pt x="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3397;p66"/>
            <p:cNvSpPr/>
            <p:nvPr/>
          </p:nvSpPr>
          <p:spPr>
            <a:xfrm>
              <a:off x="5175700" y="1526275"/>
              <a:ext cx="67625" cy="125900"/>
            </a:xfrm>
            <a:custGeom>
              <a:avLst/>
              <a:gdLst/>
              <a:ahLst/>
              <a:cxnLst/>
              <a:rect l="l" t="t" r="r" b="b"/>
              <a:pathLst>
                <a:path w="2705" h="5036" extrusionOk="0">
                  <a:moveTo>
                    <a:pt x="2287" y="0"/>
                  </a:moveTo>
                  <a:cubicBezTo>
                    <a:pt x="2117" y="0"/>
                    <a:pt x="1962" y="90"/>
                    <a:pt x="1904" y="276"/>
                  </a:cubicBezTo>
                  <a:lnTo>
                    <a:pt x="77" y="4483"/>
                  </a:lnTo>
                  <a:cubicBezTo>
                    <a:pt x="1" y="4712"/>
                    <a:pt x="77" y="4959"/>
                    <a:pt x="324" y="5036"/>
                  </a:cubicBezTo>
                  <a:lnTo>
                    <a:pt x="629" y="5036"/>
                  </a:lnTo>
                  <a:cubicBezTo>
                    <a:pt x="705" y="4959"/>
                    <a:pt x="800" y="4883"/>
                    <a:pt x="800" y="4788"/>
                  </a:cubicBezTo>
                  <a:lnTo>
                    <a:pt x="2609" y="505"/>
                  </a:lnTo>
                  <a:cubicBezTo>
                    <a:pt x="2704" y="352"/>
                    <a:pt x="2609" y="124"/>
                    <a:pt x="2457" y="29"/>
                  </a:cubicBezTo>
                  <a:cubicBezTo>
                    <a:pt x="2400" y="10"/>
                    <a:pt x="2343" y="0"/>
                    <a:pt x="2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3398;p66"/>
            <p:cNvSpPr/>
            <p:nvPr/>
          </p:nvSpPr>
          <p:spPr>
            <a:xfrm>
              <a:off x="5104300" y="1523600"/>
              <a:ext cx="39550" cy="34875"/>
            </a:xfrm>
            <a:custGeom>
              <a:avLst/>
              <a:gdLst/>
              <a:ahLst/>
              <a:cxnLst/>
              <a:rect l="l" t="t" r="r" b="b"/>
              <a:pathLst>
                <a:path w="1582" h="1395" extrusionOk="0">
                  <a:moveTo>
                    <a:pt x="758" y="0"/>
                  </a:moveTo>
                  <a:cubicBezTo>
                    <a:pt x="659" y="0"/>
                    <a:pt x="563" y="19"/>
                    <a:pt x="477" y="59"/>
                  </a:cubicBezTo>
                  <a:cubicBezTo>
                    <a:pt x="153" y="307"/>
                    <a:pt x="1" y="707"/>
                    <a:pt x="229" y="1011"/>
                  </a:cubicBezTo>
                  <a:cubicBezTo>
                    <a:pt x="355" y="1249"/>
                    <a:pt x="604" y="1394"/>
                    <a:pt x="849" y="1394"/>
                  </a:cubicBezTo>
                  <a:cubicBezTo>
                    <a:pt x="937" y="1394"/>
                    <a:pt x="1024" y="1375"/>
                    <a:pt x="1105" y="1335"/>
                  </a:cubicBezTo>
                  <a:cubicBezTo>
                    <a:pt x="1429" y="1087"/>
                    <a:pt x="1581" y="707"/>
                    <a:pt x="1429" y="383"/>
                  </a:cubicBezTo>
                  <a:cubicBezTo>
                    <a:pt x="1317" y="145"/>
                    <a:pt x="1030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3399;p66"/>
            <p:cNvSpPr/>
            <p:nvPr/>
          </p:nvSpPr>
          <p:spPr>
            <a:xfrm>
              <a:off x="4654075" y="1874125"/>
              <a:ext cx="49525" cy="119300"/>
            </a:xfrm>
            <a:custGeom>
              <a:avLst/>
              <a:gdLst/>
              <a:ahLst/>
              <a:cxnLst/>
              <a:rect l="l" t="t" r="r" b="b"/>
              <a:pathLst>
                <a:path w="1981" h="4772" extrusionOk="0">
                  <a:moveTo>
                    <a:pt x="1558" y="1"/>
                  </a:moveTo>
                  <a:cubicBezTo>
                    <a:pt x="1438" y="1"/>
                    <a:pt x="1325" y="93"/>
                    <a:pt x="1276" y="241"/>
                  </a:cubicBezTo>
                  <a:cubicBezTo>
                    <a:pt x="476" y="1745"/>
                    <a:pt x="0" y="4201"/>
                    <a:pt x="0" y="4296"/>
                  </a:cubicBezTo>
                  <a:cubicBezTo>
                    <a:pt x="0" y="4524"/>
                    <a:pt x="152" y="4772"/>
                    <a:pt x="324" y="4772"/>
                  </a:cubicBezTo>
                  <a:lnTo>
                    <a:pt x="552" y="4772"/>
                  </a:lnTo>
                  <a:cubicBezTo>
                    <a:pt x="724" y="4677"/>
                    <a:pt x="800" y="4600"/>
                    <a:pt x="800" y="4448"/>
                  </a:cubicBezTo>
                  <a:cubicBezTo>
                    <a:pt x="800" y="4448"/>
                    <a:pt x="1200" y="1992"/>
                    <a:pt x="1904" y="564"/>
                  </a:cubicBezTo>
                  <a:cubicBezTo>
                    <a:pt x="1980" y="393"/>
                    <a:pt x="1980" y="165"/>
                    <a:pt x="1752" y="88"/>
                  </a:cubicBezTo>
                  <a:cubicBezTo>
                    <a:pt x="1691" y="28"/>
                    <a:pt x="1624" y="1"/>
                    <a:pt x="1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3400;p66"/>
            <p:cNvSpPr/>
            <p:nvPr/>
          </p:nvSpPr>
          <p:spPr>
            <a:xfrm>
              <a:off x="4681675" y="1883475"/>
              <a:ext cx="55700" cy="88800"/>
            </a:xfrm>
            <a:custGeom>
              <a:avLst/>
              <a:gdLst/>
              <a:ahLst/>
              <a:cxnLst/>
              <a:rect l="l" t="t" r="r" b="b"/>
              <a:pathLst>
                <a:path w="2228" h="3552" extrusionOk="0">
                  <a:moveTo>
                    <a:pt x="442" y="0"/>
                  </a:moveTo>
                  <a:cubicBezTo>
                    <a:pt x="405" y="0"/>
                    <a:pt x="366" y="6"/>
                    <a:pt x="324" y="19"/>
                  </a:cubicBezTo>
                  <a:cubicBezTo>
                    <a:pt x="96" y="19"/>
                    <a:pt x="0" y="267"/>
                    <a:pt x="0" y="419"/>
                  </a:cubicBezTo>
                  <a:cubicBezTo>
                    <a:pt x="324" y="1923"/>
                    <a:pt x="1523" y="3351"/>
                    <a:pt x="1523" y="3351"/>
                  </a:cubicBezTo>
                  <a:cubicBezTo>
                    <a:pt x="1636" y="3477"/>
                    <a:pt x="1748" y="3551"/>
                    <a:pt x="1868" y="3551"/>
                  </a:cubicBezTo>
                  <a:cubicBezTo>
                    <a:pt x="1911" y="3551"/>
                    <a:pt x="1954" y="3542"/>
                    <a:pt x="1999" y="3522"/>
                  </a:cubicBezTo>
                  <a:lnTo>
                    <a:pt x="2075" y="3446"/>
                  </a:lnTo>
                  <a:cubicBezTo>
                    <a:pt x="2228" y="3274"/>
                    <a:pt x="2228" y="3046"/>
                    <a:pt x="2152" y="2875"/>
                  </a:cubicBezTo>
                  <a:cubicBezTo>
                    <a:pt x="2152" y="2875"/>
                    <a:pt x="1047" y="1542"/>
                    <a:pt x="800" y="267"/>
                  </a:cubicBezTo>
                  <a:cubicBezTo>
                    <a:pt x="737" y="140"/>
                    <a:pt x="621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/>
          <p:nvPr/>
        </p:nvSpPr>
        <p:spPr>
          <a:xfrm>
            <a:off x="8215167" y="305203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643800" y="305203"/>
            <a:ext cx="77040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 smtClean="0">
                <a:highlight>
                  <a:schemeClr val="dk1"/>
                </a:highlight>
              </a:rPr>
              <a:t>Formatarea </a:t>
            </a:r>
            <a:r>
              <a:rPr lang="ro-RO" sz="2000" dirty="0" smtClean="0">
                <a:highlight>
                  <a:schemeClr val="accent1"/>
                </a:highlight>
              </a:rPr>
              <a:t>textului</a:t>
            </a:r>
            <a:endParaRPr sz="2000" dirty="0">
              <a:highlight>
                <a:schemeClr val="accent1"/>
              </a:highligh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33213" y="932793"/>
            <a:ext cx="6725174" cy="3642875"/>
            <a:chOff x="1133213" y="932793"/>
            <a:chExt cx="6725174" cy="3642875"/>
          </a:xfrm>
        </p:grpSpPr>
        <p:graphicFrame>
          <p:nvGraphicFramePr>
            <p:cNvPr id="447" name="Google Shape;447;p40"/>
            <p:cNvGraphicFramePr/>
            <p:nvPr>
              <p:extLst>
                <p:ext uri="{D42A27DB-BD31-4B8C-83A1-F6EECF244321}">
                  <p14:modId xmlns:p14="http://schemas.microsoft.com/office/powerpoint/2010/main" val="2324089963"/>
                </p:ext>
              </p:extLst>
            </p:nvPr>
          </p:nvGraphicFramePr>
          <p:xfrm>
            <a:off x="1133213" y="1562304"/>
            <a:ext cx="6725174" cy="3013364"/>
          </p:xfrm>
          <a:graphic>
            <a:graphicData uri="http://schemas.openxmlformats.org/drawingml/2006/table">
              <a:tbl>
                <a:tblPr>
                  <a:noFill/>
                  <a:tableStyleId>{A961DF42-66FB-4B8D-947A-30CB14F4A37D}</a:tableStyleId>
                </a:tblPr>
                <a:tblGrid>
                  <a:gridCol w="4503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4636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25582">
                    <a:extLst>
                      <a:ext uri="{9D8B030D-6E8A-4147-A177-3AD203B41FA5}">
                        <a16:colId xmlns:a16="http://schemas.microsoft.com/office/drawing/2014/main" val="1593570908"/>
                      </a:ext>
                    </a:extLst>
                  </a:gridCol>
                  <a:gridCol w="976745">
                    <a:extLst>
                      <a:ext uri="{9D8B030D-6E8A-4147-A177-3AD203B41FA5}">
                        <a16:colId xmlns:a16="http://schemas.microsoft.com/office/drawing/2014/main" val="1740427537"/>
                      </a:ext>
                    </a:extLst>
                  </a:gridCol>
                  <a:gridCol w="491837">
                    <a:extLst>
                      <a:ext uri="{9D8B030D-6E8A-4147-A177-3AD203B41FA5}">
                        <a16:colId xmlns:a16="http://schemas.microsoft.com/office/drawing/2014/main" val="2972324964"/>
                      </a:ext>
                    </a:extLst>
                  </a:gridCol>
                  <a:gridCol w="311727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18654">
                    <a:extLst>
                      <a:ext uri="{9D8B030D-6E8A-4147-A177-3AD203B41FA5}">
                        <a16:colId xmlns:a16="http://schemas.microsoft.com/office/drawing/2014/main" val="2859631289"/>
                      </a:ext>
                    </a:extLst>
                  </a:gridCol>
                  <a:gridCol w="290946">
                    <a:extLst>
                      <a:ext uri="{9D8B030D-6E8A-4147-A177-3AD203B41FA5}">
                        <a16:colId xmlns:a16="http://schemas.microsoft.com/office/drawing/2014/main" val="1638688017"/>
                      </a:ext>
                    </a:extLst>
                  </a:gridCol>
                  <a:gridCol w="457200">
                    <a:extLst>
                      <a:ext uri="{9D8B030D-6E8A-4147-A177-3AD203B41FA5}">
                        <a16:colId xmlns:a16="http://schemas.microsoft.com/office/drawing/2014/main" val="850687585"/>
                      </a:ext>
                    </a:extLst>
                  </a:gridCol>
                  <a:gridCol w="443345">
                    <a:extLst>
                      <a:ext uri="{9D8B030D-6E8A-4147-A177-3AD203B41FA5}">
                        <a16:colId xmlns:a16="http://schemas.microsoft.com/office/drawing/2014/main" val="1537363483"/>
                      </a:ext>
                    </a:extLst>
                  </a:gridCol>
                  <a:gridCol w="297873">
                    <a:extLst>
                      <a:ext uri="{9D8B030D-6E8A-4147-A177-3AD203B41FA5}">
                        <a16:colId xmlns:a16="http://schemas.microsoft.com/office/drawing/2014/main" val="2663642710"/>
                      </a:ext>
                    </a:extLst>
                  </a:gridCol>
                  <a:gridCol w="304800">
                    <a:extLst>
                      <a:ext uri="{9D8B030D-6E8A-4147-A177-3AD203B41FA5}">
                        <a16:colId xmlns:a16="http://schemas.microsoft.com/office/drawing/2014/main" val="2367825"/>
                      </a:ext>
                    </a:extLst>
                  </a:gridCol>
                  <a:gridCol w="297873">
                    <a:extLst>
                      <a:ext uri="{9D8B030D-6E8A-4147-A177-3AD203B41FA5}">
                        <a16:colId xmlns:a16="http://schemas.microsoft.com/office/drawing/2014/main" val="2748127504"/>
                      </a:ext>
                    </a:extLst>
                  </a:gridCol>
                  <a:gridCol w="325582">
                    <a:extLst>
                      <a:ext uri="{9D8B030D-6E8A-4147-A177-3AD203B41FA5}">
                        <a16:colId xmlns:a16="http://schemas.microsoft.com/office/drawing/2014/main" val="2451926767"/>
                      </a:ext>
                    </a:extLst>
                  </a:gridCol>
                  <a:gridCol w="311727">
                    <a:extLst>
                      <a:ext uri="{9D8B030D-6E8A-4147-A177-3AD203B41FA5}">
                        <a16:colId xmlns:a16="http://schemas.microsoft.com/office/drawing/2014/main" val="3814432337"/>
                      </a:ext>
                    </a:extLst>
                  </a:gridCol>
                  <a:gridCol w="346363">
                    <a:extLst>
                      <a:ext uri="{9D8B030D-6E8A-4147-A177-3AD203B41FA5}">
                        <a16:colId xmlns:a16="http://schemas.microsoft.com/office/drawing/2014/main" val="687168367"/>
                      </a:ext>
                    </a:extLst>
                  </a:gridCol>
                  <a:gridCol w="428193">
                    <a:extLst>
                      <a:ext uri="{9D8B030D-6E8A-4147-A177-3AD203B41FA5}">
                        <a16:colId xmlns:a16="http://schemas.microsoft.com/office/drawing/2014/main" val="2059177941"/>
                      </a:ext>
                    </a:extLst>
                  </a:gridCol>
                </a:tblGrid>
                <a:tr h="344465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dirty="0">
                          <a:solidFill>
                            <a:schemeClr val="accent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668899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Undo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Redo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Font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 smtClean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Size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Bold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Italic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Underline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Text Color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 smtClean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Align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 smtClean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Numbered List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 smtClean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Bulleted List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Indent</a:t>
                        </a:r>
                        <a:r>
                          <a:rPr lang="ro-RO" sz="1200" b="1" baseline="0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 less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Indent more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Quoted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Strikethrough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 smtClean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Remove Formatting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3312" y="932793"/>
              <a:ext cx="6315075" cy="44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995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568" y="579769"/>
            <a:ext cx="4059610" cy="4189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0" y="579769"/>
            <a:ext cx="4047619" cy="561905"/>
          </a:xfrm>
          <a:prstGeom prst="rect">
            <a:avLst/>
          </a:prstGeom>
        </p:spPr>
      </p:pic>
      <p:sp>
        <p:nvSpPr>
          <p:cNvPr id="445" name="Google Shape;445;p40"/>
          <p:cNvSpPr/>
          <p:nvPr/>
        </p:nvSpPr>
        <p:spPr>
          <a:xfrm>
            <a:off x="8222094" y="226774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58790" y="153601"/>
            <a:ext cx="29376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 smtClean="0">
                <a:highlight>
                  <a:schemeClr val="dk1"/>
                </a:highlight>
              </a:rPr>
              <a:t>Extra opțiuni </a:t>
            </a:r>
            <a:r>
              <a:rPr lang="ro-RO" sz="2000" dirty="0" smtClean="0">
                <a:highlight>
                  <a:schemeClr val="accent1"/>
                </a:highlight>
              </a:rPr>
              <a:t>email</a:t>
            </a:r>
            <a:endParaRPr sz="2000" dirty="0">
              <a:highlight>
                <a:schemeClr val="accent1"/>
              </a:highlight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54856" y="1011280"/>
            <a:ext cx="2454225" cy="3811430"/>
            <a:chOff x="323301" y="633710"/>
            <a:chExt cx="2454225" cy="3811430"/>
          </a:xfrm>
        </p:grpSpPr>
        <p:graphicFrame>
          <p:nvGraphicFramePr>
            <p:cNvPr id="8" name="Google Shape;447;p40"/>
            <p:cNvGraphicFramePr/>
            <p:nvPr>
              <p:extLst>
                <p:ext uri="{D42A27DB-BD31-4B8C-83A1-F6EECF244321}">
                  <p14:modId xmlns:p14="http://schemas.microsoft.com/office/powerpoint/2010/main" val="1212870466"/>
                </p:ext>
              </p:extLst>
            </p:nvPr>
          </p:nvGraphicFramePr>
          <p:xfrm>
            <a:off x="323301" y="633710"/>
            <a:ext cx="2454225" cy="3811430"/>
          </p:xfrm>
          <a:graphic>
            <a:graphicData uri="http://schemas.openxmlformats.org/drawingml/2006/table">
              <a:tbl>
                <a:tblPr>
                  <a:noFill/>
                  <a:tableStyleId>{A961DF42-66FB-4B8D-947A-30CB14F4A37D}</a:tableStyleId>
                </a:tblPr>
                <a:tblGrid>
                  <a:gridCol w="7518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7024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43225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dirty="0">
                          <a:solidFill>
                            <a:schemeClr val="accent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20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Action</a:t>
                        </a: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432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Attach file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432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Insert</a:t>
                        </a:r>
                        <a:r>
                          <a:rPr lang="en" sz="1800" b="1" baseline="0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hyperlink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348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Add </a:t>
                        </a:r>
                        <a:r>
                          <a:rPr lang="ro-RO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e</a:t>
                        </a: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moticon 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561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Insert </a:t>
                        </a:r>
                        <a:r>
                          <a:rPr lang="ro-RO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i</a:t>
                        </a: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mage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561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Toggle</a:t>
                        </a:r>
                        <a:r>
                          <a:rPr lang="en" sz="1800" b="1" baseline="0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confidential</a:t>
                        </a:r>
                        <a:r>
                          <a:rPr lang="ro-RO" sz="1800" b="1" baseline="0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mode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561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Add</a:t>
                        </a:r>
                        <a:r>
                          <a:rPr lang="en" sz="1800" b="1" baseline="0" dirty="0" smtClean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signature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4081" y="1094754"/>
              <a:ext cx="339870" cy="406511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1949" y="1570039"/>
              <a:ext cx="298107" cy="41167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8935" y="2150558"/>
              <a:ext cx="284134" cy="35516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1051" y="2660047"/>
              <a:ext cx="342900" cy="4000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3355" y="3297637"/>
              <a:ext cx="271677" cy="40751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2476" y="3968523"/>
              <a:ext cx="400050" cy="400050"/>
            </a:xfrm>
            <a:prstGeom prst="rect">
              <a:avLst/>
            </a:prstGeom>
          </p:spPr>
        </p:pic>
      </p:grpSp>
      <p:sp>
        <p:nvSpPr>
          <p:cNvPr id="25" name="TextBox 24"/>
          <p:cNvSpPr txBox="1"/>
          <p:nvPr/>
        </p:nvSpPr>
        <p:spPr>
          <a:xfrm>
            <a:off x="5023362" y="1080816"/>
            <a:ext cx="3941631" cy="3323987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Reply</a:t>
            </a:r>
            <a:r>
              <a:rPr lang="ro-RO" dirty="0"/>
              <a:t> Răspunde numai persoanei care îți trimite </a:t>
            </a:r>
            <a:r>
              <a:rPr lang="ro-RO" dirty="0" smtClean="0"/>
              <a:t>e-mailul.</a:t>
            </a:r>
            <a:endParaRPr lang="en-US" dirty="0" smtClean="0"/>
          </a:p>
          <a:p>
            <a:pPr algn="r"/>
            <a:endParaRPr lang="ro-RO" dirty="0"/>
          </a:p>
          <a:p>
            <a:pPr algn="r"/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Reply all </a:t>
            </a:r>
            <a:r>
              <a:rPr lang="ro-RO" dirty="0"/>
              <a:t>Răspunde </a:t>
            </a:r>
            <a:r>
              <a:rPr lang="ro-RO" dirty="0" smtClean="0"/>
              <a:t>t</a:t>
            </a:r>
            <a:r>
              <a:rPr lang="en-US" dirty="0" smtClean="0"/>
              <a:t>u</a:t>
            </a:r>
            <a:r>
              <a:rPr lang="ro-RO" dirty="0" smtClean="0"/>
              <a:t>turor </a:t>
            </a:r>
            <a:r>
              <a:rPr lang="ro-RO" dirty="0"/>
              <a:t>destinatarilor inclusiv cei de la To și CC</a:t>
            </a:r>
          </a:p>
          <a:p>
            <a:pPr algn="r"/>
            <a:endParaRPr lang="en-US" dirty="0" smtClean="0"/>
          </a:p>
          <a:p>
            <a:pPr algn="r"/>
            <a:r>
              <a:rPr lang="ro-RO" b="1" dirty="0" smtClean="0">
                <a:solidFill>
                  <a:schemeClr val="accent1">
                    <a:lumMod val="50000"/>
                  </a:schemeClr>
                </a:solidFill>
              </a:rPr>
              <a:t>Forward</a:t>
            </a:r>
            <a:r>
              <a:rPr lang="ro-RO" dirty="0" smtClean="0"/>
              <a:t> Redirecționează acest </a:t>
            </a:r>
            <a:r>
              <a:rPr lang="ro-RO" dirty="0"/>
              <a:t>e -mail unei alte persoane fără a anunța pe nimeni altcineva din emailul primit</a:t>
            </a:r>
            <a:r>
              <a:rPr lang="ro-RO" dirty="0" smtClean="0"/>
              <a:t>.</a:t>
            </a:r>
            <a:endParaRPr lang="en-US" dirty="0" smtClean="0"/>
          </a:p>
          <a:p>
            <a:pPr algn="r"/>
            <a:endParaRPr lang="en-US" dirty="0">
              <a:effectLst/>
            </a:endParaRPr>
          </a:p>
          <a:p>
            <a:pPr algn="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r>
              <a:rPr lang="en-US" b="1" dirty="0" smtClean="0"/>
              <a:t> </a:t>
            </a:r>
            <a:r>
              <a:rPr lang="ro-RO" dirty="0" smtClean="0"/>
              <a:t>Șterge</a:t>
            </a:r>
            <a:r>
              <a:rPr lang="en-US" dirty="0" smtClean="0"/>
              <a:t> </a:t>
            </a:r>
            <a:r>
              <a:rPr lang="ro-RO" dirty="0" smtClean="0"/>
              <a:t>emailul.</a:t>
            </a:r>
          </a:p>
          <a:p>
            <a:endParaRPr lang="ro-RO" dirty="0"/>
          </a:p>
          <a:p>
            <a:pPr algn="r"/>
            <a:r>
              <a:rPr lang="ro-RO" b="1" dirty="0" smtClean="0">
                <a:solidFill>
                  <a:schemeClr val="accent1">
                    <a:lumMod val="50000"/>
                  </a:schemeClr>
                </a:solidFill>
              </a:rPr>
              <a:t>Label as </a:t>
            </a:r>
            <a:r>
              <a:rPr lang="ro-RO" dirty="0"/>
              <a:t>Etichetează emailul. Etichetele ajută la organizarea emailurilor pe categorii </a:t>
            </a:r>
            <a:r>
              <a:rPr lang="ro-RO" dirty="0" smtClean="0"/>
              <a:t>care </a:t>
            </a:r>
            <a:r>
              <a:rPr lang="ro-RO" dirty="0"/>
              <a:t>funcționează ca niște foldere de emailuri</a:t>
            </a:r>
            <a:r>
              <a:rPr lang="ro-RO" dirty="0" smtClean="0"/>
              <a:t>.</a:t>
            </a:r>
            <a:endParaRPr lang="ro-RO" dirty="0">
              <a:effectLst/>
            </a:endParaRPr>
          </a:p>
        </p:txBody>
      </p:sp>
      <p:sp>
        <p:nvSpPr>
          <p:cNvPr id="31" name="Google Shape;446;p40"/>
          <p:cNvSpPr txBox="1">
            <a:spLocks/>
          </p:cNvSpPr>
          <p:nvPr/>
        </p:nvSpPr>
        <p:spPr>
          <a:xfrm>
            <a:off x="4964373" y="147875"/>
            <a:ext cx="3477491" cy="57270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2000" dirty="0" smtClean="0">
                <a:highlight>
                  <a:schemeClr val="dk1"/>
                </a:highlight>
              </a:rPr>
              <a:t>Operații cu </a:t>
            </a:r>
            <a:r>
              <a:rPr lang="ro-RO" sz="2000" dirty="0" smtClean="0">
                <a:highlight>
                  <a:schemeClr val="accent1"/>
                </a:highlight>
              </a:rPr>
              <a:t>emailurile</a:t>
            </a:r>
            <a:endParaRPr lang="ro-RO" sz="2000" dirty="0">
              <a:highlight>
                <a:schemeClr val="accent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14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5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7" name="Google Shape;917;p55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8" name="Google Shape;918;p55"/>
          <p:cNvSpPr/>
          <p:nvPr/>
        </p:nvSpPr>
        <p:spPr>
          <a:xfrm>
            <a:off x="8135013" y="411284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9" name="Google Shape;919;p55"/>
          <p:cNvSpPr/>
          <p:nvPr/>
        </p:nvSpPr>
        <p:spPr>
          <a:xfrm>
            <a:off x="8283812" y="258243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20" name="Google Shape;920;p55"/>
          <p:cNvGrpSpPr/>
          <p:nvPr/>
        </p:nvGrpSpPr>
        <p:grpSpPr>
          <a:xfrm rot="10800000">
            <a:off x="2252870" y="3987387"/>
            <a:ext cx="1384337" cy="857238"/>
            <a:chOff x="1254821" y="1939650"/>
            <a:chExt cx="2594334" cy="1606519"/>
          </a:xfrm>
        </p:grpSpPr>
        <p:sp>
          <p:nvSpPr>
            <p:cNvPr id="921" name="Google Shape;921;p55"/>
            <p:cNvSpPr/>
            <p:nvPr/>
          </p:nvSpPr>
          <p:spPr>
            <a:xfrm>
              <a:off x="1254821" y="1939650"/>
              <a:ext cx="2594334" cy="1606519"/>
            </a:xfrm>
            <a:custGeom>
              <a:avLst/>
              <a:gdLst/>
              <a:ahLst/>
              <a:cxnLst/>
              <a:rect l="l" t="t" r="r" b="b"/>
              <a:pathLst>
                <a:path w="43022" h="26641" extrusionOk="0">
                  <a:moveTo>
                    <a:pt x="3808" y="1"/>
                  </a:moveTo>
                  <a:cubicBezTo>
                    <a:pt x="1657" y="1"/>
                    <a:pt x="1" y="1657"/>
                    <a:pt x="1" y="3732"/>
                  </a:cubicBezTo>
                  <a:lnTo>
                    <a:pt x="1" y="19667"/>
                  </a:lnTo>
                  <a:cubicBezTo>
                    <a:pt x="1" y="21742"/>
                    <a:pt x="1657" y="23474"/>
                    <a:pt x="3808" y="23474"/>
                  </a:cubicBezTo>
                  <a:lnTo>
                    <a:pt x="32670" y="23474"/>
                  </a:lnTo>
                  <a:lnTo>
                    <a:pt x="41332" y="26577"/>
                  </a:lnTo>
                  <a:cubicBezTo>
                    <a:pt x="41466" y="26620"/>
                    <a:pt x="41597" y="26640"/>
                    <a:pt x="41722" y="26640"/>
                  </a:cubicBezTo>
                  <a:cubicBezTo>
                    <a:pt x="42482" y="26640"/>
                    <a:pt x="43022" y="25902"/>
                    <a:pt x="42760" y="25150"/>
                  </a:cubicBezTo>
                  <a:lnTo>
                    <a:pt x="39504" y="16659"/>
                  </a:lnTo>
                  <a:lnTo>
                    <a:pt x="39504" y="3732"/>
                  </a:lnTo>
                  <a:cubicBezTo>
                    <a:pt x="39504" y="1657"/>
                    <a:pt x="37753" y="1"/>
                    <a:pt x="35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" name="Google Shape;922;p55"/>
            <p:cNvSpPr/>
            <p:nvPr/>
          </p:nvSpPr>
          <p:spPr>
            <a:xfrm>
              <a:off x="2765622" y="2509080"/>
              <a:ext cx="330699" cy="329553"/>
            </a:xfrm>
            <a:custGeom>
              <a:avLst/>
              <a:gdLst/>
              <a:ahLst/>
              <a:cxnLst/>
              <a:rect l="l" t="t" r="r" b="b"/>
              <a:pathLst>
                <a:path w="5484" h="5465" extrusionOk="0">
                  <a:moveTo>
                    <a:pt x="2780" y="0"/>
                  </a:moveTo>
                  <a:cubicBezTo>
                    <a:pt x="1200" y="0"/>
                    <a:pt x="1" y="1181"/>
                    <a:pt x="1" y="2685"/>
                  </a:cubicBezTo>
                  <a:cubicBezTo>
                    <a:pt x="1" y="4284"/>
                    <a:pt x="1200" y="5464"/>
                    <a:pt x="2780" y="5464"/>
                  </a:cubicBezTo>
                  <a:cubicBezTo>
                    <a:pt x="4284" y="5464"/>
                    <a:pt x="5484" y="4284"/>
                    <a:pt x="5484" y="2685"/>
                  </a:cubicBezTo>
                  <a:cubicBezTo>
                    <a:pt x="5484" y="1181"/>
                    <a:pt x="4284" y="0"/>
                    <a:pt x="2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" name="Google Shape;923;p55"/>
            <p:cNvSpPr/>
            <p:nvPr/>
          </p:nvSpPr>
          <p:spPr>
            <a:xfrm>
              <a:off x="2239851" y="2509080"/>
              <a:ext cx="330699" cy="329553"/>
            </a:xfrm>
            <a:custGeom>
              <a:avLst/>
              <a:gdLst/>
              <a:ahLst/>
              <a:cxnLst/>
              <a:rect l="l" t="t" r="r" b="b"/>
              <a:pathLst>
                <a:path w="5484" h="5465" extrusionOk="0">
                  <a:moveTo>
                    <a:pt x="2780" y="0"/>
                  </a:moveTo>
                  <a:cubicBezTo>
                    <a:pt x="1276" y="0"/>
                    <a:pt x="0" y="1181"/>
                    <a:pt x="0" y="2685"/>
                  </a:cubicBezTo>
                  <a:cubicBezTo>
                    <a:pt x="0" y="4284"/>
                    <a:pt x="1276" y="5464"/>
                    <a:pt x="2780" y="5464"/>
                  </a:cubicBezTo>
                  <a:cubicBezTo>
                    <a:pt x="4284" y="5464"/>
                    <a:pt x="5483" y="4284"/>
                    <a:pt x="5483" y="2685"/>
                  </a:cubicBezTo>
                  <a:cubicBezTo>
                    <a:pt x="5483" y="1181"/>
                    <a:pt x="4284" y="0"/>
                    <a:pt x="2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4" name="Google Shape;924;p55"/>
            <p:cNvSpPr/>
            <p:nvPr/>
          </p:nvSpPr>
          <p:spPr>
            <a:xfrm>
              <a:off x="1714080" y="2509080"/>
              <a:ext cx="334136" cy="329553"/>
            </a:xfrm>
            <a:custGeom>
              <a:avLst/>
              <a:gdLst/>
              <a:ahLst/>
              <a:cxnLst/>
              <a:rect l="l" t="t" r="r" b="b"/>
              <a:pathLst>
                <a:path w="5541" h="5465" extrusionOk="0">
                  <a:moveTo>
                    <a:pt x="2780" y="0"/>
                  </a:moveTo>
                  <a:cubicBezTo>
                    <a:pt x="1257" y="0"/>
                    <a:pt x="0" y="1181"/>
                    <a:pt x="0" y="2685"/>
                  </a:cubicBezTo>
                  <a:cubicBezTo>
                    <a:pt x="0" y="4284"/>
                    <a:pt x="1257" y="5464"/>
                    <a:pt x="2780" y="5464"/>
                  </a:cubicBezTo>
                  <a:cubicBezTo>
                    <a:pt x="4284" y="5464"/>
                    <a:pt x="5540" y="4284"/>
                    <a:pt x="5540" y="2685"/>
                  </a:cubicBezTo>
                  <a:cubicBezTo>
                    <a:pt x="5540" y="1181"/>
                    <a:pt x="4284" y="0"/>
                    <a:pt x="2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00" y="336640"/>
            <a:ext cx="1826218" cy="4583734"/>
          </a:xfrm>
          <a:prstGeom prst="rect">
            <a:avLst/>
          </a:prstGeom>
        </p:spPr>
      </p:pic>
      <p:sp>
        <p:nvSpPr>
          <p:cNvPr id="14" name="Google Shape;446;p40"/>
          <p:cNvSpPr txBox="1">
            <a:spLocks/>
          </p:cNvSpPr>
          <p:nvPr/>
        </p:nvSpPr>
        <p:spPr>
          <a:xfrm>
            <a:off x="4976503" y="333734"/>
            <a:ext cx="3477491" cy="57270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2000" dirty="0" smtClean="0">
                <a:highlight>
                  <a:schemeClr val="dk1"/>
                </a:highlight>
              </a:rPr>
              <a:t>Foldere cu </a:t>
            </a:r>
            <a:r>
              <a:rPr lang="ro-RO" sz="2000" dirty="0" smtClean="0">
                <a:highlight>
                  <a:schemeClr val="accent1"/>
                </a:highlight>
              </a:rPr>
              <a:t>emailuri</a:t>
            </a:r>
            <a:endParaRPr lang="ro-RO" sz="2000" dirty="0">
              <a:highlight>
                <a:schemeClr val="accent1"/>
              </a:highligh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52869" y="797288"/>
            <a:ext cx="67519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300" b="1" dirty="0" err="1" smtClean="0">
                <a:latin typeface="Montserrat Medium" panose="020B0604020202020204" charset="0"/>
              </a:rPr>
              <a:t>Inbox</a:t>
            </a:r>
            <a:r>
              <a:rPr lang="ro-RO" sz="1300" b="1" dirty="0" smtClean="0">
                <a:latin typeface="Montserrat Medium" panose="020B0604020202020204" charset="0"/>
              </a:rPr>
              <a:t> (Primite)</a:t>
            </a:r>
            <a:r>
              <a:rPr lang="ro-RO" sz="1300" dirty="0" smtClean="0">
                <a:latin typeface="Montserrat Medium" panose="020B0604020202020204" charset="0"/>
              </a:rPr>
              <a:t>: Aici sunt stocate toate mesajele primite.</a:t>
            </a:r>
          </a:p>
          <a:p>
            <a:r>
              <a:rPr lang="ro-RO" sz="1300" b="1" dirty="0" smtClean="0">
                <a:latin typeface="Montserrat Medium" panose="020B0604020202020204" charset="0"/>
              </a:rPr>
              <a:t>Starred (Marcate cu stea)</a:t>
            </a:r>
            <a:r>
              <a:rPr lang="ro-RO" sz="1300" dirty="0" smtClean="0">
                <a:latin typeface="Montserrat Medium" panose="020B0604020202020204" charset="0"/>
              </a:rPr>
              <a:t>: Mesajele pe care le-ai marcat cu stea pentru a le evidenția.</a:t>
            </a:r>
          </a:p>
          <a:p>
            <a:r>
              <a:rPr lang="ro-RO" sz="1300" b="1" dirty="0" smtClean="0">
                <a:latin typeface="Montserrat Medium" panose="020B0604020202020204" charset="0"/>
              </a:rPr>
              <a:t>Snoozed (Amânate)</a:t>
            </a:r>
            <a:r>
              <a:rPr lang="ro-RO" sz="1300" dirty="0" smtClean="0">
                <a:latin typeface="Montserrat Medium" panose="020B0604020202020204" charset="0"/>
              </a:rPr>
              <a:t>: Mesajele pe care le-ai amânat pentru a le citi sau a răspunde mai târziu.</a:t>
            </a:r>
          </a:p>
          <a:p>
            <a:r>
              <a:rPr lang="ro-RO" sz="1300" b="1" dirty="0">
                <a:latin typeface="Montserrat Medium" panose="020B0604020202020204" charset="0"/>
              </a:rPr>
              <a:t>Important (Importante)</a:t>
            </a:r>
            <a:r>
              <a:rPr lang="ro-RO" sz="1300" dirty="0">
                <a:latin typeface="Montserrat Medium" panose="020B0604020202020204" charset="0"/>
              </a:rPr>
              <a:t>: Mesajele pe care </a:t>
            </a:r>
            <a:r>
              <a:rPr lang="ro-RO" sz="1300" dirty="0" err="1">
                <a:latin typeface="Montserrat Medium" panose="020B0604020202020204" charset="0"/>
              </a:rPr>
              <a:t>Gmail</a:t>
            </a:r>
            <a:r>
              <a:rPr lang="ro-RO" sz="1300" dirty="0">
                <a:latin typeface="Montserrat Medium" panose="020B0604020202020204" charset="0"/>
              </a:rPr>
              <a:t> le-a marcat automat ca fiind importante sau pe care le-ai marcat tu manual.</a:t>
            </a:r>
          </a:p>
          <a:p>
            <a:r>
              <a:rPr lang="ro-RO" sz="1300" b="1" dirty="0" err="1" smtClean="0">
                <a:latin typeface="Montserrat Medium" panose="020B0604020202020204" charset="0"/>
              </a:rPr>
              <a:t>Sent</a:t>
            </a:r>
            <a:r>
              <a:rPr lang="ro-RO" sz="1300" b="1" dirty="0" smtClean="0">
                <a:latin typeface="Montserrat Medium" panose="020B0604020202020204" charset="0"/>
              </a:rPr>
              <a:t> (Trimise)</a:t>
            </a:r>
            <a:r>
              <a:rPr lang="ro-RO" sz="1300" dirty="0" smtClean="0">
                <a:latin typeface="Montserrat Medium" panose="020B0604020202020204" charset="0"/>
              </a:rPr>
              <a:t>: Mesajele pe care le-ai trimis către alți destinatari.</a:t>
            </a:r>
          </a:p>
          <a:p>
            <a:r>
              <a:rPr lang="ro-RO" sz="1300" b="1" dirty="0" smtClean="0">
                <a:latin typeface="Montserrat Medium" panose="020B0604020202020204" charset="0"/>
              </a:rPr>
              <a:t>Drafts (Ciorne)</a:t>
            </a:r>
            <a:r>
              <a:rPr lang="ro-RO" sz="1300" dirty="0" smtClean="0">
                <a:latin typeface="Montserrat Medium" panose="020B0604020202020204" charset="0"/>
              </a:rPr>
              <a:t>: Mesajele pe care le-ai început să le scrii, dar nu le-ai trimis încă.</a:t>
            </a:r>
          </a:p>
          <a:p>
            <a:r>
              <a:rPr lang="ro-RO" sz="1300" b="1" dirty="0" smtClean="0">
                <a:latin typeface="Montserrat Medium" panose="020B0604020202020204" charset="0"/>
              </a:rPr>
              <a:t>Spam (Spam)</a:t>
            </a:r>
            <a:r>
              <a:rPr lang="ro-RO" sz="1300" dirty="0" smtClean="0">
                <a:latin typeface="Montserrat Medium" panose="020B0604020202020204" charset="0"/>
              </a:rPr>
              <a:t>: Mesajele pe care Gmail le-a identificat ca fiind spam.</a:t>
            </a:r>
          </a:p>
          <a:p>
            <a:r>
              <a:rPr lang="ro-RO" sz="1300" b="1" dirty="0" smtClean="0">
                <a:latin typeface="Montserrat Medium" panose="020B0604020202020204" charset="0"/>
              </a:rPr>
              <a:t>Trash (Coș de gunoi)</a:t>
            </a:r>
            <a:r>
              <a:rPr lang="ro-RO" sz="1300" dirty="0" smtClean="0">
                <a:latin typeface="Montserrat Medium" panose="020B0604020202020204" charset="0"/>
              </a:rPr>
              <a:t>: Mesajele pe care le-ai șters.</a:t>
            </a:r>
          </a:p>
          <a:p>
            <a:r>
              <a:rPr lang="ro-RO" sz="1300" b="1" dirty="0" err="1" smtClean="0">
                <a:latin typeface="Montserrat Medium" panose="020B0604020202020204" charset="0"/>
              </a:rPr>
              <a:t>Chats</a:t>
            </a:r>
            <a:r>
              <a:rPr lang="ro-RO" sz="1300" b="1" dirty="0" smtClean="0">
                <a:latin typeface="Montserrat Medium" panose="020B0604020202020204" charset="0"/>
              </a:rPr>
              <a:t> </a:t>
            </a:r>
            <a:r>
              <a:rPr lang="ro-RO" sz="1300" b="1" dirty="0">
                <a:latin typeface="Montserrat Medium" panose="020B0604020202020204" charset="0"/>
              </a:rPr>
              <a:t>(Conversații)</a:t>
            </a:r>
            <a:r>
              <a:rPr lang="ro-RO" sz="1300" dirty="0">
                <a:latin typeface="Montserrat Medium" panose="020B0604020202020204" charset="0"/>
              </a:rPr>
              <a:t>: Istoricul conversațiilor din Google Chat.</a:t>
            </a:r>
          </a:p>
          <a:p>
            <a:r>
              <a:rPr lang="ro-RO" sz="1300" b="1" dirty="0" err="1">
                <a:latin typeface="Montserrat Medium" panose="020B0604020202020204" charset="0"/>
              </a:rPr>
              <a:t>Scheduled</a:t>
            </a:r>
            <a:r>
              <a:rPr lang="ro-RO" sz="1300" b="1" dirty="0">
                <a:latin typeface="Montserrat Medium" panose="020B0604020202020204" charset="0"/>
              </a:rPr>
              <a:t> (Programate)</a:t>
            </a:r>
            <a:r>
              <a:rPr lang="ro-RO" sz="1300" dirty="0">
                <a:latin typeface="Montserrat Medium" panose="020B0604020202020204" charset="0"/>
              </a:rPr>
              <a:t>: Mesajele programate pentru a fi trimise la o anumită dată și oră.</a:t>
            </a:r>
          </a:p>
          <a:p>
            <a:r>
              <a:rPr lang="ro-RO" sz="1300" b="1" dirty="0" err="1">
                <a:latin typeface="Montserrat Medium" panose="020B0604020202020204" charset="0"/>
              </a:rPr>
              <a:t>All</a:t>
            </a:r>
            <a:r>
              <a:rPr lang="ro-RO" sz="1300" b="1" dirty="0">
                <a:latin typeface="Montserrat Medium" panose="020B0604020202020204" charset="0"/>
              </a:rPr>
              <a:t> Mail (Toate mesajele)</a:t>
            </a:r>
            <a:r>
              <a:rPr lang="ro-RO" sz="1300" dirty="0">
                <a:latin typeface="Montserrat Medium" panose="020B0604020202020204" charset="0"/>
              </a:rPr>
              <a:t>: O arhivă cu toate mesajele din contul tău, inclusiv cele din </a:t>
            </a:r>
            <a:r>
              <a:rPr lang="ro-RO" sz="1300" dirty="0" err="1">
                <a:latin typeface="Montserrat Medium" panose="020B0604020202020204" charset="0"/>
              </a:rPr>
              <a:t>Inbox</a:t>
            </a:r>
            <a:r>
              <a:rPr lang="ro-RO" sz="1300" dirty="0">
                <a:latin typeface="Montserrat Medium" panose="020B0604020202020204" charset="0"/>
              </a:rPr>
              <a:t>, trimise, și arhivate</a:t>
            </a:r>
            <a:r>
              <a:rPr lang="ro-RO" sz="1300" dirty="0" smtClean="0">
                <a:latin typeface="Montserrat Medium" panose="020B0604020202020204" charset="0"/>
              </a:rPr>
              <a:t>.</a:t>
            </a:r>
            <a:endParaRPr lang="ro-RO" sz="1300" dirty="0">
              <a:latin typeface="Montserrat Medium" panose="020B060402020202020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37207" y="4046674"/>
            <a:ext cx="5199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 smtClean="0">
                <a:solidFill>
                  <a:schemeClr val="bg1">
                    <a:lumMod val="50000"/>
                  </a:schemeClr>
                </a:solidFill>
                <a:latin typeface="Montserrat Medium" panose="020B0604020202020204" charset="0"/>
              </a:rPr>
              <a:t>Este recomandat să creezi </a:t>
            </a:r>
            <a:r>
              <a:rPr lang="ro-RO" b="1" dirty="0" err="1">
                <a:solidFill>
                  <a:schemeClr val="bg1">
                    <a:lumMod val="50000"/>
                  </a:schemeClr>
                </a:solidFill>
                <a:latin typeface="Montserrat Medium" panose="020B0604020202020204" charset="0"/>
              </a:rPr>
              <a:t>foldere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  <a:latin typeface="Montserrat Medium" panose="020B0604020202020204" charset="0"/>
              </a:rPr>
              <a:t> sau etichete personalizate pentru a organiza mai bine mesajele în funcție de nevoile tale</a:t>
            </a:r>
            <a:r>
              <a:rPr lang="ro-RO" b="1" dirty="0" smtClean="0">
                <a:solidFill>
                  <a:schemeClr val="bg1">
                    <a:lumMod val="50000"/>
                  </a:schemeClr>
                </a:solidFill>
                <a:latin typeface="Montserrat Medium" panose="020B0604020202020204" charset="0"/>
              </a:rPr>
              <a:t>.</a:t>
            </a:r>
            <a:endParaRPr lang="ro-RO" b="1" dirty="0">
              <a:solidFill>
                <a:schemeClr val="bg1">
                  <a:lumMod val="50000"/>
                </a:schemeClr>
              </a:solidFill>
              <a:latin typeface="Montserrat Medium" panose="020B0604020202020204" charset="0"/>
            </a:endParaRPr>
          </a:p>
        </p:txBody>
      </p:sp>
      <p:grpSp>
        <p:nvGrpSpPr>
          <p:cNvPr id="15" name="Google Shape;2960;p65"/>
          <p:cNvGrpSpPr/>
          <p:nvPr/>
        </p:nvGrpSpPr>
        <p:grpSpPr>
          <a:xfrm>
            <a:off x="1762989" y="418889"/>
            <a:ext cx="331634" cy="402390"/>
            <a:chOff x="6365425" y="3160800"/>
            <a:chExt cx="360550" cy="437475"/>
          </a:xfrm>
        </p:grpSpPr>
        <p:sp>
          <p:nvSpPr>
            <p:cNvPr id="16" name="Google Shape;2961;p65"/>
            <p:cNvSpPr/>
            <p:nvPr/>
          </p:nvSpPr>
          <p:spPr>
            <a:xfrm>
              <a:off x="6558525" y="3417925"/>
              <a:ext cx="25550" cy="25725"/>
            </a:xfrm>
            <a:custGeom>
              <a:avLst/>
              <a:gdLst/>
              <a:ahLst/>
              <a:cxnLst/>
              <a:rect l="l" t="t" r="r" b="b"/>
              <a:pathLst>
                <a:path w="1022" h="1029" extrusionOk="0">
                  <a:moveTo>
                    <a:pt x="512" y="1"/>
                  </a:moveTo>
                  <a:cubicBezTo>
                    <a:pt x="230" y="1"/>
                    <a:pt x="1" y="230"/>
                    <a:pt x="1" y="517"/>
                  </a:cubicBezTo>
                  <a:cubicBezTo>
                    <a:pt x="1" y="800"/>
                    <a:pt x="230" y="1029"/>
                    <a:pt x="512" y="1029"/>
                  </a:cubicBezTo>
                  <a:cubicBezTo>
                    <a:pt x="793" y="1029"/>
                    <a:pt x="1022" y="800"/>
                    <a:pt x="1022" y="517"/>
                  </a:cubicBezTo>
                  <a:cubicBezTo>
                    <a:pt x="1022" y="230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62;p65"/>
            <p:cNvSpPr/>
            <p:nvPr/>
          </p:nvSpPr>
          <p:spPr>
            <a:xfrm>
              <a:off x="6416650" y="3263475"/>
              <a:ext cx="309325" cy="334800"/>
            </a:xfrm>
            <a:custGeom>
              <a:avLst/>
              <a:gdLst/>
              <a:ahLst/>
              <a:cxnLst/>
              <a:rect l="l" t="t" r="r" b="b"/>
              <a:pathLst>
                <a:path w="12373" h="13392" extrusionOk="0">
                  <a:moveTo>
                    <a:pt x="6187" y="3108"/>
                  </a:moveTo>
                  <a:cubicBezTo>
                    <a:pt x="8162" y="3108"/>
                    <a:pt x="9774" y="4714"/>
                    <a:pt x="9774" y="6695"/>
                  </a:cubicBezTo>
                  <a:cubicBezTo>
                    <a:pt x="9774" y="7539"/>
                    <a:pt x="9087" y="8235"/>
                    <a:pt x="8236" y="8235"/>
                  </a:cubicBezTo>
                  <a:cubicBezTo>
                    <a:pt x="7844" y="8235"/>
                    <a:pt x="7482" y="8080"/>
                    <a:pt x="7215" y="7835"/>
                  </a:cubicBezTo>
                  <a:cubicBezTo>
                    <a:pt x="6942" y="8080"/>
                    <a:pt x="6578" y="8235"/>
                    <a:pt x="6187" y="8235"/>
                  </a:cubicBezTo>
                  <a:cubicBezTo>
                    <a:pt x="5335" y="8235"/>
                    <a:pt x="4648" y="7539"/>
                    <a:pt x="4648" y="6695"/>
                  </a:cubicBezTo>
                  <a:cubicBezTo>
                    <a:pt x="4648" y="5845"/>
                    <a:pt x="5335" y="5158"/>
                    <a:pt x="6187" y="5158"/>
                  </a:cubicBezTo>
                  <a:cubicBezTo>
                    <a:pt x="7038" y="5158"/>
                    <a:pt x="7725" y="5845"/>
                    <a:pt x="7725" y="6695"/>
                  </a:cubicBezTo>
                  <a:cubicBezTo>
                    <a:pt x="7725" y="6978"/>
                    <a:pt x="7954" y="7207"/>
                    <a:pt x="8236" y="7207"/>
                  </a:cubicBezTo>
                  <a:cubicBezTo>
                    <a:pt x="8517" y="7207"/>
                    <a:pt x="8746" y="6978"/>
                    <a:pt x="8746" y="6695"/>
                  </a:cubicBezTo>
                  <a:cubicBezTo>
                    <a:pt x="8746" y="5284"/>
                    <a:pt x="7599" y="4129"/>
                    <a:pt x="6187" y="4129"/>
                  </a:cubicBezTo>
                  <a:cubicBezTo>
                    <a:pt x="4774" y="4129"/>
                    <a:pt x="3626" y="5284"/>
                    <a:pt x="3626" y="6695"/>
                  </a:cubicBezTo>
                  <a:cubicBezTo>
                    <a:pt x="3626" y="8109"/>
                    <a:pt x="4774" y="9256"/>
                    <a:pt x="6187" y="9256"/>
                  </a:cubicBezTo>
                  <a:cubicBezTo>
                    <a:pt x="6533" y="9256"/>
                    <a:pt x="6867" y="9190"/>
                    <a:pt x="7185" y="9057"/>
                  </a:cubicBezTo>
                  <a:lnTo>
                    <a:pt x="7585" y="9996"/>
                  </a:lnTo>
                  <a:cubicBezTo>
                    <a:pt x="7141" y="10188"/>
                    <a:pt x="6667" y="10284"/>
                    <a:pt x="6187" y="10284"/>
                  </a:cubicBezTo>
                  <a:cubicBezTo>
                    <a:pt x="4211" y="10284"/>
                    <a:pt x="2598" y="8672"/>
                    <a:pt x="2598" y="6695"/>
                  </a:cubicBezTo>
                  <a:cubicBezTo>
                    <a:pt x="2598" y="4714"/>
                    <a:pt x="4211" y="3108"/>
                    <a:pt x="6187" y="3108"/>
                  </a:cubicBezTo>
                  <a:close/>
                  <a:moveTo>
                    <a:pt x="0" y="1"/>
                  </a:moveTo>
                  <a:lnTo>
                    <a:pt x="0" y="13392"/>
                  </a:lnTo>
                  <a:lnTo>
                    <a:pt x="12372" y="13392"/>
                  </a:lnTo>
                  <a:lnTo>
                    <a:pt x="12372" y="1"/>
                  </a:lnTo>
                  <a:lnTo>
                    <a:pt x="10323" y="1"/>
                  </a:lnTo>
                  <a:lnTo>
                    <a:pt x="10323" y="2249"/>
                  </a:lnTo>
                  <a:lnTo>
                    <a:pt x="9295" y="2249"/>
                  </a:lnTo>
                  <a:lnTo>
                    <a:pt x="9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963;p65"/>
            <p:cNvSpPr/>
            <p:nvPr/>
          </p:nvSpPr>
          <p:spPr>
            <a:xfrm>
              <a:off x="6365425" y="3212200"/>
              <a:ext cx="360550" cy="25550"/>
            </a:xfrm>
            <a:custGeom>
              <a:avLst/>
              <a:gdLst/>
              <a:ahLst/>
              <a:cxnLst/>
              <a:rect l="l" t="t" r="r" b="b"/>
              <a:pathLst>
                <a:path w="14422" h="1022" extrusionOk="0">
                  <a:moveTo>
                    <a:pt x="0" y="1"/>
                  </a:moveTo>
                  <a:lnTo>
                    <a:pt x="0" y="1022"/>
                  </a:lnTo>
                  <a:lnTo>
                    <a:pt x="14421" y="1022"/>
                  </a:lnTo>
                  <a:lnTo>
                    <a:pt x="144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964;p65"/>
            <p:cNvSpPr/>
            <p:nvPr/>
          </p:nvSpPr>
          <p:spPr>
            <a:xfrm>
              <a:off x="6365425" y="3160800"/>
              <a:ext cx="360550" cy="25725"/>
            </a:xfrm>
            <a:custGeom>
              <a:avLst/>
              <a:gdLst/>
              <a:ahLst/>
              <a:cxnLst/>
              <a:rect l="l" t="t" r="r" b="b"/>
              <a:pathLst>
                <a:path w="14422" h="1029" extrusionOk="0">
                  <a:moveTo>
                    <a:pt x="0" y="0"/>
                  </a:moveTo>
                  <a:lnTo>
                    <a:pt x="0" y="1029"/>
                  </a:lnTo>
                  <a:lnTo>
                    <a:pt x="14421" y="1029"/>
                  </a:lnTo>
                  <a:lnTo>
                    <a:pt x="144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965;p65"/>
            <p:cNvSpPr/>
            <p:nvPr/>
          </p:nvSpPr>
          <p:spPr>
            <a:xfrm>
              <a:off x="6365425" y="3263475"/>
              <a:ext cx="25725" cy="334800"/>
            </a:xfrm>
            <a:custGeom>
              <a:avLst/>
              <a:gdLst/>
              <a:ahLst/>
              <a:cxnLst/>
              <a:rect l="l" t="t" r="r" b="b"/>
              <a:pathLst>
                <a:path w="1029" h="13392" extrusionOk="0">
                  <a:moveTo>
                    <a:pt x="0" y="1"/>
                  </a:moveTo>
                  <a:lnTo>
                    <a:pt x="0" y="13392"/>
                  </a:lnTo>
                  <a:lnTo>
                    <a:pt x="1028" y="13392"/>
                  </a:lnTo>
                  <a:lnTo>
                    <a:pt x="1028" y="12364"/>
                  </a:lnTo>
                  <a:lnTo>
                    <a:pt x="1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749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61"/>
          <p:cNvSpPr/>
          <p:nvPr/>
        </p:nvSpPr>
        <p:spPr>
          <a:xfrm flipH="1">
            <a:off x="362201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6" name="Google Shape;2856;p61"/>
          <p:cNvSpPr txBox="1">
            <a:spLocks noGrp="1"/>
          </p:cNvSpPr>
          <p:nvPr>
            <p:ph type="title"/>
          </p:nvPr>
        </p:nvSpPr>
        <p:spPr>
          <a:xfrm>
            <a:off x="1000179" y="215906"/>
            <a:ext cx="4203300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Exemplu de</a:t>
            </a:r>
            <a:endParaRPr dirty="0"/>
          </a:p>
        </p:txBody>
      </p:sp>
      <p:sp>
        <p:nvSpPr>
          <p:cNvPr id="2857" name="Google Shape;2857;p61"/>
          <p:cNvSpPr txBox="1">
            <a:spLocks noGrp="1"/>
          </p:cNvSpPr>
          <p:nvPr>
            <p:ph type="subTitle" idx="1"/>
          </p:nvPr>
        </p:nvSpPr>
        <p:spPr>
          <a:xfrm>
            <a:off x="715100" y="2215276"/>
            <a:ext cx="3128030" cy="21132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Observați</a:t>
            </a:r>
            <a:r>
              <a:rPr lang="en" dirty="0" smtClean="0"/>
              <a:t>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 smtClean="0">
                <a:solidFill>
                  <a:schemeClr val="accent4"/>
                </a:solidFill>
              </a:rPr>
              <a:t>Formula de salut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 smtClean="0">
                <a:solidFill>
                  <a:schemeClr val="accent1"/>
                </a:solidFill>
              </a:rPr>
              <a:t>Tonul</a:t>
            </a:r>
            <a:endParaRPr b="1" dirty="0">
              <a:solidFill>
                <a:schemeClr val="accen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 smtClean="0">
                <a:solidFill>
                  <a:schemeClr val="accent2"/>
                </a:solidFill>
              </a:rPr>
              <a:t>Claritatea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 smtClean="0">
                <a:solidFill>
                  <a:schemeClr val="tx2"/>
                </a:solidFill>
              </a:rPr>
              <a:t>Formatările de text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 smtClean="0">
                <a:solidFill>
                  <a:schemeClr val="accent3"/>
                </a:solidFill>
              </a:rPr>
              <a:t>Formula de încheiere</a:t>
            </a:r>
            <a:endParaRPr b="1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716" y="34109"/>
            <a:ext cx="4472609" cy="5061352"/>
          </a:xfrm>
          <a:prstGeom prst="rect">
            <a:avLst/>
          </a:prstGeom>
        </p:spPr>
      </p:pic>
      <p:sp>
        <p:nvSpPr>
          <p:cNvPr id="8" name="Google Shape;446;p40"/>
          <p:cNvSpPr txBox="1">
            <a:spLocks/>
          </p:cNvSpPr>
          <p:nvPr/>
        </p:nvSpPr>
        <p:spPr>
          <a:xfrm>
            <a:off x="362201" y="883326"/>
            <a:ext cx="3566819" cy="102436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r"/>
            <a:r>
              <a:rPr lang="ro-RO" sz="2000" dirty="0" smtClean="0">
                <a:highlight>
                  <a:schemeClr val="dk1"/>
                </a:highlight>
              </a:rPr>
              <a:t>Email formal </a:t>
            </a:r>
            <a:br>
              <a:rPr lang="ro-RO" sz="2000" dirty="0" smtClean="0">
                <a:highlight>
                  <a:schemeClr val="dk1"/>
                </a:highlight>
              </a:rPr>
            </a:br>
            <a:r>
              <a:rPr lang="ro-RO" sz="2000" dirty="0" smtClean="0">
                <a:highlight>
                  <a:schemeClr val="accent1"/>
                </a:highlight>
              </a:rPr>
              <a:t>cu formatare de text</a:t>
            </a:r>
            <a:endParaRPr lang="ro-RO" sz="2000" dirty="0">
              <a:highlight>
                <a:schemeClr val="accent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0945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715099" y="1736102"/>
            <a:ext cx="694221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Securitatea</a:t>
            </a:r>
            <a:endParaRPr dirty="0"/>
          </a:p>
        </p:txBody>
      </p:sp>
      <p:sp>
        <p:nvSpPr>
          <p:cNvPr id="930" name="Google Shape;930;p56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6</a:t>
            </a:r>
            <a:endParaRPr dirty="0"/>
          </a:p>
        </p:txBody>
      </p:sp>
      <p:sp>
        <p:nvSpPr>
          <p:cNvPr id="931" name="Google Shape;931;p5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Ce riscuri există când folosești emailul si ce să faci?</a:t>
            </a:r>
          </a:p>
        </p:txBody>
      </p:sp>
      <p:sp>
        <p:nvSpPr>
          <p:cNvPr id="932" name="Google Shape;932;p5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3" name="Google Shape;933;p5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34" name="Google Shape;934;p56"/>
          <p:cNvGrpSpPr/>
          <p:nvPr/>
        </p:nvGrpSpPr>
        <p:grpSpPr>
          <a:xfrm>
            <a:off x="4555857" y="1983591"/>
            <a:ext cx="4697067" cy="3319924"/>
            <a:chOff x="4278766" y="1861071"/>
            <a:chExt cx="4697067" cy="3319924"/>
          </a:xfrm>
        </p:grpSpPr>
        <p:sp>
          <p:nvSpPr>
            <p:cNvPr id="935" name="Google Shape;935;p56"/>
            <p:cNvSpPr/>
            <p:nvPr/>
          </p:nvSpPr>
          <p:spPr>
            <a:xfrm rot="-836828">
              <a:off x="4501056" y="2338695"/>
              <a:ext cx="4252487" cy="2364676"/>
            </a:xfrm>
            <a:custGeom>
              <a:avLst/>
              <a:gdLst/>
              <a:ahLst/>
              <a:cxnLst/>
              <a:rect l="l" t="t" r="r" b="b"/>
              <a:pathLst>
                <a:path w="160401" h="89194" extrusionOk="0">
                  <a:moveTo>
                    <a:pt x="130306" y="0"/>
                  </a:moveTo>
                  <a:cubicBezTo>
                    <a:pt x="109150" y="0"/>
                    <a:pt x="107150" y="26224"/>
                    <a:pt x="87340" y="29260"/>
                  </a:cubicBezTo>
                  <a:cubicBezTo>
                    <a:pt x="85457" y="29549"/>
                    <a:pt x="83616" y="29675"/>
                    <a:pt x="81804" y="29675"/>
                  </a:cubicBezTo>
                  <a:cubicBezTo>
                    <a:pt x="69092" y="29675"/>
                    <a:pt x="57861" y="23454"/>
                    <a:pt x="44345" y="23454"/>
                  </a:cubicBezTo>
                  <a:cubicBezTo>
                    <a:pt x="39155" y="23454"/>
                    <a:pt x="33629" y="24371"/>
                    <a:pt x="27552" y="26909"/>
                  </a:cubicBezTo>
                  <a:cubicBezTo>
                    <a:pt x="5903" y="36046"/>
                    <a:pt x="0" y="86998"/>
                    <a:pt x="63711" y="89066"/>
                  </a:cubicBezTo>
                  <a:cubicBezTo>
                    <a:pt x="66381" y="89150"/>
                    <a:pt x="69036" y="89193"/>
                    <a:pt x="71671" y="89193"/>
                  </a:cubicBezTo>
                  <a:cubicBezTo>
                    <a:pt x="119388" y="89193"/>
                    <a:pt x="160401" y="75002"/>
                    <a:pt x="160401" y="32512"/>
                  </a:cubicBezTo>
                  <a:cubicBezTo>
                    <a:pt x="160401" y="17490"/>
                    <a:pt x="147871" y="1071"/>
                    <a:pt x="132336" y="99"/>
                  </a:cubicBezTo>
                  <a:cubicBezTo>
                    <a:pt x="132035" y="29"/>
                    <a:pt x="131753" y="29"/>
                    <a:pt x="131523" y="29"/>
                  </a:cubicBezTo>
                  <a:cubicBezTo>
                    <a:pt x="131110" y="10"/>
                    <a:pt x="130705" y="0"/>
                    <a:pt x="1303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36" name="Google Shape;936;p56"/>
            <p:cNvGrpSpPr/>
            <p:nvPr/>
          </p:nvGrpSpPr>
          <p:grpSpPr>
            <a:xfrm>
              <a:off x="5319215" y="2859300"/>
              <a:ext cx="3323298" cy="1749198"/>
              <a:chOff x="4677438" y="1736092"/>
              <a:chExt cx="4403468" cy="2317740"/>
            </a:xfrm>
          </p:grpSpPr>
          <p:sp>
            <p:nvSpPr>
              <p:cNvPr id="937" name="Google Shape;937;p56"/>
              <p:cNvSpPr/>
              <p:nvPr/>
            </p:nvSpPr>
            <p:spPr>
              <a:xfrm>
                <a:off x="4950740" y="1736092"/>
                <a:ext cx="4130166" cy="2317740"/>
              </a:xfrm>
              <a:custGeom>
                <a:avLst/>
                <a:gdLst/>
                <a:ahLst/>
                <a:cxnLst/>
                <a:rect l="l" t="t" r="r" b="b"/>
                <a:pathLst>
                  <a:path w="154601" h="86758" extrusionOk="0">
                    <a:moveTo>
                      <a:pt x="3576" y="1"/>
                    </a:moveTo>
                    <a:cubicBezTo>
                      <a:pt x="1582" y="1"/>
                      <a:pt x="0" y="1583"/>
                      <a:pt x="0" y="3594"/>
                    </a:cubicBezTo>
                    <a:lnTo>
                      <a:pt x="0" y="83112"/>
                    </a:lnTo>
                    <a:cubicBezTo>
                      <a:pt x="0" y="85107"/>
                      <a:pt x="1582" y="86757"/>
                      <a:pt x="3576" y="86757"/>
                    </a:cubicBezTo>
                    <a:lnTo>
                      <a:pt x="150939" y="86757"/>
                    </a:lnTo>
                    <a:cubicBezTo>
                      <a:pt x="152950" y="86757"/>
                      <a:pt x="154601" y="85107"/>
                      <a:pt x="154601" y="83112"/>
                    </a:cubicBezTo>
                    <a:lnTo>
                      <a:pt x="154601" y="3594"/>
                    </a:lnTo>
                    <a:cubicBezTo>
                      <a:pt x="154601" y="1583"/>
                      <a:pt x="152950" y="1"/>
                      <a:pt x="1509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8" name="Google Shape;938;p56"/>
              <p:cNvSpPr/>
              <p:nvPr/>
            </p:nvSpPr>
            <p:spPr>
              <a:xfrm>
                <a:off x="8277055" y="3284190"/>
                <a:ext cx="160798" cy="24142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9037" extrusionOk="0">
                    <a:moveTo>
                      <a:pt x="3010" y="1368"/>
                    </a:moveTo>
                    <a:cubicBezTo>
                      <a:pt x="3715" y="1368"/>
                      <a:pt x="4299" y="1953"/>
                      <a:pt x="4299" y="2589"/>
                    </a:cubicBezTo>
                    <a:cubicBezTo>
                      <a:pt x="4299" y="3311"/>
                      <a:pt x="3715" y="3878"/>
                      <a:pt x="3010" y="3878"/>
                    </a:cubicBezTo>
                    <a:cubicBezTo>
                      <a:pt x="2356" y="3878"/>
                      <a:pt x="1789" y="3311"/>
                      <a:pt x="1789" y="2589"/>
                    </a:cubicBezTo>
                    <a:cubicBezTo>
                      <a:pt x="1789" y="1953"/>
                      <a:pt x="2356" y="1368"/>
                      <a:pt x="3010" y="1368"/>
                    </a:cubicBezTo>
                    <a:close/>
                    <a:moveTo>
                      <a:pt x="3035" y="0"/>
                    </a:moveTo>
                    <a:cubicBezTo>
                      <a:pt x="2953" y="0"/>
                      <a:pt x="2870" y="3"/>
                      <a:pt x="2786" y="10"/>
                    </a:cubicBezTo>
                    <a:cubicBezTo>
                      <a:pt x="1290" y="79"/>
                      <a:pt x="70" y="1368"/>
                      <a:pt x="1" y="2881"/>
                    </a:cubicBezTo>
                    <a:cubicBezTo>
                      <a:pt x="1" y="3448"/>
                      <a:pt x="138" y="4016"/>
                      <a:pt x="431" y="4532"/>
                    </a:cubicBezTo>
                    <a:cubicBezTo>
                      <a:pt x="568" y="4738"/>
                      <a:pt x="706" y="4961"/>
                      <a:pt x="860" y="5168"/>
                    </a:cubicBezTo>
                    <a:lnTo>
                      <a:pt x="3010" y="9036"/>
                    </a:lnTo>
                    <a:lnTo>
                      <a:pt x="4437" y="6526"/>
                    </a:lnTo>
                    <a:cubicBezTo>
                      <a:pt x="4798" y="5821"/>
                      <a:pt x="5228" y="5168"/>
                      <a:pt x="5589" y="4532"/>
                    </a:cubicBezTo>
                    <a:cubicBezTo>
                      <a:pt x="5864" y="4016"/>
                      <a:pt x="6018" y="3517"/>
                      <a:pt x="6018" y="2950"/>
                    </a:cubicBezTo>
                    <a:cubicBezTo>
                      <a:pt x="6018" y="1311"/>
                      <a:pt x="4706" y="0"/>
                      <a:pt x="3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9" name="Google Shape;939;p56"/>
              <p:cNvSpPr/>
              <p:nvPr/>
            </p:nvSpPr>
            <p:spPr>
              <a:xfrm>
                <a:off x="7957385" y="3286273"/>
                <a:ext cx="239313" cy="241183"/>
              </a:xfrm>
              <a:custGeom>
                <a:avLst/>
                <a:gdLst/>
                <a:ahLst/>
                <a:cxnLst/>
                <a:rect l="l" t="t" r="r" b="b"/>
                <a:pathLst>
                  <a:path w="8958" h="9028" extrusionOk="0">
                    <a:moveTo>
                      <a:pt x="3508" y="499"/>
                    </a:moveTo>
                    <a:lnTo>
                      <a:pt x="3508" y="499"/>
                    </a:lnTo>
                    <a:cubicBezTo>
                      <a:pt x="3284" y="723"/>
                      <a:pt x="3078" y="929"/>
                      <a:pt x="2940" y="1221"/>
                    </a:cubicBezTo>
                    <a:cubicBezTo>
                      <a:pt x="2648" y="1582"/>
                      <a:pt x="2511" y="1943"/>
                      <a:pt x="2287" y="2305"/>
                    </a:cubicBezTo>
                    <a:lnTo>
                      <a:pt x="998" y="2305"/>
                    </a:lnTo>
                    <a:cubicBezTo>
                      <a:pt x="1565" y="1445"/>
                      <a:pt x="2425" y="792"/>
                      <a:pt x="3508" y="499"/>
                    </a:cubicBezTo>
                    <a:close/>
                    <a:moveTo>
                      <a:pt x="4299" y="430"/>
                    </a:moveTo>
                    <a:lnTo>
                      <a:pt x="4299" y="2305"/>
                    </a:lnTo>
                    <a:lnTo>
                      <a:pt x="2717" y="2305"/>
                    </a:lnTo>
                    <a:cubicBezTo>
                      <a:pt x="3215" y="1221"/>
                      <a:pt x="3869" y="585"/>
                      <a:pt x="4144" y="430"/>
                    </a:cubicBezTo>
                    <a:close/>
                    <a:moveTo>
                      <a:pt x="4728" y="430"/>
                    </a:moveTo>
                    <a:cubicBezTo>
                      <a:pt x="4935" y="499"/>
                      <a:pt x="5296" y="860"/>
                      <a:pt x="5657" y="1445"/>
                    </a:cubicBezTo>
                    <a:cubicBezTo>
                      <a:pt x="5863" y="1720"/>
                      <a:pt x="6018" y="2012"/>
                      <a:pt x="6156" y="2305"/>
                    </a:cubicBezTo>
                    <a:lnTo>
                      <a:pt x="4660" y="2305"/>
                    </a:lnTo>
                    <a:lnTo>
                      <a:pt x="4660" y="430"/>
                    </a:lnTo>
                    <a:close/>
                    <a:moveTo>
                      <a:pt x="5365" y="499"/>
                    </a:moveTo>
                    <a:lnTo>
                      <a:pt x="5365" y="499"/>
                    </a:lnTo>
                    <a:cubicBezTo>
                      <a:pt x="6448" y="723"/>
                      <a:pt x="7376" y="1359"/>
                      <a:pt x="7944" y="2305"/>
                    </a:cubicBezTo>
                    <a:lnTo>
                      <a:pt x="6585" y="2305"/>
                    </a:lnTo>
                    <a:cubicBezTo>
                      <a:pt x="6379" y="1943"/>
                      <a:pt x="6224" y="1582"/>
                      <a:pt x="5949" y="1221"/>
                    </a:cubicBezTo>
                    <a:cubicBezTo>
                      <a:pt x="5794" y="929"/>
                      <a:pt x="5588" y="723"/>
                      <a:pt x="5365" y="499"/>
                    </a:cubicBezTo>
                    <a:close/>
                    <a:moveTo>
                      <a:pt x="2150" y="2648"/>
                    </a:moveTo>
                    <a:cubicBezTo>
                      <a:pt x="1995" y="3164"/>
                      <a:pt x="1926" y="3732"/>
                      <a:pt x="1857" y="4230"/>
                    </a:cubicBezTo>
                    <a:lnTo>
                      <a:pt x="361" y="4230"/>
                    </a:lnTo>
                    <a:cubicBezTo>
                      <a:pt x="361" y="3732"/>
                      <a:pt x="499" y="3164"/>
                      <a:pt x="791" y="2648"/>
                    </a:cubicBezTo>
                    <a:close/>
                    <a:moveTo>
                      <a:pt x="4299" y="2648"/>
                    </a:moveTo>
                    <a:lnTo>
                      <a:pt x="4299" y="4230"/>
                    </a:lnTo>
                    <a:lnTo>
                      <a:pt x="2218" y="4230"/>
                    </a:lnTo>
                    <a:cubicBezTo>
                      <a:pt x="2287" y="3732"/>
                      <a:pt x="2356" y="3164"/>
                      <a:pt x="2579" y="2648"/>
                    </a:cubicBezTo>
                    <a:close/>
                    <a:moveTo>
                      <a:pt x="6293" y="2648"/>
                    </a:moveTo>
                    <a:cubicBezTo>
                      <a:pt x="6517" y="3164"/>
                      <a:pt x="6585" y="3732"/>
                      <a:pt x="6654" y="4230"/>
                    </a:cubicBezTo>
                    <a:lnTo>
                      <a:pt x="4660" y="4230"/>
                    </a:lnTo>
                    <a:lnTo>
                      <a:pt x="4660" y="2648"/>
                    </a:lnTo>
                    <a:close/>
                    <a:moveTo>
                      <a:pt x="8167" y="2648"/>
                    </a:moveTo>
                    <a:cubicBezTo>
                      <a:pt x="8373" y="3164"/>
                      <a:pt x="8528" y="3732"/>
                      <a:pt x="8597" y="4230"/>
                    </a:cubicBezTo>
                    <a:lnTo>
                      <a:pt x="7015" y="4230"/>
                    </a:lnTo>
                    <a:cubicBezTo>
                      <a:pt x="6946" y="3732"/>
                      <a:pt x="6878" y="3164"/>
                      <a:pt x="6723" y="2648"/>
                    </a:cubicBezTo>
                    <a:close/>
                    <a:moveTo>
                      <a:pt x="1857" y="4591"/>
                    </a:moveTo>
                    <a:cubicBezTo>
                      <a:pt x="1857" y="5159"/>
                      <a:pt x="1995" y="5657"/>
                      <a:pt x="2081" y="6173"/>
                    </a:cubicBezTo>
                    <a:lnTo>
                      <a:pt x="637" y="6173"/>
                    </a:lnTo>
                    <a:cubicBezTo>
                      <a:pt x="430" y="5657"/>
                      <a:pt x="361" y="5159"/>
                      <a:pt x="361" y="4591"/>
                    </a:cubicBezTo>
                    <a:close/>
                    <a:moveTo>
                      <a:pt x="4299" y="4591"/>
                    </a:moveTo>
                    <a:lnTo>
                      <a:pt x="4299" y="6173"/>
                    </a:lnTo>
                    <a:lnTo>
                      <a:pt x="2511" y="6173"/>
                    </a:lnTo>
                    <a:cubicBezTo>
                      <a:pt x="2356" y="5743"/>
                      <a:pt x="2287" y="5159"/>
                      <a:pt x="2218" y="4591"/>
                    </a:cubicBezTo>
                    <a:close/>
                    <a:moveTo>
                      <a:pt x="6654" y="4591"/>
                    </a:moveTo>
                    <a:cubicBezTo>
                      <a:pt x="6585" y="5159"/>
                      <a:pt x="6517" y="5743"/>
                      <a:pt x="6379" y="6173"/>
                    </a:cubicBezTo>
                    <a:lnTo>
                      <a:pt x="4660" y="6173"/>
                    </a:lnTo>
                    <a:lnTo>
                      <a:pt x="4660" y="4591"/>
                    </a:lnTo>
                    <a:close/>
                    <a:moveTo>
                      <a:pt x="8597" y="4591"/>
                    </a:moveTo>
                    <a:cubicBezTo>
                      <a:pt x="8597" y="5159"/>
                      <a:pt x="8442" y="5657"/>
                      <a:pt x="8236" y="6173"/>
                    </a:cubicBezTo>
                    <a:lnTo>
                      <a:pt x="6723" y="6173"/>
                    </a:lnTo>
                    <a:cubicBezTo>
                      <a:pt x="6878" y="5657"/>
                      <a:pt x="6946" y="5159"/>
                      <a:pt x="7015" y="4591"/>
                    </a:cubicBezTo>
                    <a:close/>
                    <a:moveTo>
                      <a:pt x="2218" y="6517"/>
                    </a:moveTo>
                    <a:cubicBezTo>
                      <a:pt x="2425" y="7101"/>
                      <a:pt x="2648" y="7600"/>
                      <a:pt x="3009" y="7961"/>
                    </a:cubicBezTo>
                    <a:cubicBezTo>
                      <a:pt x="3147" y="8167"/>
                      <a:pt x="3370" y="8391"/>
                      <a:pt x="3577" y="8528"/>
                    </a:cubicBezTo>
                    <a:cubicBezTo>
                      <a:pt x="2425" y="8322"/>
                      <a:pt x="1427" y="7600"/>
                      <a:pt x="860" y="6517"/>
                    </a:cubicBezTo>
                    <a:close/>
                    <a:moveTo>
                      <a:pt x="6293" y="6517"/>
                    </a:moveTo>
                    <a:cubicBezTo>
                      <a:pt x="5794" y="7892"/>
                      <a:pt x="4935" y="8460"/>
                      <a:pt x="4660" y="8597"/>
                    </a:cubicBezTo>
                    <a:lnTo>
                      <a:pt x="4660" y="6517"/>
                    </a:lnTo>
                    <a:close/>
                    <a:moveTo>
                      <a:pt x="8098" y="6517"/>
                    </a:moveTo>
                    <a:cubicBezTo>
                      <a:pt x="7445" y="7600"/>
                      <a:pt x="6448" y="8322"/>
                      <a:pt x="5296" y="8597"/>
                    </a:cubicBezTo>
                    <a:cubicBezTo>
                      <a:pt x="5519" y="8391"/>
                      <a:pt x="5726" y="8167"/>
                      <a:pt x="5863" y="7961"/>
                    </a:cubicBezTo>
                    <a:cubicBezTo>
                      <a:pt x="6224" y="7600"/>
                      <a:pt x="6448" y="7101"/>
                      <a:pt x="6654" y="6517"/>
                    </a:cubicBezTo>
                    <a:close/>
                    <a:moveTo>
                      <a:pt x="4299" y="6517"/>
                    </a:moveTo>
                    <a:lnTo>
                      <a:pt x="4299" y="8666"/>
                    </a:lnTo>
                    <a:cubicBezTo>
                      <a:pt x="4144" y="8597"/>
                      <a:pt x="3714" y="8322"/>
                      <a:pt x="3284" y="7738"/>
                    </a:cubicBezTo>
                    <a:cubicBezTo>
                      <a:pt x="3009" y="7376"/>
                      <a:pt x="2786" y="7033"/>
                      <a:pt x="2579" y="6517"/>
                    </a:cubicBezTo>
                    <a:close/>
                    <a:moveTo>
                      <a:pt x="4436" y="1"/>
                    </a:moveTo>
                    <a:cubicBezTo>
                      <a:pt x="1995" y="1"/>
                      <a:pt x="0" y="2081"/>
                      <a:pt x="0" y="4522"/>
                    </a:cubicBezTo>
                    <a:cubicBezTo>
                      <a:pt x="0" y="7033"/>
                      <a:pt x="1995" y="9027"/>
                      <a:pt x="4436" y="9027"/>
                    </a:cubicBezTo>
                    <a:cubicBezTo>
                      <a:pt x="6946" y="9027"/>
                      <a:pt x="8958" y="7033"/>
                      <a:pt x="8958" y="4522"/>
                    </a:cubicBezTo>
                    <a:cubicBezTo>
                      <a:pt x="8958" y="2081"/>
                      <a:pt x="6946" y="1"/>
                      <a:pt x="44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40" name="Google Shape;940;p56"/>
              <p:cNvSpPr/>
              <p:nvPr/>
            </p:nvSpPr>
            <p:spPr>
              <a:xfrm>
                <a:off x="8520026" y="3288117"/>
                <a:ext cx="197077" cy="243454"/>
              </a:xfrm>
              <a:custGeom>
                <a:avLst/>
                <a:gdLst/>
                <a:ahLst/>
                <a:cxnLst/>
                <a:rect l="l" t="t" r="r" b="b"/>
                <a:pathLst>
                  <a:path w="7377" h="9113" extrusionOk="0">
                    <a:moveTo>
                      <a:pt x="3938" y="0"/>
                    </a:moveTo>
                    <a:cubicBezTo>
                      <a:pt x="1927" y="0"/>
                      <a:pt x="637" y="791"/>
                      <a:pt x="1" y="2012"/>
                    </a:cubicBezTo>
                    <a:lnTo>
                      <a:pt x="2219" y="3164"/>
                    </a:lnTo>
                    <a:cubicBezTo>
                      <a:pt x="2511" y="2665"/>
                      <a:pt x="3010" y="2304"/>
                      <a:pt x="3508" y="2304"/>
                    </a:cubicBezTo>
                    <a:cubicBezTo>
                      <a:pt x="4007" y="2304"/>
                      <a:pt x="4368" y="2511"/>
                      <a:pt x="4368" y="2872"/>
                    </a:cubicBezTo>
                    <a:cubicBezTo>
                      <a:pt x="4368" y="3663"/>
                      <a:pt x="2717" y="4092"/>
                      <a:pt x="2717" y="5588"/>
                    </a:cubicBezTo>
                    <a:lnTo>
                      <a:pt x="5365" y="5588"/>
                    </a:lnTo>
                    <a:cubicBezTo>
                      <a:pt x="5365" y="4660"/>
                      <a:pt x="7377" y="4299"/>
                      <a:pt x="7377" y="2373"/>
                    </a:cubicBezTo>
                    <a:cubicBezTo>
                      <a:pt x="7377" y="791"/>
                      <a:pt x="5864" y="0"/>
                      <a:pt x="3938" y="0"/>
                    </a:cubicBezTo>
                    <a:close/>
                    <a:moveTo>
                      <a:pt x="4076" y="6104"/>
                    </a:moveTo>
                    <a:cubicBezTo>
                      <a:pt x="3079" y="6104"/>
                      <a:pt x="2356" y="6740"/>
                      <a:pt x="2356" y="7600"/>
                    </a:cubicBezTo>
                    <a:cubicBezTo>
                      <a:pt x="2356" y="8459"/>
                      <a:pt x="3079" y="9113"/>
                      <a:pt x="4076" y="9113"/>
                    </a:cubicBezTo>
                    <a:cubicBezTo>
                      <a:pt x="5004" y="9113"/>
                      <a:pt x="5726" y="8459"/>
                      <a:pt x="5726" y="7600"/>
                    </a:cubicBezTo>
                    <a:cubicBezTo>
                      <a:pt x="5726" y="6740"/>
                      <a:pt x="5004" y="6104"/>
                      <a:pt x="4076" y="6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941" name="Google Shape;941;p56"/>
              <p:cNvGrpSpPr/>
              <p:nvPr/>
            </p:nvGrpSpPr>
            <p:grpSpPr>
              <a:xfrm>
                <a:off x="4677438" y="1973556"/>
                <a:ext cx="273321" cy="849777"/>
                <a:chOff x="4677438" y="1973556"/>
                <a:chExt cx="273321" cy="849777"/>
              </a:xfrm>
            </p:grpSpPr>
            <p:sp>
              <p:nvSpPr>
                <p:cNvPr id="942" name="Google Shape;942;p56"/>
                <p:cNvSpPr/>
                <p:nvPr/>
              </p:nvSpPr>
              <p:spPr>
                <a:xfrm>
                  <a:off x="4677438" y="1973556"/>
                  <a:ext cx="273321" cy="84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1" h="31809" extrusionOk="0">
                      <a:moveTo>
                        <a:pt x="637" y="1"/>
                      </a:moveTo>
                      <a:cubicBezTo>
                        <a:pt x="276" y="1"/>
                        <a:pt x="1" y="293"/>
                        <a:pt x="1" y="654"/>
                      </a:cubicBezTo>
                      <a:lnTo>
                        <a:pt x="1" y="31172"/>
                      </a:lnTo>
                      <a:cubicBezTo>
                        <a:pt x="1" y="31533"/>
                        <a:pt x="276" y="31808"/>
                        <a:pt x="637" y="31808"/>
                      </a:cubicBezTo>
                      <a:lnTo>
                        <a:pt x="9526" y="31808"/>
                      </a:lnTo>
                      <a:cubicBezTo>
                        <a:pt x="9887" y="31808"/>
                        <a:pt x="10231" y="31533"/>
                        <a:pt x="10231" y="31172"/>
                      </a:cubicBezTo>
                      <a:lnTo>
                        <a:pt x="10231" y="654"/>
                      </a:lnTo>
                      <a:cubicBezTo>
                        <a:pt x="10231" y="293"/>
                        <a:pt x="9887" y="1"/>
                        <a:pt x="952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3" name="Google Shape;943;p56"/>
                <p:cNvSpPr/>
                <p:nvPr/>
              </p:nvSpPr>
              <p:spPr>
                <a:xfrm>
                  <a:off x="4723387" y="2322184"/>
                  <a:ext cx="149283" cy="114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8" h="4299" extrusionOk="0">
                      <a:moveTo>
                        <a:pt x="430" y="0"/>
                      </a:moveTo>
                      <a:cubicBezTo>
                        <a:pt x="207" y="0"/>
                        <a:pt x="0" y="207"/>
                        <a:pt x="0" y="430"/>
                      </a:cubicBezTo>
                      <a:lnTo>
                        <a:pt x="0" y="3800"/>
                      </a:lnTo>
                      <a:cubicBezTo>
                        <a:pt x="0" y="4075"/>
                        <a:pt x="207" y="4299"/>
                        <a:pt x="430" y="4299"/>
                      </a:cubicBezTo>
                      <a:lnTo>
                        <a:pt x="5158" y="4299"/>
                      </a:lnTo>
                      <a:cubicBezTo>
                        <a:pt x="5364" y="4299"/>
                        <a:pt x="5588" y="4075"/>
                        <a:pt x="5588" y="3800"/>
                      </a:cubicBezTo>
                      <a:lnTo>
                        <a:pt x="5588" y="430"/>
                      </a:lnTo>
                      <a:cubicBezTo>
                        <a:pt x="5588" y="207"/>
                        <a:pt x="5364" y="0"/>
                        <a:pt x="515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4" name="Google Shape;944;p56"/>
                <p:cNvSpPr/>
                <p:nvPr/>
              </p:nvSpPr>
              <p:spPr>
                <a:xfrm>
                  <a:off x="4870372" y="2322184"/>
                  <a:ext cx="45950" cy="114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0" h="4299" extrusionOk="0">
                      <a:moveTo>
                        <a:pt x="1719" y="0"/>
                      </a:moveTo>
                      <a:lnTo>
                        <a:pt x="0" y="1427"/>
                      </a:lnTo>
                      <a:lnTo>
                        <a:pt x="0" y="2855"/>
                      </a:lnTo>
                      <a:lnTo>
                        <a:pt x="1719" y="4299"/>
                      </a:lnTo>
                      <a:lnTo>
                        <a:pt x="171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5" name="Google Shape;945;p56"/>
                <p:cNvSpPr/>
                <p:nvPr/>
              </p:nvSpPr>
              <p:spPr>
                <a:xfrm>
                  <a:off x="4723387" y="2545868"/>
                  <a:ext cx="192936" cy="193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2" h="7239" extrusionOk="0">
                      <a:moveTo>
                        <a:pt x="3576" y="1"/>
                      </a:moveTo>
                      <a:cubicBezTo>
                        <a:pt x="1634" y="1"/>
                        <a:pt x="0" y="1651"/>
                        <a:pt x="0" y="3663"/>
                      </a:cubicBezTo>
                      <a:cubicBezTo>
                        <a:pt x="0" y="5588"/>
                        <a:pt x="1634" y="7239"/>
                        <a:pt x="3576" y="7239"/>
                      </a:cubicBezTo>
                      <a:cubicBezTo>
                        <a:pt x="5588" y="7239"/>
                        <a:pt x="7221" y="5588"/>
                        <a:pt x="7221" y="3663"/>
                      </a:cubicBezTo>
                      <a:cubicBezTo>
                        <a:pt x="7221" y="1651"/>
                        <a:pt x="5588" y="1"/>
                        <a:pt x="357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6" name="Google Shape;946;p56"/>
                <p:cNvSpPr/>
                <p:nvPr/>
              </p:nvSpPr>
              <p:spPr>
                <a:xfrm>
                  <a:off x="4763352" y="2587196"/>
                  <a:ext cx="113004" cy="11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0" h="4197" extrusionOk="0">
                      <a:moveTo>
                        <a:pt x="3800" y="1"/>
                      </a:moveTo>
                      <a:cubicBezTo>
                        <a:pt x="3692" y="1"/>
                        <a:pt x="3585" y="35"/>
                        <a:pt x="3507" y="104"/>
                      </a:cubicBezTo>
                      <a:lnTo>
                        <a:pt x="138" y="3543"/>
                      </a:lnTo>
                      <a:cubicBezTo>
                        <a:pt x="0" y="3680"/>
                        <a:pt x="0" y="3904"/>
                        <a:pt x="138" y="4041"/>
                      </a:cubicBezTo>
                      <a:cubicBezTo>
                        <a:pt x="224" y="4110"/>
                        <a:pt x="292" y="4196"/>
                        <a:pt x="430" y="4196"/>
                      </a:cubicBezTo>
                      <a:cubicBezTo>
                        <a:pt x="499" y="4196"/>
                        <a:pt x="567" y="4110"/>
                        <a:pt x="653" y="4041"/>
                      </a:cubicBezTo>
                      <a:lnTo>
                        <a:pt x="4092" y="671"/>
                      </a:lnTo>
                      <a:cubicBezTo>
                        <a:pt x="4230" y="465"/>
                        <a:pt x="4230" y="242"/>
                        <a:pt x="4092" y="104"/>
                      </a:cubicBezTo>
                      <a:cubicBezTo>
                        <a:pt x="4015" y="35"/>
                        <a:pt x="3907" y="1"/>
                        <a:pt x="380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7" name="Google Shape;947;p56"/>
                <p:cNvSpPr/>
                <p:nvPr/>
              </p:nvSpPr>
              <p:spPr>
                <a:xfrm>
                  <a:off x="4763352" y="2587196"/>
                  <a:ext cx="113004" cy="11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0" h="4197" extrusionOk="0">
                      <a:moveTo>
                        <a:pt x="395" y="1"/>
                      </a:moveTo>
                      <a:cubicBezTo>
                        <a:pt x="305" y="1"/>
                        <a:pt x="215" y="35"/>
                        <a:pt x="138" y="104"/>
                      </a:cubicBezTo>
                      <a:cubicBezTo>
                        <a:pt x="0" y="242"/>
                        <a:pt x="0" y="465"/>
                        <a:pt x="138" y="671"/>
                      </a:cubicBezTo>
                      <a:lnTo>
                        <a:pt x="3507" y="4041"/>
                      </a:lnTo>
                      <a:cubicBezTo>
                        <a:pt x="3576" y="4110"/>
                        <a:pt x="3731" y="4196"/>
                        <a:pt x="3800" y="4196"/>
                      </a:cubicBezTo>
                      <a:cubicBezTo>
                        <a:pt x="3868" y="4196"/>
                        <a:pt x="4006" y="4110"/>
                        <a:pt x="4092" y="4041"/>
                      </a:cubicBezTo>
                      <a:cubicBezTo>
                        <a:pt x="4230" y="3904"/>
                        <a:pt x="4230" y="3680"/>
                        <a:pt x="4092" y="3543"/>
                      </a:cubicBezTo>
                      <a:lnTo>
                        <a:pt x="653" y="104"/>
                      </a:lnTo>
                      <a:cubicBezTo>
                        <a:pt x="576" y="35"/>
                        <a:pt x="486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8" name="Google Shape;948;p56"/>
                <p:cNvSpPr/>
                <p:nvPr/>
              </p:nvSpPr>
              <p:spPr>
                <a:xfrm>
                  <a:off x="4792285" y="2033264"/>
                  <a:ext cx="53296" cy="137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5" h="5159" extrusionOk="0">
                      <a:moveTo>
                        <a:pt x="344" y="1"/>
                      </a:moveTo>
                      <a:cubicBezTo>
                        <a:pt x="138" y="1"/>
                        <a:pt x="0" y="139"/>
                        <a:pt x="0" y="276"/>
                      </a:cubicBezTo>
                      <a:lnTo>
                        <a:pt x="0" y="4867"/>
                      </a:lnTo>
                      <a:cubicBezTo>
                        <a:pt x="0" y="5004"/>
                        <a:pt x="138" y="5159"/>
                        <a:pt x="344" y="5159"/>
                      </a:cubicBezTo>
                      <a:lnTo>
                        <a:pt x="1720" y="5159"/>
                      </a:lnTo>
                      <a:cubicBezTo>
                        <a:pt x="1857" y="5159"/>
                        <a:pt x="1995" y="5004"/>
                        <a:pt x="1995" y="4867"/>
                      </a:cubicBezTo>
                      <a:lnTo>
                        <a:pt x="1995" y="276"/>
                      </a:lnTo>
                      <a:cubicBezTo>
                        <a:pt x="1995" y="139"/>
                        <a:pt x="1857" y="1"/>
                        <a:pt x="172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9" name="Google Shape;949;p56"/>
                <p:cNvSpPr/>
                <p:nvPr/>
              </p:nvSpPr>
              <p:spPr>
                <a:xfrm>
                  <a:off x="4815233" y="2138467"/>
                  <a:ext cx="9217" cy="64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2425" extrusionOk="0">
                      <a:moveTo>
                        <a:pt x="1" y="0"/>
                      </a:moveTo>
                      <a:lnTo>
                        <a:pt x="1" y="69"/>
                      </a:lnTo>
                      <a:lnTo>
                        <a:pt x="1" y="2356"/>
                      </a:lnTo>
                      <a:lnTo>
                        <a:pt x="1" y="2424"/>
                      </a:lnTo>
                      <a:lnTo>
                        <a:pt x="276" y="2424"/>
                      </a:lnTo>
                      <a:cubicBezTo>
                        <a:pt x="345" y="2424"/>
                        <a:pt x="345" y="2424"/>
                        <a:pt x="345" y="2356"/>
                      </a:cubicBezTo>
                      <a:lnTo>
                        <a:pt x="345" y="69"/>
                      </a:lnTo>
                      <a:cubicBezTo>
                        <a:pt x="345" y="69"/>
                        <a:pt x="345" y="0"/>
                        <a:pt x="27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50" name="Google Shape;950;p56"/>
                <p:cNvSpPr/>
                <p:nvPr/>
              </p:nvSpPr>
              <p:spPr>
                <a:xfrm>
                  <a:off x="4765169" y="2186233"/>
                  <a:ext cx="107501" cy="2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" h="860" extrusionOk="0">
                      <a:moveTo>
                        <a:pt x="156" y="0"/>
                      </a:moveTo>
                      <a:cubicBezTo>
                        <a:pt x="70" y="0"/>
                        <a:pt x="1" y="69"/>
                        <a:pt x="1" y="138"/>
                      </a:cubicBezTo>
                      <a:lnTo>
                        <a:pt x="1" y="722"/>
                      </a:lnTo>
                      <a:cubicBezTo>
                        <a:pt x="1" y="791"/>
                        <a:pt x="70" y="860"/>
                        <a:pt x="156" y="860"/>
                      </a:cubicBezTo>
                      <a:lnTo>
                        <a:pt x="3869" y="860"/>
                      </a:lnTo>
                      <a:cubicBezTo>
                        <a:pt x="3938" y="860"/>
                        <a:pt x="4024" y="791"/>
                        <a:pt x="4024" y="722"/>
                      </a:cubicBezTo>
                      <a:lnTo>
                        <a:pt x="4024" y="138"/>
                      </a:lnTo>
                      <a:cubicBezTo>
                        <a:pt x="4024" y="69"/>
                        <a:pt x="3938" y="0"/>
                        <a:pt x="386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951" name="Google Shape;951;p56"/>
              <p:cNvSpPr/>
              <p:nvPr/>
            </p:nvSpPr>
            <p:spPr>
              <a:xfrm>
                <a:off x="5088535" y="2854054"/>
                <a:ext cx="1046801" cy="589333"/>
              </a:xfrm>
              <a:custGeom>
                <a:avLst/>
                <a:gdLst/>
                <a:ahLst/>
                <a:cxnLst/>
                <a:rect l="l" t="t" r="r" b="b"/>
                <a:pathLst>
                  <a:path w="39184" h="22060" extrusionOk="0">
                    <a:moveTo>
                      <a:pt x="1651" y="1"/>
                    </a:moveTo>
                    <a:cubicBezTo>
                      <a:pt x="722" y="1"/>
                      <a:pt x="0" y="775"/>
                      <a:pt x="0" y="1720"/>
                    </a:cubicBezTo>
                    <a:lnTo>
                      <a:pt x="0" y="20340"/>
                    </a:lnTo>
                    <a:cubicBezTo>
                      <a:pt x="0" y="21269"/>
                      <a:pt x="722" y="22060"/>
                      <a:pt x="1651" y="22060"/>
                    </a:cubicBezTo>
                    <a:lnTo>
                      <a:pt x="37464" y="22060"/>
                    </a:lnTo>
                    <a:cubicBezTo>
                      <a:pt x="38392" y="22060"/>
                      <a:pt x="39183" y="21269"/>
                      <a:pt x="39183" y="20340"/>
                    </a:cubicBezTo>
                    <a:lnTo>
                      <a:pt x="39183" y="1720"/>
                    </a:lnTo>
                    <a:cubicBezTo>
                      <a:pt x="39183" y="775"/>
                      <a:pt x="38392" y="1"/>
                      <a:pt x="374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2" name="Google Shape;952;p56"/>
              <p:cNvSpPr/>
              <p:nvPr/>
            </p:nvSpPr>
            <p:spPr>
              <a:xfrm>
                <a:off x="7777328" y="1931297"/>
                <a:ext cx="1046801" cy="587490"/>
              </a:xfrm>
              <a:custGeom>
                <a:avLst/>
                <a:gdLst/>
                <a:ahLst/>
                <a:cxnLst/>
                <a:rect l="l" t="t" r="r" b="b"/>
                <a:pathLst>
                  <a:path w="39184" h="21991" extrusionOk="0">
                    <a:moveTo>
                      <a:pt x="1651" y="1"/>
                    </a:moveTo>
                    <a:cubicBezTo>
                      <a:pt x="723" y="1"/>
                      <a:pt x="1" y="792"/>
                      <a:pt x="1" y="1720"/>
                    </a:cubicBezTo>
                    <a:lnTo>
                      <a:pt x="1" y="20358"/>
                    </a:lnTo>
                    <a:cubicBezTo>
                      <a:pt x="1" y="21286"/>
                      <a:pt x="723" y="21991"/>
                      <a:pt x="1651" y="21991"/>
                    </a:cubicBezTo>
                    <a:lnTo>
                      <a:pt x="37464" y="21991"/>
                    </a:lnTo>
                    <a:cubicBezTo>
                      <a:pt x="38393" y="21991"/>
                      <a:pt x="39184" y="21286"/>
                      <a:pt x="39184" y="20358"/>
                    </a:cubicBezTo>
                    <a:lnTo>
                      <a:pt x="39184" y="1720"/>
                    </a:lnTo>
                    <a:cubicBezTo>
                      <a:pt x="39184" y="792"/>
                      <a:pt x="38393" y="1"/>
                      <a:pt x="374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3" name="Google Shape;953;p56"/>
              <p:cNvSpPr/>
              <p:nvPr/>
            </p:nvSpPr>
            <p:spPr>
              <a:xfrm>
                <a:off x="7775484" y="2871071"/>
                <a:ext cx="1048644" cy="49610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57" extrusionOk="0">
                    <a:moveTo>
                      <a:pt x="861" y="0"/>
                    </a:moveTo>
                    <a:cubicBezTo>
                      <a:pt x="362" y="0"/>
                      <a:pt x="1" y="361"/>
                      <a:pt x="1" y="860"/>
                    </a:cubicBezTo>
                    <a:lnTo>
                      <a:pt x="1" y="928"/>
                    </a:lnTo>
                    <a:cubicBezTo>
                      <a:pt x="1" y="1427"/>
                      <a:pt x="362" y="1857"/>
                      <a:pt x="861" y="1857"/>
                    </a:cubicBezTo>
                    <a:lnTo>
                      <a:pt x="38324" y="1857"/>
                    </a:lnTo>
                    <a:cubicBezTo>
                      <a:pt x="38823" y="1857"/>
                      <a:pt x="39253" y="1427"/>
                      <a:pt x="39253" y="928"/>
                    </a:cubicBezTo>
                    <a:lnTo>
                      <a:pt x="39253" y="860"/>
                    </a:lnTo>
                    <a:cubicBezTo>
                      <a:pt x="39253" y="361"/>
                      <a:pt x="38823" y="0"/>
                      <a:pt x="38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4" name="Google Shape;954;p56"/>
              <p:cNvSpPr/>
              <p:nvPr/>
            </p:nvSpPr>
            <p:spPr>
              <a:xfrm>
                <a:off x="7775484" y="2656551"/>
                <a:ext cx="1048644" cy="51934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944" extrusionOk="0">
                    <a:moveTo>
                      <a:pt x="861" y="1"/>
                    </a:moveTo>
                    <a:cubicBezTo>
                      <a:pt x="362" y="1"/>
                      <a:pt x="1" y="431"/>
                      <a:pt x="1" y="946"/>
                    </a:cubicBezTo>
                    <a:lnTo>
                      <a:pt x="1" y="1015"/>
                    </a:lnTo>
                    <a:cubicBezTo>
                      <a:pt x="1" y="1514"/>
                      <a:pt x="362" y="1944"/>
                      <a:pt x="861" y="1944"/>
                    </a:cubicBezTo>
                    <a:lnTo>
                      <a:pt x="38324" y="1944"/>
                    </a:lnTo>
                    <a:cubicBezTo>
                      <a:pt x="38823" y="1944"/>
                      <a:pt x="39253" y="1514"/>
                      <a:pt x="39253" y="1015"/>
                    </a:cubicBezTo>
                    <a:lnTo>
                      <a:pt x="39253" y="946"/>
                    </a:lnTo>
                    <a:cubicBezTo>
                      <a:pt x="39253" y="431"/>
                      <a:pt x="38823" y="1"/>
                      <a:pt x="383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5" name="Google Shape;955;p56"/>
              <p:cNvSpPr/>
              <p:nvPr/>
            </p:nvSpPr>
            <p:spPr>
              <a:xfrm>
                <a:off x="7775484" y="3083721"/>
                <a:ext cx="1048644" cy="49636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58" extrusionOk="0">
                    <a:moveTo>
                      <a:pt x="861" y="0"/>
                    </a:moveTo>
                    <a:cubicBezTo>
                      <a:pt x="362" y="0"/>
                      <a:pt x="1" y="344"/>
                      <a:pt x="1" y="860"/>
                    </a:cubicBezTo>
                    <a:lnTo>
                      <a:pt x="1" y="929"/>
                    </a:lnTo>
                    <a:cubicBezTo>
                      <a:pt x="1" y="1427"/>
                      <a:pt x="362" y="1857"/>
                      <a:pt x="861" y="1857"/>
                    </a:cubicBezTo>
                    <a:lnTo>
                      <a:pt x="38324" y="1857"/>
                    </a:lnTo>
                    <a:cubicBezTo>
                      <a:pt x="38823" y="1857"/>
                      <a:pt x="39253" y="1427"/>
                      <a:pt x="39253" y="929"/>
                    </a:cubicBezTo>
                    <a:lnTo>
                      <a:pt x="39253" y="860"/>
                    </a:lnTo>
                    <a:cubicBezTo>
                      <a:pt x="39253" y="344"/>
                      <a:pt x="38823" y="0"/>
                      <a:pt x="38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6" name="Google Shape;956;p56"/>
              <p:cNvSpPr/>
              <p:nvPr/>
            </p:nvSpPr>
            <p:spPr>
              <a:xfrm>
                <a:off x="5086692" y="2373615"/>
                <a:ext cx="1048644" cy="49636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58" extrusionOk="0">
                    <a:moveTo>
                      <a:pt x="860" y="1"/>
                    </a:moveTo>
                    <a:cubicBezTo>
                      <a:pt x="361" y="1"/>
                      <a:pt x="0" y="362"/>
                      <a:pt x="0" y="861"/>
                    </a:cubicBezTo>
                    <a:lnTo>
                      <a:pt x="0" y="929"/>
                    </a:lnTo>
                    <a:cubicBezTo>
                      <a:pt x="0" y="1428"/>
                      <a:pt x="361" y="1858"/>
                      <a:pt x="860" y="1858"/>
                    </a:cubicBezTo>
                    <a:lnTo>
                      <a:pt x="38324" y="1858"/>
                    </a:lnTo>
                    <a:cubicBezTo>
                      <a:pt x="38822" y="1858"/>
                      <a:pt x="39252" y="1428"/>
                      <a:pt x="39252" y="929"/>
                    </a:cubicBezTo>
                    <a:lnTo>
                      <a:pt x="39252" y="861"/>
                    </a:lnTo>
                    <a:cubicBezTo>
                      <a:pt x="39252" y="362"/>
                      <a:pt x="38822" y="1"/>
                      <a:pt x="383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7" name="Google Shape;957;p56"/>
              <p:cNvSpPr/>
              <p:nvPr/>
            </p:nvSpPr>
            <p:spPr>
              <a:xfrm>
                <a:off x="5086692" y="2159121"/>
                <a:ext cx="1048644" cy="51934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944" extrusionOk="0">
                    <a:moveTo>
                      <a:pt x="860" y="1"/>
                    </a:moveTo>
                    <a:cubicBezTo>
                      <a:pt x="361" y="1"/>
                      <a:pt x="0" y="430"/>
                      <a:pt x="0" y="929"/>
                    </a:cubicBezTo>
                    <a:lnTo>
                      <a:pt x="0" y="998"/>
                    </a:lnTo>
                    <a:cubicBezTo>
                      <a:pt x="0" y="1514"/>
                      <a:pt x="361" y="1943"/>
                      <a:pt x="860" y="1943"/>
                    </a:cubicBezTo>
                    <a:lnTo>
                      <a:pt x="38324" y="1943"/>
                    </a:lnTo>
                    <a:cubicBezTo>
                      <a:pt x="38822" y="1943"/>
                      <a:pt x="39252" y="1514"/>
                      <a:pt x="39252" y="998"/>
                    </a:cubicBezTo>
                    <a:lnTo>
                      <a:pt x="39252" y="929"/>
                    </a:lnTo>
                    <a:cubicBezTo>
                      <a:pt x="39252" y="430"/>
                      <a:pt x="38822" y="1"/>
                      <a:pt x="383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8" name="Google Shape;958;p56"/>
              <p:cNvSpPr/>
              <p:nvPr/>
            </p:nvSpPr>
            <p:spPr>
              <a:xfrm>
                <a:off x="5086692" y="2585837"/>
                <a:ext cx="1048644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75" extrusionOk="0">
                    <a:moveTo>
                      <a:pt x="860" y="0"/>
                    </a:moveTo>
                    <a:cubicBezTo>
                      <a:pt x="361" y="0"/>
                      <a:pt x="0" y="361"/>
                      <a:pt x="0" y="860"/>
                    </a:cubicBezTo>
                    <a:lnTo>
                      <a:pt x="0" y="929"/>
                    </a:lnTo>
                    <a:cubicBezTo>
                      <a:pt x="0" y="1444"/>
                      <a:pt x="361" y="1874"/>
                      <a:pt x="860" y="1874"/>
                    </a:cubicBezTo>
                    <a:lnTo>
                      <a:pt x="38324" y="1874"/>
                    </a:lnTo>
                    <a:cubicBezTo>
                      <a:pt x="38822" y="1874"/>
                      <a:pt x="39252" y="1444"/>
                      <a:pt x="39252" y="929"/>
                    </a:cubicBezTo>
                    <a:lnTo>
                      <a:pt x="39252" y="860"/>
                    </a:lnTo>
                    <a:cubicBezTo>
                      <a:pt x="39252" y="361"/>
                      <a:pt x="38822" y="0"/>
                      <a:pt x="38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9" name="Google Shape;959;p56"/>
              <p:cNvSpPr/>
              <p:nvPr/>
            </p:nvSpPr>
            <p:spPr>
              <a:xfrm>
                <a:off x="4950740" y="3694155"/>
                <a:ext cx="4130166" cy="359664"/>
              </a:xfrm>
              <a:custGeom>
                <a:avLst/>
                <a:gdLst/>
                <a:ahLst/>
                <a:cxnLst/>
                <a:rect l="l" t="t" r="r" b="b"/>
                <a:pathLst>
                  <a:path w="154601" h="13463" extrusionOk="0">
                    <a:moveTo>
                      <a:pt x="0" y="0"/>
                    </a:moveTo>
                    <a:lnTo>
                      <a:pt x="0" y="12671"/>
                    </a:lnTo>
                    <a:cubicBezTo>
                      <a:pt x="0" y="13101"/>
                      <a:pt x="361" y="13462"/>
                      <a:pt x="791" y="13462"/>
                    </a:cubicBezTo>
                    <a:lnTo>
                      <a:pt x="153741" y="13462"/>
                    </a:lnTo>
                    <a:cubicBezTo>
                      <a:pt x="154240" y="13462"/>
                      <a:pt x="154601" y="13101"/>
                      <a:pt x="154601" y="12671"/>
                    </a:cubicBezTo>
                    <a:lnTo>
                      <a:pt x="15460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0" name="Google Shape;960;p56"/>
              <p:cNvSpPr/>
              <p:nvPr/>
            </p:nvSpPr>
            <p:spPr>
              <a:xfrm>
                <a:off x="8757040" y="3768556"/>
                <a:ext cx="65265" cy="57437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2150" extrusionOk="0">
                    <a:moveTo>
                      <a:pt x="516" y="0"/>
                    </a:moveTo>
                    <a:cubicBezTo>
                      <a:pt x="224" y="0"/>
                      <a:pt x="1" y="293"/>
                      <a:pt x="1" y="499"/>
                    </a:cubicBezTo>
                    <a:lnTo>
                      <a:pt x="1" y="2150"/>
                    </a:lnTo>
                    <a:lnTo>
                      <a:pt x="1015" y="2150"/>
                    </a:lnTo>
                    <a:lnTo>
                      <a:pt x="1015" y="1084"/>
                    </a:lnTo>
                    <a:lnTo>
                      <a:pt x="2442" y="108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1" name="Google Shape;961;p56"/>
              <p:cNvSpPr/>
              <p:nvPr/>
            </p:nvSpPr>
            <p:spPr>
              <a:xfrm>
                <a:off x="8757040" y="3881533"/>
                <a:ext cx="65265" cy="59281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2219" extrusionOk="0">
                    <a:moveTo>
                      <a:pt x="1" y="1"/>
                    </a:moveTo>
                    <a:lnTo>
                      <a:pt x="1" y="1720"/>
                    </a:lnTo>
                    <a:cubicBezTo>
                      <a:pt x="1" y="2013"/>
                      <a:pt x="224" y="2219"/>
                      <a:pt x="516" y="2219"/>
                    </a:cubicBezTo>
                    <a:lnTo>
                      <a:pt x="2442" y="2219"/>
                    </a:lnTo>
                    <a:lnTo>
                      <a:pt x="2442" y="1222"/>
                    </a:lnTo>
                    <a:lnTo>
                      <a:pt x="1015" y="1222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2" name="Google Shape;962;p56"/>
              <p:cNvSpPr/>
              <p:nvPr/>
            </p:nvSpPr>
            <p:spPr>
              <a:xfrm>
                <a:off x="8864513" y="3768556"/>
                <a:ext cx="62967" cy="57437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2150" extrusionOk="0">
                    <a:moveTo>
                      <a:pt x="1" y="0"/>
                    </a:moveTo>
                    <a:lnTo>
                      <a:pt x="1" y="1084"/>
                    </a:lnTo>
                    <a:lnTo>
                      <a:pt x="1359" y="1084"/>
                    </a:lnTo>
                    <a:lnTo>
                      <a:pt x="1359" y="2150"/>
                    </a:lnTo>
                    <a:lnTo>
                      <a:pt x="2356" y="2150"/>
                    </a:lnTo>
                    <a:lnTo>
                      <a:pt x="2356" y="499"/>
                    </a:lnTo>
                    <a:cubicBezTo>
                      <a:pt x="2356" y="293"/>
                      <a:pt x="2150" y="0"/>
                      <a:pt x="18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3" name="Google Shape;963;p56"/>
              <p:cNvSpPr/>
              <p:nvPr/>
            </p:nvSpPr>
            <p:spPr>
              <a:xfrm>
                <a:off x="8864513" y="3881533"/>
                <a:ext cx="62967" cy="59281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2219" extrusionOk="0">
                    <a:moveTo>
                      <a:pt x="1359" y="1"/>
                    </a:moveTo>
                    <a:lnTo>
                      <a:pt x="1359" y="1222"/>
                    </a:lnTo>
                    <a:lnTo>
                      <a:pt x="1" y="1222"/>
                    </a:lnTo>
                    <a:lnTo>
                      <a:pt x="1" y="2219"/>
                    </a:lnTo>
                    <a:lnTo>
                      <a:pt x="1858" y="2219"/>
                    </a:lnTo>
                    <a:cubicBezTo>
                      <a:pt x="2150" y="2219"/>
                      <a:pt x="2356" y="2013"/>
                      <a:pt x="2356" y="1720"/>
                    </a:cubicBezTo>
                    <a:lnTo>
                      <a:pt x="235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4" name="Google Shape;964;p56"/>
              <p:cNvSpPr/>
              <p:nvPr/>
            </p:nvSpPr>
            <p:spPr>
              <a:xfrm>
                <a:off x="4950740" y="3625258"/>
                <a:ext cx="4130166" cy="68925"/>
              </a:xfrm>
              <a:custGeom>
                <a:avLst/>
                <a:gdLst/>
                <a:ahLst/>
                <a:cxnLst/>
                <a:rect l="l" t="t" r="r" b="b"/>
                <a:pathLst>
                  <a:path w="154601" h="2580" extrusionOk="0">
                    <a:moveTo>
                      <a:pt x="0" y="0"/>
                    </a:moveTo>
                    <a:lnTo>
                      <a:pt x="0" y="2579"/>
                    </a:lnTo>
                    <a:lnTo>
                      <a:pt x="154601" y="2579"/>
                    </a:lnTo>
                    <a:lnTo>
                      <a:pt x="154601" y="0"/>
                    </a:lnTo>
                    <a:close/>
                  </a:path>
                </a:pathLst>
              </a:custGeom>
              <a:solidFill>
                <a:srgbClr val="FF9025">
                  <a:alpha val="57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5" name="Google Shape;965;p56"/>
              <p:cNvSpPr/>
              <p:nvPr/>
            </p:nvSpPr>
            <p:spPr>
              <a:xfrm>
                <a:off x="5249278" y="1862400"/>
                <a:ext cx="108890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4076" h="5159" extrusionOk="0">
                    <a:moveTo>
                      <a:pt x="1" y="1"/>
                    </a:moveTo>
                    <a:lnTo>
                      <a:pt x="1" y="5159"/>
                    </a:lnTo>
                    <a:lnTo>
                      <a:pt x="4076" y="5159"/>
                    </a:lnTo>
                    <a:lnTo>
                      <a:pt x="4076" y="3801"/>
                    </a:lnTo>
                    <a:lnTo>
                      <a:pt x="1789" y="3801"/>
                    </a:lnTo>
                    <a:lnTo>
                      <a:pt x="178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6" name="Google Shape;966;p56"/>
              <p:cNvSpPr/>
              <p:nvPr/>
            </p:nvSpPr>
            <p:spPr>
              <a:xfrm>
                <a:off x="5371926" y="1862400"/>
                <a:ext cx="45950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5159" extrusionOk="0">
                    <a:moveTo>
                      <a:pt x="0" y="1"/>
                    </a:moveTo>
                    <a:lnTo>
                      <a:pt x="0" y="5159"/>
                    </a:lnTo>
                    <a:lnTo>
                      <a:pt x="1720" y="5159"/>
                    </a:lnTo>
                    <a:lnTo>
                      <a:pt x="17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7" name="Google Shape;967;p56"/>
              <p:cNvSpPr/>
              <p:nvPr/>
            </p:nvSpPr>
            <p:spPr>
              <a:xfrm>
                <a:off x="5425195" y="1862400"/>
                <a:ext cx="162641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6088" h="5159" extrusionOk="0">
                    <a:moveTo>
                      <a:pt x="1" y="1"/>
                    </a:moveTo>
                    <a:lnTo>
                      <a:pt x="2219" y="5159"/>
                    </a:lnTo>
                    <a:lnTo>
                      <a:pt x="3938" y="5159"/>
                    </a:lnTo>
                    <a:lnTo>
                      <a:pt x="6087" y="1"/>
                    </a:lnTo>
                    <a:lnTo>
                      <a:pt x="4368" y="1"/>
                    </a:lnTo>
                    <a:lnTo>
                      <a:pt x="3164" y="3010"/>
                    </a:lnTo>
                    <a:lnTo>
                      <a:pt x="19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8" name="Google Shape;968;p56"/>
              <p:cNvSpPr/>
              <p:nvPr/>
            </p:nvSpPr>
            <p:spPr>
              <a:xfrm>
                <a:off x="5593766" y="1862400"/>
                <a:ext cx="114848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5159" extrusionOk="0">
                    <a:moveTo>
                      <a:pt x="1" y="1"/>
                    </a:moveTo>
                    <a:lnTo>
                      <a:pt x="1" y="5159"/>
                    </a:lnTo>
                    <a:lnTo>
                      <a:pt x="4299" y="5159"/>
                    </a:lnTo>
                    <a:lnTo>
                      <a:pt x="4299" y="3869"/>
                    </a:lnTo>
                    <a:lnTo>
                      <a:pt x="1720" y="3869"/>
                    </a:lnTo>
                    <a:lnTo>
                      <a:pt x="1720" y="3164"/>
                    </a:lnTo>
                    <a:lnTo>
                      <a:pt x="3869" y="3164"/>
                    </a:lnTo>
                    <a:lnTo>
                      <a:pt x="3869" y="1944"/>
                    </a:lnTo>
                    <a:lnTo>
                      <a:pt x="1720" y="1944"/>
                    </a:lnTo>
                    <a:lnTo>
                      <a:pt x="1720" y="1290"/>
                    </a:lnTo>
                    <a:lnTo>
                      <a:pt x="4161" y="1290"/>
                    </a:lnTo>
                    <a:lnTo>
                      <a:pt x="41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9" name="Google Shape;969;p56"/>
              <p:cNvSpPr/>
              <p:nvPr/>
            </p:nvSpPr>
            <p:spPr>
              <a:xfrm>
                <a:off x="5059603" y="1873887"/>
                <a:ext cx="113004" cy="113031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2149" y="1"/>
                    </a:moveTo>
                    <a:cubicBezTo>
                      <a:pt x="946" y="1"/>
                      <a:pt x="0" y="929"/>
                      <a:pt x="0" y="2081"/>
                    </a:cubicBezTo>
                    <a:cubicBezTo>
                      <a:pt x="0" y="3302"/>
                      <a:pt x="946" y="4230"/>
                      <a:pt x="2149" y="4230"/>
                    </a:cubicBezTo>
                    <a:cubicBezTo>
                      <a:pt x="3301" y="4230"/>
                      <a:pt x="4230" y="3302"/>
                      <a:pt x="4230" y="2081"/>
                    </a:cubicBezTo>
                    <a:cubicBezTo>
                      <a:pt x="4230" y="929"/>
                      <a:pt x="3301" y="1"/>
                      <a:pt x="21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094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7" name="Google Shape;987;p57"/>
          <p:cNvGrpSpPr/>
          <p:nvPr/>
        </p:nvGrpSpPr>
        <p:grpSpPr>
          <a:xfrm>
            <a:off x="8346754" y="2321481"/>
            <a:ext cx="437300" cy="437300"/>
            <a:chOff x="5560600" y="3856500"/>
            <a:chExt cx="437300" cy="437300"/>
          </a:xfrm>
        </p:grpSpPr>
        <p:sp>
          <p:nvSpPr>
            <p:cNvPr id="988" name="Google Shape;988;p57"/>
            <p:cNvSpPr/>
            <p:nvPr/>
          </p:nvSpPr>
          <p:spPr>
            <a:xfrm>
              <a:off x="5611825" y="3958950"/>
              <a:ext cx="334850" cy="155400"/>
            </a:xfrm>
            <a:custGeom>
              <a:avLst/>
              <a:gdLst/>
              <a:ahLst/>
              <a:cxnLst/>
              <a:rect l="l" t="t" r="r" b="b"/>
              <a:pathLst>
                <a:path w="13394" h="6216" extrusionOk="0">
                  <a:moveTo>
                    <a:pt x="1" y="1"/>
                  </a:moveTo>
                  <a:lnTo>
                    <a:pt x="1" y="6216"/>
                  </a:lnTo>
                  <a:lnTo>
                    <a:pt x="13393" y="6216"/>
                  </a:lnTo>
                  <a:lnTo>
                    <a:pt x="13393" y="1"/>
                  </a:lnTo>
                  <a:lnTo>
                    <a:pt x="11854" y="1"/>
                  </a:lnTo>
                  <a:lnTo>
                    <a:pt x="11854" y="3080"/>
                  </a:lnTo>
                  <a:lnTo>
                    <a:pt x="8405" y="3080"/>
                  </a:lnTo>
                  <a:lnTo>
                    <a:pt x="6697" y="4358"/>
                  </a:lnTo>
                  <a:lnTo>
                    <a:pt x="4987" y="3080"/>
                  </a:lnTo>
                  <a:lnTo>
                    <a:pt x="1540" y="3080"/>
                  </a:lnTo>
                  <a:lnTo>
                    <a:pt x="15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9" name="Google Shape;989;p57"/>
            <p:cNvSpPr/>
            <p:nvPr/>
          </p:nvSpPr>
          <p:spPr>
            <a:xfrm>
              <a:off x="5560600" y="3907725"/>
              <a:ext cx="437300" cy="257875"/>
            </a:xfrm>
            <a:custGeom>
              <a:avLst/>
              <a:gdLst/>
              <a:ahLst/>
              <a:cxnLst/>
              <a:rect l="l" t="t" r="r" b="b"/>
              <a:pathLst>
                <a:path w="17492" h="10315" extrusionOk="0">
                  <a:moveTo>
                    <a:pt x="0" y="1"/>
                  </a:moveTo>
                  <a:lnTo>
                    <a:pt x="0" y="10314"/>
                  </a:lnTo>
                  <a:lnTo>
                    <a:pt x="17492" y="10314"/>
                  </a:lnTo>
                  <a:lnTo>
                    <a:pt x="17492" y="1"/>
                  </a:lnTo>
                  <a:lnTo>
                    <a:pt x="13903" y="1"/>
                  </a:lnTo>
                  <a:lnTo>
                    <a:pt x="13903" y="1022"/>
                  </a:lnTo>
                  <a:lnTo>
                    <a:pt x="16471" y="1022"/>
                  </a:lnTo>
                  <a:lnTo>
                    <a:pt x="16471" y="9293"/>
                  </a:lnTo>
                  <a:lnTo>
                    <a:pt x="1029" y="9293"/>
                  </a:lnTo>
                  <a:lnTo>
                    <a:pt x="1029" y="1022"/>
                  </a:lnTo>
                  <a:lnTo>
                    <a:pt x="3589" y="1022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0" name="Google Shape;990;p57"/>
            <p:cNvSpPr/>
            <p:nvPr/>
          </p:nvSpPr>
          <p:spPr>
            <a:xfrm>
              <a:off x="5560600" y="4191325"/>
              <a:ext cx="437300" cy="102475"/>
            </a:xfrm>
            <a:custGeom>
              <a:avLst/>
              <a:gdLst/>
              <a:ahLst/>
              <a:cxnLst/>
              <a:rect l="l" t="t" r="r" b="b"/>
              <a:pathLst>
                <a:path w="17492" h="4099" extrusionOk="0">
                  <a:moveTo>
                    <a:pt x="0" y="0"/>
                  </a:moveTo>
                  <a:lnTo>
                    <a:pt x="0" y="2049"/>
                  </a:lnTo>
                  <a:lnTo>
                    <a:pt x="6185" y="2049"/>
                  </a:lnTo>
                  <a:lnTo>
                    <a:pt x="6185" y="3077"/>
                  </a:lnTo>
                  <a:lnTo>
                    <a:pt x="5157" y="3077"/>
                  </a:lnTo>
                  <a:lnTo>
                    <a:pt x="5157" y="4098"/>
                  </a:lnTo>
                  <a:lnTo>
                    <a:pt x="12335" y="4098"/>
                  </a:lnTo>
                  <a:lnTo>
                    <a:pt x="12335" y="3077"/>
                  </a:lnTo>
                  <a:lnTo>
                    <a:pt x="11307" y="3077"/>
                  </a:lnTo>
                  <a:lnTo>
                    <a:pt x="11307" y="2049"/>
                  </a:lnTo>
                  <a:lnTo>
                    <a:pt x="17492" y="2049"/>
                  </a:lnTo>
                  <a:lnTo>
                    <a:pt x="17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1" name="Google Shape;991;p57"/>
            <p:cNvSpPr/>
            <p:nvPr/>
          </p:nvSpPr>
          <p:spPr>
            <a:xfrm>
              <a:off x="5675850" y="3856500"/>
              <a:ext cx="206800" cy="179450"/>
            </a:xfrm>
            <a:custGeom>
              <a:avLst/>
              <a:gdLst/>
              <a:ahLst/>
              <a:cxnLst/>
              <a:rect l="l" t="t" r="r" b="b"/>
              <a:pathLst>
                <a:path w="8272" h="7178" extrusionOk="0">
                  <a:moveTo>
                    <a:pt x="6732" y="1540"/>
                  </a:moveTo>
                  <a:lnTo>
                    <a:pt x="6732" y="2561"/>
                  </a:lnTo>
                  <a:lnTo>
                    <a:pt x="1538" y="2561"/>
                  </a:lnTo>
                  <a:lnTo>
                    <a:pt x="1538" y="1540"/>
                  </a:lnTo>
                  <a:close/>
                  <a:moveTo>
                    <a:pt x="6732" y="3589"/>
                  </a:moveTo>
                  <a:lnTo>
                    <a:pt x="6732" y="4610"/>
                  </a:lnTo>
                  <a:lnTo>
                    <a:pt x="1538" y="4610"/>
                  </a:lnTo>
                  <a:lnTo>
                    <a:pt x="1538" y="3589"/>
                  </a:lnTo>
                  <a:close/>
                  <a:moveTo>
                    <a:pt x="0" y="0"/>
                  </a:moveTo>
                  <a:lnTo>
                    <a:pt x="0" y="6148"/>
                  </a:lnTo>
                  <a:lnTo>
                    <a:pt x="2767" y="6148"/>
                  </a:lnTo>
                  <a:lnTo>
                    <a:pt x="4136" y="7178"/>
                  </a:lnTo>
                  <a:lnTo>
                    <a:pt x="5505" y="6148"/>
                  </a:lnTo>
                  <a:lnTo>
                    <a:pt x="8272" y="6148"/>
                  </a:lnTo>
                  <a:lnTo>
                    <a:pt x="8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92" name="Google Shape;992;p57"/>
          <p:cNvGrpSpPr/>
          <p:nvPr/>
        </p:nvGrpSpPr>
        <p:grpSpPr>
          <a:xfrm>
            <a:off x="8325254" y="982867"/>
            <a:ext cx="437300" cy="437300"/>
            <a:chOff x="1844250" y="3149700"/>
            <a:chExt cx="437300" cy="437300"/>
          </a:xfrm>
        </p:grpSpPr>
        <p:sp>
          <p:nvSpPr>
            <p:cNvPr id="993" name="Google Shape;993;p57"/>
            <p:cNvSpPr/>
            <p:nvPr/>
          </p:nvSpPr>
          <p:spPr>
            <a:xfrm>
              <a:off x="2020175" y="3397375"/>
              <a:ext cx="85475" cy="35950"/>
            </a:xfrm>
            <a:custGeom>
              <a:avLst/>
              <a:gdLst/>
              <a:ahLst/>
              <a:cxnLst/>
              <a:rect l="l" t="t" r="r" b="b"/>
              <a:pathLst>
                <a:path w="3419" h="1438" extrusionOk="0">
                  <a:moveTo>
                    <a:pt x="688" y="0"/>
                  </a:moveTo>
                  <a:cubicBezTo>
                    <a:pt x="311" y="0"/>
                    <a:pt x="1" y="304"/>
                    <a:pt x="1" y="682"/>
                  </a:cubicBezTo>
                  <a:lnTo>
                    <a:pt x="1" y="1437"/>
                  </a:lnTo>
                  <a:lnTo>
                    <a:pt x="3419" y="1437"/>
                  </a:lnTo>
                  <a:lnTo>
                    <a:pt x="3419" y="682"/>
                  </a:lnTo>
                  <a:cubicBezTo>
                    <a:pt x="3419" y="304"/>
                    <a:pt x="3115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57"/>
            <p:cNvSpPr/>
            <p:nvPr/>
          </p:nvSpPr>
          <p:spPr>
            <a:xfrm>
              <a:off x="2041625" y="3329150"/>
              <a:ext cx="42775" cy="42550"/>
            </a:xfrm>
            <a:custGeom>
              <a:avLst/>
              <a:gdLst/>
              <a:ahLst/>
              <a:cxnLst/>
              <a:rect l="l" t="t" r="r" b="b"/>
              <a:pathLst>
                <a:path w="1711" h="1702" extrusionOk="0">
                  <a:moveTo>
                    <a:pt x="851" y="0"/>
                  </a:moveTo>
                  <a:cubicBezTo>
                    <a:pt x="378" y="0"/>
                    <a:pt x="0" y="377"/>
                    <a:pt x="0" y="851"/>
                  </a:cubicBezTo>
                  <a:cubicBezTo>
                    <a:pt x="0" y="1325"/>
                    <a:pt x="378" y="1701"/>
                    <a:pt x="851" y="1701"/>
                  </a:cubicBezTo>
                  <a:cubicBezTo>
                    <a:pt x="1325" y="1701"/>
                    <a:pt x="1710" y="1325"/>
                    <a:pt x="1710" y="851"/>
                  </a:cubicBezTo>
                  <a:cubicBezTo>
                    <a:pt x="1710" y="377"/>
                    <a:pt x="1325" y="0"/>
                    <a:pt x="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5" name="Google Shape;995;p57"/>
            <p:cNvSpPr/>
            <p:nvPr/>
          </p:nvSpPr>
          <p:spPr>
            <a:xfrm>
              <a:off x="1844250" y="3149700"/>
              <a:ext cx="437300" cy="76775"/>
            </a:xfrm>
            <a:custGeom>
              <a:avLst/>
              <a:gdLst/>
              <a:ahLst/>
              <a:cxnLst/>
              <a:rect l="l" t="t" r="r" b="b"/>
              <a:pathLst>
                <a:path w="17492" h="3071" extrusionOk="0">
                  <a:moveTo>
                    <a:pt x="2051" y="1022"/>
                  </a:moveTo>
                  <a:lnTo>
                    <a:pt x="2051" y="2050"/>
                  </a:lnTo>
                  <a:lnTo>
                    <a:pt x="1021" y="2050"/>
                  </a:lnTo>
                  <a:lnTo>
                    <a:pt x="1021" y="1022"/>
                  </a:lnTo>
                  <a:close/>
                  <a:moveTo>
                    <a:pt x="4100" y="1022"/>
                  </a:moveTo>
                  <a:lnTo>
                    <a:pt x="4100" y="2050"/>
                  </a:lnTo>
                  <a:lnTo>
                    <a:pt x="3079" y="2050"/>
                  </a:lnTo>
                  <a:lnTo>
                    <a:pt x="3079" y="1022"/>
                  </a:lnTo>
                  <a:close/>
                  <a:moveTo>
                    <a:pt x="6150" y="1022"/>
                  </a:moveTo>
                  <a:lnTo>
                    <a:pt x="6150" y="2050"/>
                  </a:lnTo>
                  <a:lnTo>
                    <a:pt x="5129" y="2050"/>
                  </a:lnTo>
                  <a:lnTo>
                    <a:pt x="5129" y="1022"/>
                  </a:lnTo>
                  <a:close/>
                  <a:moveTo>
                    <a:pt x="0" y="1"/>
                  </a:moveTo>
                  <a:lnTo>
                    <a:pt x="0" y="3071"/>
                  </a:lnTo>
                  <a:lnTo>
                    <a:pt x="17491" y="3071"/>
                  </a:lnTo>
                  <a:lnTo>
                    <a:pt x="174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6" name="Google Shape;996;p57"/>
            <p:cNvSpPr/>
            <p:nvPr/>
          </p:nvSpPr>
          <p:spPr>
            <a:xfrm>
              <a:off x="1844250" y="3252150"/>
              <a:ext cx="437300" cy="258100"/>
            </a:xfrm>
            <a:custGeom>
              <a:avLst/>
              <a:gdLst/>
              <a:ahLst/>
              <a:cxnLst/>
              <a:rect l="l" t="t" r="r" b="b"/>
              <a:pathLst>
                <a:path w="17492" h="10324" extrusionOk="0">
                  <a:moveTo>
                    <a:pt x="5129" y="2052"/>
                  </a:moveTo>
                  <a:lnTo>
                    <a:pt x="5129" y="3080"/>
                  </a:lnTo>
                  <a:lnTo>
                    <a:pt x="2051" y="3080"/>
                  </a:lnTo>
                  <a:lnTo>
                    <a:pt x="2051" y="2052"/>
                  </a:lnTo>
                  <a:close/>
                  <a:moveTo>
                    <a:pt x="15442" y="2052"/>
                  </a:moveTo>
                  <a:lnTo>
                    <a:pt x="15442" y="3080"/>
                  </a:lnTo>
                  <a:lnTo>
                    <a:pt x="12372" y="3080"/>
                  </a:lnTo>
                  <a:lnTo>
                    <a:pt x="12372" y="2052"/>
                  </a:lnTo>
                  <a:close/>
                  <a:moveTo>
                    <a:pt x="15442" y="4101"/>
                  </a:moveTo>
                  <a:lnTo>
                    <a:pt x="15442" y="5129"/>
                  </a:lnTo>
                  <a:lnTo>
                    <a:pt x="12372" y="5129"/>
                  </a:lnTo>
                  <a:lnTo>
                    <a:pt x="12372" y="4101"/>
                  </a:lnTo>
                  <a:close/>
                  <a:moveTo>
                    <a:pt x="8746" y="2052"/>
                  </a:moveTo>
                  <a:cubicBezTo>
                    <a:pt x="9783" y="2052"/>
                    <a:pt x="10626" y="2895"/>
                    <a:pt x="10626" y="3931"/>
                  </a:cubicBezTo>
                  <a:cubicBezTo>
                    <a:pt x="10626" y="4279"/>
                    <a:pt x="10530" y="4611"/>
                    <a:pt x="10360" y="4893"/>
                  </a:cubicBezTo>
                  <a:cubicBezTo>
                    <a:pt x="11010" y="5129"/>
                    <a:pt x="11477" y="5758"/>
                    <a:pt x="11477" y="6491"/>
                  </a:cubicBezTo>
                  <a:lnTo>
                    <a:pt x="11477" y="8267"/>
                  </a:lnTo>
                  <a:lnTo>
                    <a:pt x="6016" y="8267"/>
                  </a:lnTo>
                  <a:lnTo>
                    <a:pt x="6016" y="6491"/>
                  </a:lnTo>
                  <a:cubicBezTo>
                    <a:pt x="6016" y="5758"/>
                    <a:pt x="6482" y="5129"/>
                    <a:pt x="7133" y="4893"/>
                  </a:cubicBezTo>
                  <a:cubicBezTo>
                    <a:pt x="6963" y="4611"/>
                    <a:pt x="6867" y="4279"/>
                    <a:pt x="6867" y="3931"/>
                  </a:cubicBezTo>
                  <a:cubicBezTo>
                    <a:pt x="6867" y="2895"/>
                    <a:pt x="7711" y="2052"/>
                    <a:pt x="8746" y="2052"/>
                  </a:cubicBezTo>
                  <a:close/>
                  <a:moveTo>
                    <a:pt x="0" y="1"/>
                  </a:moveTo>
                  <a:lnTo>
                    <a:pt x="0" y="10323"/>
                  </a:lnTo>
                  <a:lnTo>
                    <a:pt x="17491" y="10323"/>
                  </a:lnTo>
                  <a:lnTo>
                    <a:pt x="174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7" name="Google Shape;997;p57"/>
            <p:cNvSpPr/>
            <p:nvPr/>
          </p:nvSpPr>
          <p:spPr>
            <a:xfrm>
              <a:off x="2029575" y="3535750"/>
              <a:ext cx="66625" cy="51250"/>
            </a:xfrm>
            <a:custGeom>
              <a:avLst/>
              <a:gdLst/>
              <a:ahLst/>
              <a:cxnLst/>
              <a:rect l="l" t="t" r="r" b="b"/>
              <a:pathLst>
                <a:path w="2665" h="2050" extrusionOk="0">
                  <a:moveTo>
                    <a:pt x="1" y="0"/>
                  </a:moveTo>
                  <a:lnTo>
                    <a:pt x="1" y="2050"/>
                  </a:lnTo>
                  <a:lnTo>
                    <a:pt x="2665" y="2050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8" name="Google Shape;998;p57"/>
            <p:cNvSpPr/>
            <p:nvPr/>
          </p:nvSpPr>
          <p:spPr>
            <a:xfrm>
              <a:off x="2214925" y="3535750"/>
              <a:ext cx="66625" cy="51250"/>
            </a:xfrm>
            <a:custGeom>
              <a:avLst/>
              <a:gdLst/>
              <a:ahLst/>
              <a:cxnLst/>
              <a:rect l="l" t="t" r="r" b="b"/>
              <a:pathLst>
                <a:path w="2665" h="2050" extrusionOk="0">
                  <a:moveTo>
                    <a:pt x="1" y="0"/>
                  </a:moveTo>
                  <a:lnTo>
                    <a:pt x="1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9" name="Google Shape;999;p57"/>
            <p:cNvSpPr/>
            <p:nvPr/>
          </p:nvSpPr>
          <p:spPr>
            <a:xfrm>
              <a:off x="1937300" y="3535750"/>
              <a:ext cx="66600" cy="51250"/>
            </a:xfrm>
            <a:custGeom>
              <a:avLst/>
              <a:gdLst/>
              <a:ahLst/>
              <a:cxnLst/>
              <a:rect l="l" t="t" r="r" b="b"/>
              <a:pathLst>
                <a:path w="2664" h="2050" extrusionOk="0">
                  <a:moveTo>
                    <a:pt x="0" y="0"/>
                  </a:moveTo>
                  <a:lnTo>
                    <a:pt x="0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0" name="Google Shape;1000;p57"/>
            <p:cNvSpPr/>
            <p:nvPr/>
          </p:nvSpPr>
          <p:spPr>
            <a:xfrm>
              <a:off x="1844250" y="3535750"/>
              <a:ext cx="66600" cy="51250"/>
            </a:xfrm>
            <a:custGeom>
              <a:avLst/>
              <a:gdLst/>
              <a:ahLst/>
              <a:cxnLst/>
              <a:rect l="l" t="t" r="r" b="b"/>
              <a:pathLst>
                <a:path w="2664" h="2050" extrusionOk="0">
                  <a:moveTo>
                    <a:pt x="0" y="0"/>
                  </a:moveTo>
                  <a:lnTo>
                    <a:pt x="0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1" name="Google Shape;1001;p57"/>
            <p:cNvSpPr/>
            <p:nvPr/>
          </p:nvSpPr>
          <p:spPr>
            <a:xfrm>
              <a:off x="2121925" y="3535750"/>
              <a:ext cx="66625" cy="51250"/>
            </a:xfrm>
            <a:custGeom>
              <a:avLst/>
              <a:gdLst/>
              <a:ahLst/>
              <a:cxnLst/>
              <a:rect l="l" t="t" r="r" b="b"/>
              <a:pathLst>
                <a:path w="2665" h="2050" extrusionOk="0">
                  <a:moveTo>
                    <a:pt x="1" y="0"/>
                  </a:moveTo>
                  <a:lnTo>
                    <a:pt x="1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02" name="Google Shape;1002;p57"/>
          <p:cNvGrpSpPr/>
          <p:nvPr/>
        </p:nvGrpSpPr>
        <p:grpSpPr>
          <a:xfrm>
            <a:off x="330384" y="928437"/>
            <a:ext cx="437525" cy="437300"/>
            <a:chOff x="2573425" y="2431625"/>
            <a:chExt cx="437525" cy="437300"/>
          </a:xfrm>
        </p:grpSpPr>
        <p:sp>
          <p:nvSpPr>
            <p:cNvPr id="1003" name="Google Shape;1003;p57"/>
            <p:cNvSpPr/>
            <p:nvPr/>
          </p:nvSpPr>
          <p:spPr>
            <a:xfrm>
              <a:off x="2687950" y="2534100"/>
              <a:ext cx="208450" cy="25775"/>
            </a:xfrm>
            <a:custGeom>
              <a:avLst/>
              <a:gdLst/>
              <a:ahLst/>
              <a:cxnLst/>
              <a:rect l="l" t="t" r="r" b="b"/>
              <a:pathLst>
                <a:path w="8338" h="1031" extrusionOk="0">
                  <a:moveTo>
                    <a:pt x="0" y="0"/>
                  </a:moveTo>
                  <a:lnTo>
                    <a:pt x="0" y="1030"/>
                  </a:lnTo>
                  <a:lnTo>
                    <a:pt x="8338" y="1030"/>
                  </a:lnTo>
                  <a:lnTo>
                    <a:pt x="83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4" name="Google Shape;1004;p57"/>
            <p:cNvSpPr/>
            <p:nvPr/>
          </p:nvSpPr>
          <p:spPr>
            <a:xfrm>
              <a:off x="2610975" y="2431625"/>
              <a:ext cx="349450" cy="89750"/>
            </a:xfrm>
            <a:custGeom>
              <a:avLst/>
              <a:gdLst/>
              <a:ahLst/>
              <a:cxnLst/>
              <a:rect l="l" t="t" r="r" b="b"/>
              <a:pathLst>
                <a:path w="13978" h="3590" extrusionOk="0">
                  <a:moveTo>
                    <a:pt x="0" y="1"/>
                  </a:moveTo>
                  <a:lnTo>
                    <a:pt x="0" y="1029"/>
                  </a:lnTo>
                  <a:lnTo>
                    <a:pt x="1028" y="1029"/>
                  </a:lnTo>
                  <a:lnTo>
                    <a:pt x="1028" y="3589"/>
                  </a:lnTo>
                  <a:lnTo>
                    <a:pt x="2050" y="3589"/>
                  </a:lnTo>
                  <a:lnTo>
                    <a:pt x="2050" y="1029"/>
                  </a:lnTo>
                  <a:lnTo>
                    <a:pt x="3079" y="1029"/>
                  </a:lnTo>
                  <a:lnTo>
                    <a:pt x="3079" y="3078"/>
                  </a:lnTo>
                  <a:lnTo>
                    <a:pt x="11417" y="3078"/>
                  </a:lnTo>
                  <a:lnTo>
                    <a:pt x="11417" y="1029"/>
                  </a:lnTo>
                  <a:lnTo>
                    <a:pt x="13977" y="1029"/>
                  </a:lnTo>
                  <a:lnTo>
                    <a:pt x="139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5" name="Google Shape;1005;p57"/>
            <p:cNvSpPr/>
            <p:nvPr/>
          </p:nvSpPr>
          <p:spPr>
            <a:xfrm>
              <a:off x="2664075" y="2585375"/>
              <a:ext cx="256225" cy="161475"/>
            </a:xfrm>
            <a:custGeom>
              <a:avLst/>
              <a:gdLst/>
              <a:ahLst/>
              <a:cxnLst/>
              <a:rect l="l" t="t" r="r" b="b"/>
              <a:pathLst>
                <a:path w="10249" h="6459" extrusionOk="0">
                  <a:moveTo>
                    <a:pt x="703" y="0"/>
                  </a:moveTo>
                  <a:cubicBezTo>
                    <a:pt x="236" y="783"/>
                    <a:pt x="0" y="1671"/>
                    <a:pt x="0" y="2596"/>
                  </a:cubicBezTo>
                  <a:cubicBezTo>
                    <a:pt x="0" y="4091"/>
                    <a:pt x="652" y="5496"/>
                    <a:pt x="1755" y="6459"/>
                  </a:cubicBezTo>
                  <a:lnTo>
                    <a:pt x="4610" y="6459"/>
                  </a:lnTo>
                  <a:lnTo>
                    <a:pt x="4610" y="3358"/>
                  </a:lnTo>
                  <a:lnTo>
                    <a:pt x="3308" y="2056"/>
                  </a:lnTo>
                  <a:lnTo>
                    <a:pt x="4033" y="1332"/>
                  </a:lnTo>
                  <a:lnTo>
                    <a:pt x="5120" y="2419"/>
                  </a:lnTo>
                  <a:lnTo>
                    <a:pt x="6208" y="1332"/>
                  </a:lnTo>
                  <a:lnTo>
                    <a:pt x="6933" y="2056"/>
                  </a:lnTo>
                  <a:lnTo>
                    <a:pt x="5638" y="3358"/>
                  </a:lnTo>
                  <a:lnTo>
                    <a:pt x="5638" y="6459"/>
                  </a:lnTo>
                  <a:lnTo>
                    <a:pt x="8486" y="6459"/>
                  </a:lnTo>
                  <a:cubicBezTo>
                    <a:pt x="9589" y="5496"/>
                    <a:pt x="10248" y="4091"/>
                    <a:pt x="10248" y="2596"/>
                  </a:cubicBezTo>
                  <a:cubicBezTo>
                    <a:pt x="10248" y="1671"/>
                    <a:pt x="10003" y="783"/>
                    <a:pt x="95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6" name="Google Shape;1006;p57"/>
            <p:cNvSpPr/>
            <p:nvPr/>
          </p:nvSpPr>
          <p:spPr>
            <a:xfrm>
              <a:off x="2723825" y="2772525"/>
              <a:ext cx="137475" cy="96400"/>
            </a:xfrm>
            <a:custGeom>
              <a:avLst/>
              <a:gdLst/>
              <a:ahLst/>
              <a:cxnLst/>
              <a:rect l="l" t="t" r="r" b="b"/>
              <a:pathLst>
                <a:path w="5499" h="3856" extrusionOk="0">
                  <a:moveTo>
                    <a:pt x="0" y="1"/>
                  </a:moveTo>
                  <a:lnTo>
                    <a:pt x="0" y="1111"/>
                  </a:lnTo>
                  <a:cubicBezTo>
                    <a:pt x="0" y="2627"/>
                    <a:pt x="1236" y="3856"/>
                    <a:pt x="2753" y="3856"/>
                  </a:cubicBezTo>
                  <a:cubicBezTo>
                    <a:pt x="4269" y="3856"/>
                    <a:pt x="5498" y="2627"/>
                    <a:pt x="5498" y="1111"/>
                  </a:cubicBezTo>
                  <a:lnTo>
                    <a:pt x="5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7" name="Google Shape;1007;p57"/>
            <p:cNvSpPr/>
            <p:nvPr/>
          </p:nvSpPr>
          <p:spPr>
            <a:xfrm>
              <a:off x="2588600" y="2546300"/>
              <a:ext cx="57900" cy="45350"/>
            </a:xfrm>
            <a:custGeom>
              <a:avLst/>
              <a:gdLst/>
              <a:ahLst/>
              <a:cxnLst/>
              <a:rect l="l" t="t" r="r" b="b"/>
              <a:pathLst>
                <a:path w="2316" h="1814" extrusionOk="0">
                  <a:moveTo>
                    <a:pt x="430" y="0"/>
                  </a:moveTo>
                  <a:lnTo>
                    <a:pt x="0" y="933"/>
                  </a:lnTo>
                  <a:lnTo>
                    <a:pt x="1888" y="1813"/>
                  </a:lnTo>
                  <a:lnTo>
                    <a:pt x="2316" y="881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8" name="Google Shape;1008;p57"/>
            <p:cNvSpPr/>
            <p:nvPr/>
          </p:nvSpPr>
          <p:spPr>
            <a:xfrm>
              <a:off x="2573425" y="2637525"/>
              <a:ext cx="52175" cy="25725"/>
            </a:xfrm>
            <a:custGeom>
              <a:avLst/>
              <a:gdLst/>
              <a:ahLst/>
              <a:cxnLst/>
              <a:rect l="l" t="t" r="r" b="b"/>
              <a:pathLst>
                <a:path w="2087" h="1029" extrusionOk="0">
                  <a:moveTo>
                    <a:pt x="0" y="1"/>
                  </a:moveTo>
                  <a:lnTo>
                    <a:pt x="0" y="1029"/>
                  </a:lnTo>
                  <a:lnTo>
                    <a:pt x="2087" y="1029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9" name="Google Shape;1009;p57"/>
            <p:cNvSpPr/>
            <p:nvPr/>
          </p:nvSpPr>
          <p:spPr>
            <a:xfrm>
              <a:off x="2588600" y="2709100"/>
              <a:ext cx="58100" cy="45175"/>
            </a:xfrm>
            <a:custGeom>
              <a:avLst/>
              <a:gdLst/>
              <a:ahLst/>
              <a:cxnLst/>
              <a:rect l="l" t="t" r="r" b="b"/>
              <a:pathLst>
                <a:path w="2324" h="1807" extrusionOk="0">
                  <a:moveTo>
                    <a:pt x="1888" y="0"/>
                  </a:moveTo>
                  <a:lnTo>
                    <a:pt x="0" y="881"/>
                  </a:lnTo>
                  <a:lnTo>
                    <a:pt x="437" y="1806"/>
                  </a:lnTo>
                  <a:lnTo>
                    <a:pt x="2323" y="925"/>
                  </a:lnTo>
                  <a:lnTo>
                    <a:pt x="18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0" name="Google Shape;1010;p57"/>
            <p:cNvSpPr/>
            <p:nvPr/>
          </p:nvSpPr>
          <p:spPr>
            <a:xfrm>
              <a:off x="2937675" y="2709275"/>
              <a:ext cx="58075" cy="45350"/>
            </a:xfrm>
            <a:custGeom>
              <a:avLst/>
              <a:gdLst/>
              <a:ahLst/>
              <a:cxnLst/>
              <a:rect l="l" t="t" r="r" b="b"/>
              <a:pathLst>
                <a:path w="2323" h="1814" extrusionOk="0">
                  <a:moveTo>
                    <a:pt x="435" y="0"/>
                  </a:moveTo>
                  <a:lnTo>
                    <a:pt x="0" y="933"/>
                  </a:lnTo>
                  <a:lnTo>
                    <a:pt x="1893" y="1813"/>
                  </a:lnTo>
                  <a:lnTo>
                    <a:pt x="2323" y="888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2958750" y="2637525"/>
              <a:ext cx="52200" cy="25725"/>
            </a:xfrm>
            <a:custGeom>
              <a:avLst/>
              <a:gdLst/>
              <a:ahLst/>
              <a:cxnLst/>
              <a:rect l="l" t="t" r="r" b="b"/>
              <a:pathLst>
                <a:path w="2088" h="1029" extrusionOk="0">
                  <a:moveTo>
                    <a:pt x="1" y="1"/>
                  </a:moveTo>
                  <a:lnTo>
                    <a:pt x="1" y="1029"/>
                  </a:lnTo>
                  <a:lnTo>
                    <a:pt x="2087" y="1029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2937675" y="2546125"/>
              <a:ext cx="58075" cy="45350"/>
            </a:xfrm>
            <a:custGeom>
              <a:avLst/>
              <a:gdLst/>
              <a:ahLst/>
              <a:cxnLst/>
              <a:rect l="l" t="t" r="r" b="b"/>
              <a:pathLst>
                <a:path w="2323" h="1814" extrusionOk="0">
                  <a:moveTo>
                    <a:pt x="1886" y="0"/>
                  </a:moveTo>
                  <a:lnTo>
                    <a:pt x="0" y="881"/>
                  </a:lnTo>
                  <a:lnTo>
                    <a:pt x="428" y="1813"/>
                  </a:lnTo>
                  <a:lnTo>
                    <a:pt x="2323" y="925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13" name="Google Shape;1013;p57"/>
          <p:cNvGrpSpPr/>
          <p:nvPr/>
        </p:nvGrpSpPr>
        <p:grpSpPr>
          <a:xfrm>
            <a:off x="405109" y="3649639"/>
            <a:ext cx="275100" cy="437500"/>
            <a:chOff x="7882925" y="1724825"/>
            <a:chExt cx="275100" cy="437500"/>
          </a:xfrm>
        </p:grpSpPr>
        <p:sp>
          <p:nvSpPr>
            <p:cNvPr id="1014" name="Google Shape;1014;p57"/>
            <p:cNvSpPr/>
            <p:nvPr/>
          </p:nvSpPr>
          <p:spPr>
            <a:xfrm>
              <a:off x="7982125" y="1921275"/>
              <a:ext cx="25550" cy="112875"/>
            </a:xfrm>
            <a:custGeom>
              <a:avLst/>
              <a:gdLst/>
              <a:ahLst/>
              <a:cxnLst/>
              <a:rect l="l" t="t" r="r" b="b"/>
              <a:pathLst>
                <a:path w="1022" h="4515" extrusionOk="0">
                  <a:moveTo>
                    <a:pt x="0" y="1"/>
                  </a:moveTo>
                  <a:lnTo>
                    <a:pt x="0" y="4515"/>
                  </a:lnTo>
                  <a:lnTo>
                    <a:pt x="1021" y="4515"/>
                  </a:lnTo>
                  <a:lnTo>
                    <a:pt x="10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5" name="Google Shape;1015;p57"/>
            <p:cNvSpPr/>
            <p:nvPr/>
          </p:nvSpPr>
          <p:spPr>
            <a:xfrm>
              <a:off x="7997075" y="1868400"/>
              <a:ext cx="46825" cy="27375"/>
            </a:xfrm>
            <a:custGeom>
              <a:avLst/>
              <a:gdLst/>
              <a:ahLst/>
              <a:cxnLst/>
              <a:rect l="l" t="t" r="r" b="b"/>
              <a:pathLst>
                <a:path w="1873" h="1095" extrusionOk="0">
                  <a:moveTo>
                    <a:pt x="933" y="1"/>
                  </a:moveTo>
                  <a:lnTo>
                    <a:pt x="0" y="1095"/>
                  </a:lnTo>
                  <a:lnTo>
                    <a:pt x="1872" y="1095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8033350" y="1921275"/>
              <a:ext cx="25550" cy="112875"/>
            </a:xfrm>
            <a:custGeom>
              <a:avLst/>
              <a:gdLst/>
              <a:ahLst/>
              <a:cxnLst/>
              <a:rect l="l" t="t" r="r" b="b"/>
              <a:pathLst>
                <a:path w="1022" h="4515" extrusionOk="0">
                  <a:moveTo>
                    <a:pt x="0" y="1"/>
                  </a:moveTo>
                  <a:lnTo>
                    <a:pt x="0" y="4515"/>
                  </a:lnTo>
                  <a:lnTo>
                    <a:pt x="1021" y="4515"/>
                  </a:lnTo>
                  <a:lnTo>
                    <a:pt x="10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7" name="Google Shape;1017;p57"/>
            <p:cNvSpPr/>
            <p:nvPr/>
          </p:nvSpPr>
          <p:spPr>
            <a:xfrm>
              <a:off x="7982125" y="2059650"/>
              <a:ext cx="76775" cy="25725"/>
            </a:xfrm>
            <a:custGeom>
              <a:avLst/>
              <a:gdLst/>
              <a:ahLst/>
              <a:cxnLst/>
              <a:rect l="l" t="t" r="r" b="b"/>
              <a:pathLst>
                <a:path w="3071" h="1029" extrusionOk="0">
                  <a:moveTo>
                    <a:pt x="0" y="1"/>
                  </a:moveTo>
                  <a:lnTo>
                    <a:pt x="0" y="1029"/>
                  </a:lnTo>
                  <a:lnTo>
                    <a:pt x="3070" y="1029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8" name="Google Shape;1018;p57"/>
            <p:cNvSpPr/>
            <p:nvPr/>
          </p:nvSpPr>
          <p:spPr>
            <a:xfrm>
              <a:off x="7882925" y="1724825"/>
              <a:ext cx="275100" cy="437500"/>
            </a:xfrm>
            <a:custGeom>
              <a:avLst/>
              <a:gdLst/>
              <a:ahLst/>
              <a:cxnLst/>
              <a:rect l="l" t="t" r="r" b="b"/>
              <a:pathLst>
                <a:path w="11004" h="17500" extrusionOk="0">
                  <a:moveTo>
                    <a:pt x="5499" y="4167"/>
                  </a:moveTo>
                  <a:lnTo>
                    <a:pt x="8066" y="7155"/>
                  </a:lnTo>
                  <a:lnTo>
                    <a:pt x="8066" y="15443"/>
                  </a:lnTo>
                  <a:lnTo>
                    <a:pt x="2940" y="15443"/>
                  </a:lnTo>
                  <a:lnTo>
                    <a:pt x="2940" y="7155"/>
                  </a:lnTo>
                  <a:lnTo>
                    <a:pt x="5499" y="4167"/>
                  </a:lnTo>
                  <a:close/>
                  <a:moveTo>
                    <a:pt x="1" y="1"/>
                  </a:moveTo>
                  <a:lnTo>
                    <a:pt x="1" y="17499"/>
                  </a:lnTo>
                  <a:lnTo>
                    <a:pt x="11004" y="17499"/>
                  </a:lnTo>
                  <a:lnTo>
                    <a:pt x="11004" y="1"/>
                  </a:lnTo>
                  <a:lnTo>
                    <a:pt x="8873" y="1"/>
                  </a:lnTo>
                  <a:lnTo>
                    <a:pt x="8533" y="2050"/>
                  </a:lnTo>
                  <a:lnTo>
                    <a:pt x="2473" y="2050"/>
                  </a:lnTo>
                  <a:lnTo>
                    <a:pt x="21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9" name="Google Shape;1019;p57"/>
            <p:cNvSpPr/>
            <p:nvPr/>
          </p:nvSpPr>
          <p:spPr>
            <a:xfrm>
              <a:off x="7962125" y="1724825"/>
              <a:ext cx="116750" cy="25750"/>
            </a:xfrm>
            <a:custGeom>
              <a:avLst/>
              <a:gdLst/>
              <a:ahLst/>
              <a:cxnLst/>
              <a:rect l="l" t="t" r="r" b="b"/>
              <a:pathLst>
                <a:path w="4670" h="1030" extrusionOk="0">
                  <a:moveTo>
                    <a:pt x="1" y="1"/>
                  </a:moveTo>
                  <a:lnTo>
                    <a:pt x="171" y="1029"/>
                  </a:lnTo>
                  <a:lnTo>
                    <a:pt x="4499" y="1029"/>
                  </a:lnTo>
                  <a:lnTo>
                    <a:pt x="46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20" name="Google Shape;1020;p57"/>
          <p:cNvGrpSpPr/>
          <p:nvPr/>
        </p:nvGrpSpPr>
        <p:grpSpPr>
          <a:xfrm>
            <a:off x="309716" y="2265343"/>
            <a:ext cx="437300" cy="437325"/>
            <a:chOff x="4828450" y="1736100"/>
            <a:chExt cx="437300" cy="437325"/>
          </a:xfrm>
        </p:grpSpPr>
        <p:sp>
          <p:nvSpPr>
            <p:cNvPr id="1021" name="Google Shape;1021;p57"/>
            <p:cNvSpPr/>
            <p:nvPr/>
          </p:nvSpPr>
          <p:spPr>
            <a:xfrm>
              <a:off x="5017300" y="2036000"/>
              <a:ext cx="59775" cy="42725"/>
            </a:xfrm>
            <a:custGeom>
              <a:avLst/>
              <a:gdLst/>
              <a:ahLst/>
              <a:cxnLst/>
              <a:rect l="l" t="t" r="r" b="b"/>
              <a:pathLst>
                <a:path w="2391" h="1709" extrusionOk="0">
                  <a:moveTo>
                    <a:pt x="1" y="0"/>
                  </a:moveTo>
                  <a:lnTo>
                    <a:pt x="1" y="1708"/>
                  </a:lnTo>
                  <a:lnTo>
                    <a:pt x="2391" y="170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2" name="Google Shape;1022;p57"/>
            <p:cNvSpPr/>
            <p:nvPr/>
          </p:nvSpPr>
          <p:spPr>
            <a:xfrm>
              <a:off x="4828450" y="1941075"/>
              <a:ext cx="437300" cy="232350"/>
            </a:xfrm>
            <a:custGeom>
              <a:avLst/>
              <a:gdLst/>
              <a:ahLst/>
              <a:cxnLst/>
              <a:rect l="l" t="t" r="r" b="b"/>
              <a:pathLst>
                <a:path w="17492" h="9294" extrusionOk="0">
                  <a:moveTo>
                    <a:pt x="13015" y="2767"/>
                  </a:moveTo>
                  <a:lnTo>
                    <a:pt x="13015" y="3797"/>
                  </a:lnTo>
                  <a:lnTo>
                    <a:pt x="10966" y="3797"/>
                  </a:lnTo>
                  <a:lnTo>
                    <a:pt x="10966" y="6526"/>
                  </a:lnTo>
                  <a:lnTo>
                    <a:pt x="6526" y="6526"/>
                  </a:lnTo>
                  <a:lnTo>
                    <a:pt x="6526" y="3797"/>
                  </a:lnTo>
                  <a:lnTo>
                    <a:pt x="5498" y="3797"/>
                  </a:lnTo>
                  <a:lnTo>
                    <a:pt x="5498" y="5505"/>
                  </a:lnTo>
                  <a:lnTo>
                    <a:pt x="4477" y="5505"/>
                  </a:lnTo>
                  <a:lnTo>
                    <a:pt x="4477" y="2767"/>
                  </a:lnTo>
                  <a:close/>
                  <a:moveTo>
                    <a:pt x="1" y="1"/>
                  </a:moveTo>
                  <a:lnTo>
                    <a:pt x="1" y="9293"/>
                  </a:lnTo>
                  <a:lnTo>
                    <a:pt x="17492" y="9293"/>
                  </a:lnTo>
                  <a:lnTo>
                    <a:pt x="174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3" name="Google Shape;1023;p57"/>
            <p:cNvSpPr/>
            <p:nvPr/>
          </p:nvSpPr>
          <p:spPr>
            <a:xfrm>
              <a:off x="4854150" y="1787375"/>
              <a:ext cx="386075" cy="25550"/>
            </a:xfrm>
            <a:custGeom>
              <a:avLst/>
              <a:gdLst/>
              <a:ahLst/>
              <a:cxnLst/>
              <a:rect l="l" t="t" r="r" b="b"/>
              <a:pathLst>
                <a:path w="15443" h="1022" extrusionOk="0">
                  <a:moveTo>
                    <a:pt x="1" y="1"/>
                  </a:moveTo>
                  <a:lnTo>
                    <a:pt x="1" y="1022"/>
                  </a:lnTo>
                  <a:lnTo>
                    <a:pt x="15443" y="1022"/>
                  </a:lnTo>
                  <a:lnTo>
                    <a:pt x="154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4" name="Google Shape;1024;p57"/>
            <p:cNvSpPr/>
            <p:nvPr/>
          </p:nvSpPr>
          <p:spPr>
            <a:xfrm>
              <a:off x="4828450" y="1838625"/>
              <a:ext cx="437300" cy="76950"/>
            </a:xfrm>
            <a:custGeom>
              <a:avLst/>
              <a:gdLst/>
              <a:ahLst/>
              <a:cxnLst/>
              <a:rect l="l" t="t" r="r" b="b"/>
              <a:pathLst>
                <a:path w="17492" h="3078" extrusionOk="0">
                  <a:moveTo>
                    <a:pt x="2050" y="1028"/>
                  </a:moveTo>
                  <a:lnTo>
                    <a:pt x="2050" y="2049"/>
                  </a:lnTo>
                  <a:lnTo>
                    <a:pt x="1029" y="2049"/>
                  </a:lnTo>
                  <a:lnTo>
                    <a:pt x="1029" y="1028"/>
                  </a:lnTo>
                  <a:close/>
                  <a:moveTo>
                    <a:pt x="4101" y="1028"/>
                  </a:moveTo>
                  <a:lnTo>
                    <a:pt x="4101" y="2049"/>
                  </a:lnTo>
                  <a:lnTo>
                    <a:pt x="3080" y="2049"/>
                  </a:lnTo>
                  <a:lnTo>
                    <a:pt x="3080" y="1028"/>
                  </a:lnTo>
                  <a:close/>
                  <a:moveTo>
                    <a:pt x="6150" y="1028"/>
                  </a:moveTo>
                  <a:lnTo>
                    <a:pt x="6150" y="2049"/>
                  </a:lnTo>
                  <a:lnTo>
                    <a:pt x="5129" y="2049"/>
                  </a:lnTo>
                  <a:lnTo>
                    <a:pt x="5129" y="1028"/>
                  </a:lnTo>
                  <a:close/>
                  <a:moveTo>
                    <a:pt x="1" y="0"/>
                  </a:moveTo>
                  <a:lnTo>
                    <a:pt x="1" y="3078"/>
                  </a:lnTo>
                  <a:lnTo>
                    <a:pt x="17492" y="3078"/>
                  </a:lnTo>
                  <a:lnTo>
                    <a:pt x="17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5" name="Google Shape;1025;p57"/>
            <p:cNvSpPr/>
            <p:nvPr/>
          </p:nvSpPr>
          <p:spPr>
            <a:xfrm>
              <a:off x="4879675" y="1736100"/>
              <a:ext cx="334850" cy="25550"/>
            </a:xfrm>
            <a:custGeom>
              <a:avLst/>
              <a:gdLst/>
              <a:ahLst/>
              <a:cxnLst/>
              <a:rect l="l" t="t" r="r" b="b"/>
              <a:pathLst>
                <a:path w="13394" h="1022" extrusionOk="0">
                  <a:moveTo>
                    <a:pt x="1" y="1"/>
                  </a:moveTo>
                  <a:lnTo>
                    <a:pt x="1" y="1022"/>
                  </a:lnTo>
                  <a:lnTo>
                    <a:pt x="13394" y="1022"/>
                  </a:lnTo>
                  <a:lnTo>
                    <a:pt x="133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26" name="Google Shape;1026;p57"/>
          <p:cNvGrpSpPr/>
          <p:nvPr/>
        </p:nvGrpSpPr>
        <p:grpSpPr>
          <a:xfrm>
            <a:off x="8381022" y="3649133"/>
            <a:ext cx="338350" cy="437300"/>
            <a:chOff x="7851325" y="3149700"/>
            <a:chExt cx="338350" cy="437300"/>
          </a:xfrm>
        </p:grpSpPr>
        <p:sp>
          <p:nvSpPr>
            <p:cNvPr id="1027" name="Google Shape;1027;p57"/>
            <p:cNvSpPr/>
            <p:nvPr/>
          </p:nvSpPr>
          <p:spPr>
            <a:xfrm>
              <a:off x="8033350" y="3359825"/>
              <a:ext cx="156325" cy="227175"/>
            </a:xfrm>
            <a:custGeom>
              <a:avLst/>
              <a:gdLst/>
              <a:ahLst/>
              <a:cxnLst/>
              <a:rect l="l" t="t" r="r" b="b"/>
              <a:pathLst>
                <a:path w="6253" h="9087" extrusionOk="0">
                  <a:moveTo>
                    <a:pt x="0" y="0"/>
                  </a:moveTo>
                  <a:lnTo>
                    <a:pt x="0" y="2051"/>
                  </a:lnTo>
                  <a:lnTo>
                    <a:pt x="1021" y="2051"/>
                  </a:lnTo>
                  <a:lnTo>
                    <a:pt x="1021" y="3072"/>
                  </a:lnTo>
                  <a:lnTo>
                    <a:pt x="0" y="3072"/>
                  </a:lnTo>
                  <a:lnTo>
                    <a:pt x="0" y="4100"/>
                  </a:lnTo>
                  <a:lnTo>
                    <a:pt x="1021" y="4100"/>
                  </a:lnTo>
                  <a:lnTo>
                    <a:pt x="1021" y="5121"/>
                  </a:lnTo>
                  <a:lnTo>
                    <a:pt x="0" y="5121"/>
                  </a:lnTo>
                  <a:lnTo>
                    <a:pt x="0" y="6150"/>
                  </a:lnTo>
                  <a:lnTo>
                    <a:pt x="1021" y="6150"/>
                  </a:lnTo>
                  <a:lnTo>
                    <a:pt x="1021" y="7178"/>
                  </a:lnTo>
                  <a:lnTo>
                    <a:pt x="0" y="7178"/>
                  </a:lnTo>
                  <a:lnTo>
                    <a:pt x="0" y="9087"/>
                  </a:lnTo>
                  <a:lnTo>
                    <a:pt x="6253" y="9087"/>
                  </a:lnTo>
                  <a:lnTo>
                    <a:pt x="62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8" name="Google Shape;1028;p57"/>
            <p:cNvSpPr/>
            <p:nvPr/>
          </p:nvSpPr>
          <p:spPr>
            <a:xfrm>
              <a:off x="7851325" y="3359825"/>
              <a:ext cx="156350" cy="227175"/>
            </a:xfrm>
            <a:custGeom>
              <a:avLst/>
              <a:gdLst/>
              <a:ahLst/>
              <a:cxnLst/>
              <a:rect l="l" t="t" r="r" b="b"/>
              <a:pathLst>
                <a:path w="6254" h="9087" extrusionOk="0">
                  <a:moveTo>
                    <a:pt x="1" y="0"/>
                  </a:moveTo>
                  <a:lnTo>
                    <a:pt x="1" y="9087"/>
                  </a:lnTo>
                  <a:lnTo>
                    <a:pt x="6253" y="9087"/>
                  </a:lnTo>
                  <a:lnTo>
                    <a:pt x="6253" y="7178"/>
                  </a:lnTo>
                  <a:lnTo>
                    <a:pt x="5232" y="7178"/>
                  </a:lnTo>
                  <a:lnTo>
                    <a:pt x="5232" y="6150"/>
                  </a:lnTo>
                  <a:lnTo>
                    <a:pt x="6253" y="6150"/>
                  </a:lnTo>
                  <a:lnTo>
                    <a:pt x="6253" y="5121"/>
                  </a:lnTo>
                  <a:lnTo>
                    <a:pt x="5232" y="5121"/>
                  </a:lnTo>
                  <a:lnTo>
                    <a:pt x="5232" y="4100"/>
                  </a:lnTo>
                  <a:lnTo>
                    <a:pt x="6253" y="4100"/>
                  </a:lnTo>
                  <a:lnTo>
                    <a:pt x="6253" y="3072"/>
                  </a:lnTo>
                  <a:lnTo>
                    <a:pt x="5232" y="3072"/>
                  </a:lnTo>
                  <a:lnTo>
                    <a:pt x="5232" y="2051"/>
                  </a:lnTo>
                  <a:lnTo>
                    <a:pt x="6253" y="2051"/>
                  </a:lnTo>
                  <a:lnTo>
                    <a:pt x="62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9" name="Google Shape;1029;p57"/>
            <p:cNvSpPr/>
            <p:nvPr/>
          </p:nvSpPr>
          <p:spPr>
            <a:xfrm>
              <a:off x="7864075" y="3149700"/>
              <a:ext cx="312825" cy="158900"/>
            </a:xfrm>
            <a:custGeom>
              <a:avLst/>
              <a:gdLst/>
              <a:ahLst/>
              <a:cxnLst/>
              <a:rect l="l" t="t" r="r" b="b"/>
              <a:pathLst>
                <a:path w="12513" h="6356" extrusionOk="0">
                  <a:moveTo>
                    <a:pt x="6260" y="1"/>
                  </a:moveTo>
                  <a:cubicBezTo>
                    <a:pt x="5505" y="1"/>
                    <a:pt x="4811" y="349"/>
                    <a:pt x="4360" y="940"/>
                  </a:cubicBezTo>
                  <a:cubicBezTo>
                    <a:pt x="4145" y="881"/>
                    <a:pt x="3923" y="851"/>
                    <a:pt x="3701" y="851"/>
                  </a:cubicBezTo>
                  <a:cubicBezTo>
                    <a:pt x="2575" y="851"/>
                    <a:pt x="1629" y="1636"/>
                    <a:pt x="1376" y="2678"/>
                  </a:cubicBezTo>
                  <a:cubicBezTo>
                    <a:pt x="586" y="2900"/>
                    <a:pt x="0" y="3627"/>
                    <a:pt x="0" y="4484"/>
                  </a:cubicBezTo>
                  <a:cubicBezTo>
                    <a:pt x="0" y="5520"/>
                    <a:pt x="844" y="6356"/>
                    <a:pt x="1874" y="6356"/>
                  </a:cubicBezTo>
                  <a:lnTo>
                    <a:pt x="10641" y="6356"/>
                  </a:lnTo>
                  <a:cubicBezTo>
                    <a:pt x="11676" y="6356"/>
                    <a:pt x="12512" y="5520"/>
                    <a:pt x="12512" y="4484"/>
                  </a:cubicBezTo>
                  <a:cubicBezTo>
                    <a:pt x="12512" y="3627"/>
                    <a:pt x="11928" y="2900"/>
                    <a:pt x="11136" y="2678"/>
                  </a:cubicBezTo>
                  <a:cubicBezTo>
                    <a:pt x="10886" y="1636"/>
                    <a:pt x="9937" y="851"/>
                    <a:pt x="8813" y="851"/>
                  </a:cubicBezTo>
                  <a:cubicBezTo>
                    <a:pt x="8591" y="851"/>
                    <a:pt x="8369" y="881"/>
                    <a:pt x="8155" y="940"/>
                  </a:cubicBezTo>
                  <a:cubicBezTo>
                    <a:pt x="7704" y="349"/>
                    <a:pt x="7007" y="1"/>
                    <a:pt x="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8" name="Google Shape;446;p40"/>
          <p:cNvSpPr txBox="1">
            <a:spLocks/>
          </p:cNvSpPr>
          <p:nvPr/>
        </p:nvSpPr>
        <p:spPr>
          <a:xfrm>
            <a:off x="621254" y="183375"/>
            <a:ext cx="7704000" cy="57270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highlight>
                  <a:schemeClr val="accent1"/>
                </a:highlight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2000" dirty="0" smtClean="0">
                <a:highlight>
                  <a:schemeClr val="dk1"/>
                </a:highlight>
              </a:rPr>
              <a:t>Securitatea este </a:t>
            </a:r>
            <a:r>
              <a:rPr lang="ro-RO" sz="2000" dirty="0">
                <a:solidFill>
                  <a:schemeClr val="bg1">
                    <a:lumMod val="50000"/>
                  </a:schemeClr>
                </a:solidFill>
              </a:rPr>
              <a:t>CRITICĂ</a:t>
            </a:r>
            <a:r>
              <a:rPr lang="ro-RO" sz="2000" dirty="0"/>
              <a:t> !!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2"/>
          </p:nvPr>
        </p:nvSpPr>
        <p:spPr>
          <a:xfrm>
            <a:off x="873377" y="659623"/>
            <a:ext cx="7392395" cy="4086089"/>
          </a:xfrm>
        </p:spPr>
        <p:txBody>
          <a:bodyPr/>
          <a:lstStyle/>
          <a:p>
            <a:pPr algn="l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Spamul</a:t>
            </a:r>
            <a:r>
              <a:rPr lang="ro-RO" dirty="0"/>
              <a:t> : Emailuri nedorite care pot conține reclame sau linkuri periculoase. Ele pot aglomera </a:t>
            </a:r>
            <a:r>
              <a:rPr lang="ro-RO" dirty="0" err="1"/>
              <a:t>inboxul</a:t>
            </a:r>
            <a:r>
              <a:rPr lang="ro-RO" dirty="0"/>
              <a:t> și pot încerca să te atragă să faci click pe site-uri nesigure.</a:t>
            </a:r>
          </a:p>
          <a:p>
            <a:pPr algn="l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Saturarea </a:t>
            </a:r>
            <a:r>
              <a:rPr lang="ro-RO" b="1" dirty="0" err="1">
                <a:solidFill>
                  <a:schemeClr val="bg1">
                    <a:lumMod val="50000"/>
                  </a:schemeClr>
                </a:solidFill>
              </a:rPr>
              <a:t>inbox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-ului </a:t>
            </a:r>
            <a:r>
              <a:rPr lang="ro-RO" dirty="0"/>
              <a:t>(sau </a:t>
            </a:r>
            <a:r>
              <a:rPr lang="ro-RO" dirty="0" err="1"/>
              <a:t>flooding</a:t>
            </a:r>
            <a:r>
              <a:rPr lang="ro-RO" dirty="0"/>
              <a:t>, popular, umplerea) : O problema frecventa în care utilizatorii sunt copleșiți de un volum mare de mesaje, ceea ce duce la dificultăți în identificarea mesajelor importante.</a:t>
            </a:r>
          </a:p>
          <a:p>
            <a:pPr algn="l"/>
            <a:r>
              <a:rPr lang="ro-RO" b="1" dirty="0" err="1">
                <a:solidFill>
                  <a:schemeClr val="bg1">
                    <a:lumMod val="50000"/>
                  </a:schemeClr>
                </a:solidFill>
              </a:rPr>
              <a:t>Phishing</a:t>
            </a:r>
            <a:r>
              <a:rPr lang="ro-RO" dirty="0"/>
              <a:t>: Atunci când cineva încearcă să te păcălească să dezvălui informații personale (cum ar fi parole sau numere de carduri) prin emailuri care par reale, dar sunt false.</a:t>
            </a:r>
          </a:p>
          <a:p>
            <a:pPr algn="l"/>
            <a:r>
              <a:rPr lang="ro-RO" b="1" dirty="0" err="1">
                <a:solidFill>
                  <a:schemeClr val="bg1">
                    <a:lumMod val="50000"/>
                  </a:schemeClr>
                </a:solidFill>
              </a:rPr>
              <a:t>Virusi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 și Malware</a:t>
            </a:r>
            <a:r>
              <a:rPr lang="ro-RO" dirty="0"/>
              <a:t>: Fișiere sau linkuri periculoase trimise prin email care pot infecta calculatorul tău și pot fura informații sau provoca daune.</a:t>
            </a:r>
          </a:p>
          <a:p>
            <a:pPr algn="l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Furtul de identitate</a:t>
            </a:r>
            <a:r>
              <a:rPr lang="ro-RO" dirty="0"/>
              <a:t>: Dacă cineva îți află parola, poate accesa contul tău de email și poate trimite mesaje în numele tău sau poate accesa alte conturi legate de emailul tău.</a:t>
            </a:r>
          </a:p>
          <a:p>
            <a:pPr algn="l"/>
            <a:r>
              <a:rPr lang="ro-RO" dirty="0"/>
              <a:t>Pentru a te proteja, este important să 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nu</a:t>
            </a:r>
            <a:r>
              <a:rPr lang="ro-RO" dirty="0"/>
              <a:t> deschizi emailuri de la persoane necunoscute, să nu faci click pe linkuri suspecte și să folosești parole puternice și unice pentru conturile tale. </a:t>
            </a:r>
          </a:p>
          <a:p>
            <a:pPr algn="l"/>
            <a:r>
              <a:rPr lang="ro-RO" b="1" dirty="0"/>
              <a:t>Și să faci </a:t>
            </a:r>
            <a:r>
              <a:rPr lang="ro-RO" b="1" dirty="0" err="1">
                <a:solidFill>
                  <a:schemeClr val="accent4"/>
                </a:solidFill>
              </a:rPr>
              <a:t>Sign</a:t>
            </a:r>
            <a:r>
              <a:rPr lang="ro-RO" b="1" dirty="0">
                <a:solidFill>
                  <a:schemeClr val="accent4"/>
                </a:solidFill>
              </a:rPr>
              <a:t> out </a:t>
            </a:r>
            <a:r>
              <a:rPr lang="ro-RO" b="1" dirty="0" smtClean="0"/>
              <a:t>(</a:t>
            </a:r>
            <a:r>
              <a:rPr lang="ro-RO" b="1" dirty="0" err="1" smtClean="0"/>
              <a:t>deloghează</a:t>
            </a:r>
            <a:r>
              <a:rPr lang="ro-RO" b="1" dirty="0" smtClean="0"/>
              <a:t>-te) odată </a:t>
            </a:r>
            <a:r>
              <a:rPr lang="ro-RO" b="1" dirty="0"/>
              <a:t>ce nu mai lucrezi cu emailul.</a:t>
            </a:r>
            <a:endParaRPr lang="ro-RO" dirty="0"/>
          </a:p>
          <a:p>
            <a:pPr algn="l"/>
            <a:r>
              <a:rPr lang="ro-RO" dirty="0"/>
              <a:t/>
            </a:r>
            <a:br>
              <a:rPr lang="ro-RO" dirty="0"/>
            </a:br>
            <a:endParaRPr lang="ro-RO" dirty="0"/>
          </a:p>
          <a:p>
            <a:pPr algn="l"/>
            <a:endParaRPr lang="ro-R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62"/>
          <p:cNvSpPr txBox="1">
            <a:spLocks noGrp="1"/>
          </p:cNvSpPr>
          <p:nvPr>
            <p:ph type="title"/>
          </p:nvPr>
        </p:nvSpPr>
        <p:spPr>
          <a:xfrm>
            <a:off x="263018" y="436419"/>
            <a:ext cx="3274474" cy="19742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Cum raport</a:t>
            </a:r>
            <a:r>
              <a:rPr lang="ro-RO" dirty="0" err="1" smtClean="0"/>
              <a:t>ăm</a:t>
            </a:r>
            <a:r>
              <a:rPr lang="ro-RO" dirty="0" smtClean="0"/>
              <a:t> un email </a:t>
            </a:r>
            <a:r>
              <a:rPr lang="en" dirty="0" smtClean="0">
                <a:highlight>
                  <a:schemeClr val="accent1"/>
                </a:highlight>
              </a:rPr>
              <a:t>dubios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2864" name="Google Shape;2864;p62"/>
          <p:cNvSpPr txBox="1">
            <a:spLocks noGrp="1"/>
          </p:cNvSpPr>
          <p:nvPr>
            <p:ph type="subTitle" idx="1"/>
          </p:nvPr>
        </p:nvSpPr>
        <p:spPr>
          <a:xfrm>
            <a:off x="4170000" y="3051200"/>
            <a:ext cx="42588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a long text. Your audience will appreciate it</a:t>
            </a:r>
            <a:endParaRPr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3537492" y="436419"/>
            <a:ext cx="5399123" cy="41702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3018" y="2175164"/>
            <a:ext cx="32075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Select</a:t>
            </a:r>
            <a:r>
              <a:rPr lang="ro-RO" dirty="0" err="1" smtClean="0"/>
              <a:t>ezi</a:t>
            </a:r>
            <a:r>
              <a:rPr lang="ro-RO" dirty="0" smtClean="0"/>
              <a:t> emailul. </a:t>
            </a:r>
          </a:p>
          <a:p>
            <a:endParaRPr lang="ro-RO" dirty="0"/>
          </a:p>
          <a:p>
            <a:r>
              <a:rPr lang="ro-RO" dirty="0" smtClean="0"/>
              <a:t>Apasă butonul More.</a:t>
            </a:r>
          </a:p>
          <a:p>
            <a:endParaRPr lang="ro-RO" dirty="0"/>
          </a:p>
          <a:p>
            <a:r>
              <a:rPr lang="ro-RO" dirty="0" smtClean="0"/>
              <a:t>Selectezi operația.</a:t>
            </a:r>
          </a:p>
          <a:p>
            <a:pPr marL="285750" lvl="2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ro-RO" dirty="0" smtClean="0">
                <a:solidFill>
                  <a:srgbClr val="C00000"/>
                </a:solidFill>
              </a:rPr>
              <a:t>Report spam</a:t>
            </a:r>
          </a:p>
          <a:p>
            <a:pPr marL="285750" lvl="2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ro-RO" dirty="0" smtClean="0">
                <a:solidFill>
                  <a:srgbClr val="C00000"/>
                </a:solidFill>
              </a:rPr>
              <a:t>Report </a:t>
            </a:r>
            <a:r>
              <a:rPr lang="ro-RO" dirty="0" err="1" smtClean="0">
                <a:solidFill>
                  <a:srgbClr val="C00000"/>
                </a:solidFill>
              </a:rPr>
              <a:t>phishing</a:t>
            </a:r>
            <a:endParaRPr lang="ro-RO" dirty="0" smtClean="0">
              <a:solidFill>
                <a:srgbClr val="C00000"/>
              </a:solidFill>
            </a:endParaRPr>
          </a:p>
          <a:p>
            <a:pPr marL="285750" lvl="2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ro-RO" dirty="0" smtClean="0">
                <a:solidFill>
                  <a:srgbClr val="C00000"/>
                </a:solidFill>
              </a:rPr>
              <a:t>Report </a:t>
            </a:r>
            <a:r>
              <a:rPr lang="ro-RO" dirty="0" err="1" smtClean="0">
                <a:solidFill>
                  <a:srgbClr val="C00000"/>
                </a:solidFill>
              </a:rPr>
              <a:t>illegal</a:t>
            </a:r>
            <a:r>
              <a:rPr lang="ro-RO" dirty="0" smtClean="0">
                <a:solidFill>
                  <a:srgbClr val="C00000"/>
                </a:solidFill>
              </a:rPr>
              <a:t> content </a:t>
            </a:r>
            <a:endParaRPr lang="ro-RO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282" y="2521528"/>
            <a:ext cx="457264" cy="504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715099" y="1736102"/>
            <a:ext cx="694221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Scurt istoric</a:t>
            </a:r>
            <a:endParaRPr dirty="0"/>
          </a:p>
        </p:txBody>
      </p:sp>
      <p:sp>
        <p:nvSpPr>
          <p:cNvPr id="930" name="Google Shape;930;p56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7</a:t>
            </a:r>
            <a:endParaRPr dirty="0"/>
          </a:p>
        </p:txBody>
      </p:sp>
      <p:sp>
        <p:nvSpPr>
          <p:cNvPr id="931" name="Google Shape;931;p5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Evoluția mijloacelor de comunicare online</a:t>
            </a:r>
          </a:p>
        </p:txBody>
      </p:sp>
      <p:sp>
        <p:nvSpPr>
          <p:cNvPr id="932" name="Google Shape;932;p5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5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2627;p59"/>
          <p:cNvGrpSpPr/>
          <p:nvPr/>
        </p:nvGrpSpPr>
        <p:grpSpPr>
          <a:xfrm>
            <a:off x="4602101" y="2109005"/>
            <a:ext cx="4252620" cy="2675819"/>
            <a:chOff x="715100" y="264025"/>
            <a:chExt cx="6849123" cy="4309581"/>
          </a:xfrm>
        </p:grpSpPr>
        <p:sp>
          <p:nvSpPr>
            <p:cNvPr id="44" name="Google Shape;2628;p59"/>
            <p:cNvSpPr/>
            <p:nvPr/>
          </p:nvSpPr>
          <p:spPr>
            <a:xfrm>
              <a:off x="3055282" y="466726"/>
              <a:ext cx="169818" cy="116272"/>
            </a:xfrm>
            <a:custGeom>
              <a:avLst/>
              <a:gdLst/>
              <a:ahLst/>
              <a:cxnLst/>
              <a:rect l="l" t="t" r="r" b="b"/>
              <a:pathLst>
                <a:path w="3977" h="2723" extrusionOk="0">
                  <a:moveTo>
                    <a:pt x="2050" y="0"/>
                  </a:moveTo>
                  <a:cubicBezTo>
                    <a:pt x="583" y="0"/>
                    <a:pt x="0" y="1838"/>
                    <a:pt x="1467" y="2651"/>
                  </a:cubicBezTo>
                  <a:cubicBezTo>
                    <a:pt x="1608" y="2722"/>
                    <a:pt x="1767" y="2722"/>
                    <a:pt x="1909" y="2722"/>
                  </a:cubicBezTo>
                  <a:cubicBezTo>
                    <a:pt x="3376" y="2722"/>
                    <a:pt x="3977" y="884"/>
                    <a:pt x="2492" y="71"/>
                  </a:cubicBezTo>
                  <a:cubicBezTo>
                    <a:pt x="2351" y="0"/>
                    <a:pt x="2209" y="0"/>
                    <a:pt x="20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29;p59"/>
            <p:cNvSpPr/>
            <p:nvPr/>
          </p:nvSpPr>
          <p:spPr>
            <a:xfrm>
              <a:off x="3240177" y="366336"/>
              <a:ext cx="267943" cy="235491"/>
            </a:xfrm>
            <a:custGeom>
              <a:avLst/>
              <a:gdLst/>
              <a:ahLst/>
              <a:cxnLst/>
              <a:rect l="l" t="t" r="r" b="b"/>
              <a:pathLst>
                <a:path w="6275" h="5515" extrusionOk="0">
                  <a:moveTo>
                    <a:pt x="3181" y="1"/>
                  </a:moveTo>
                  <a:cubicBezTo>
                    <a:pt x="2810" y="1"/>
                    <a:pt x="2439" y="72"/>
                    <a:pt x="2068" y="213"/>
                  </a:cubicBezTo>
                  <a:cubicBezTo>
                    <a:pt x="672" y="796"/>
                    <a:pt x="0" y="2422"/>
                    <a:pt x="601" y="3818"/>
                  </a:cubicBezTo>
                  <a:cubicBezTo>
                    <a:pt x="1043" y="4861"/>
                    <a:pt x="2068" y="5515"/>
                    <a:pt x="3181" y="5515"/>
                  </a:cubicBezTo>
                  <a:cubicBezTo>
                    <a:pt x="3535" y="5515"/>
                    <a:pt x="3906" y="5444"/>
                    <a:pt x="4206" y="5303"/>
                  </a:cubicBezTo>
                  <a:cubicBezTo>
                    <a:pt x="5602" y="4631"/>
                    <a:pt x="6274" y="3005"/>
                    <a:pt x="5673" y="1609"/>
                  </a:cubicBezTo>
                  <a:cubicBezTo>
                    <a:pt x="5231" y="584"/>
                    <a:pt x="4206" y="1"/>
                    <a:pt x="31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30;p59"/>
            <p:cNvSpPr/>
            <p:nvPr/>
          </p:nvSpPr>
          <p:spPr>
            <a:xfrm>
              <a:off x="7013445" y="312789"/>
              <a:ext cx="195481" cy="169818"/>
            </a:xfrm>
            <a:custGeom>
              <a:avLst/>
              <a:gdLst/>
              <a:ahLst/>
              <a:cxnLst/>
              <a:rect l="l" t="t" r="r" b="b"/>
              <a:pathLst>
                <a:path w="4578" h="3977" extrusionOk="0">
                  <a:moveTo>
                    <a:pt x="2298" y="0"/>
                  </a:moveTo>
                  <a:cubicBezTo>
                    <a:pt x="1997" y="0"/>
                    <a:pt x="1768" y="0"/>
                    <a:pt x="1485" y="141"/>
                  </a:cubicBezTo>
                  <a:cubicBezTo>
                    <a:pt x="442" y="583"/>
                    <a:pt x="0" y="1767"/>
                    <a:pt x="442" y="2722"/>
                  </a:cubicBezTo>
                  <a:cubicBezTo>
                    <a:pt x="743" y="3535"/>
                    <a:pt x="1485" y="3977"/>
                    <a:pt x="2298" y="3977"/>
                  </a:cubicBezTo>
                  <a:cubicBezTo>
                    <a:pt x="2510" y="3977"/>
                    <a:pt x="2810" y="3906"/>
                    <a:pt x="3093" y="3817"/>
                  </a:cubicBezTo>
                  <a:cubicBezTo>
                    <a:pt x="4065" y="3376"/>
                    <a:pt x="4578" y="2209"/>
                    <a:pt x="4136" y="1167"/>
                  </a:cubicBezTo>
                  <a:cubicBezTo>
                    <a:pt x="3765" y="442"/>
                    <a:pt x="3022" y="0"/>
                    <a:pt x="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31;p59"/>
            <p:cNvSpPr/>
            <p:nvPr/>
          </p:nvSpPr>
          <p:spPr>
            <a:xfrm>
              <a:off x="2971588" y="4135287"/>
              <a:ext cx="160637" cy="115162"/>
            </a:xfrm>
            <a:custGeom>
              <a:avLst/>
              <a:gdLst/>
              <a:ahLst/>
              <a:cxnLst/>
              <a:rect l="l" t="t" r="r" b="b"/>
              <a:pathLst>
                <a:path w="3762" h="2697" extrusionOk="0">
                  <a:moveTo>
                    <a:pt x="1904" y="1"/>
                  </a:moveTo>
                  <a:cubicBezTo>
                    <a:pt x="799" y="1"/>
                    <a:pt x="0" y="1284"/>
                    <a:pt x="917" y="2382"/>
                  </a:cubicBezTo>
                  <a:cubicBezTo>
                    <a:pt x="1235" y="2601"/>
                    <a:pt x="1557" y="2696"/>
                    <a:pt x="1858" y="2696"/>
                  </a:cubicBezTo>
                  <a:cubicBezTo>
                    <a:pt x="2963" y="2696"/>
                    <a:pt x="3761" y="1412"/>
                    <a:pt x="2844" y="314"/>
                  </a:cubicBezTo>
                  <a:cubicBezTo>
                    <a:pt x="2527" y="95"/>
                    <a:pt x="2204" y="1"/>
                    <a:pt x="19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32;p59"/>
            <p:cNvSpPr/>
            <p:nvPr/>
          </p:nvSpPr>
          <p:spPr>
            <a:xfrm>
              <a:off x="3164682" y="4120598"/>
              <a:ext cx="242280" cy="235789"/>
            </a:xfrm>
            <a:custGeom>
              <a:avLst/>
              <a:gdLst/>
              <a:ahLst/>
              <a:cxnLst/>
              <a:rect l="l" t="t" r="r" b="b"/>
              <a:pathLst>
                <a:path w="5674" h="5522" extrusionOk="0">
                  <a:moveTo>
                    <a:pt x="2893" y="0"/>
                  </a:moveTo>
                  <a:cubicBezTo>
                    <a:pt x="2842" y="0"/>
                    <a:pt x="2791" y="2"/>
                    <a:pt x="2740" y="5"/>
                  </a:cubicBezTo>
                  <a:cubicBezTo>
                    <a:pt x="1256" y="75"/>
                    <a:pt x="1" y="1330"/>
                    <a:pt x="89" y="2868"/>
                  </a:cubicBezTo>
                  <a:cubicBezTo>
                    <a:pt x="158" y="4378"/>
                    <a:pt x="1343" y="5522"/>
                    <a:pt x="2820" y="5522"/>
                  </a:cubicBezTo>
                  <a:cubicBezTo>
                    <a:pt x="2864" y="5522"/>
                    <a:pt x="2908" y="5521"/>
                    <a:pt x="2952" y="5519"/>
                  </a:cubicBezTo>
                  <a:cubicBezTo>
                    <a:pt x="4507" y="5448"/>
                    <a:pt x="5674" y="4193"/>
                    <a:pt x="5603" y="2656"/>
                  </a:cubicBezTo>
                  <a:cubicBezTo>
                    <a:pt x="5535" y="1221"/>
                    <a:pt x="4360" y="0"/>
                    <a:pt x="28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33;p59"/>
            <p:cNvSpPr/>
            <p:nvPr/>
          </p:nvSpPr>
          <p:spPr>
            <a:xfrm>
              <a:off x="715100" y="264025"/>
              <a:ext cx="6849123" cy="3808584"/>
            </a:xfrm>
            <a:custGeom>
              <a:avLst/>
              <a:gdLst/>
              <a:ahLst/>
              <a:cxnLst/>
              <a:rect l="l" t="t" r="r" b="b"/>
              <a:pathLst>
                <a:path w="160401" h="89194" extrusionOk="0">
                  <a:moveTo>
                    <a:pt x="130306" y="0"/>
                  </a:moveTo>
                  <a:cubicBezTo>
                    <a:pt x="109150" y="0"/>
                    <a:pt x="107150" y="26224"/>
                    <a:pt x="87340" y="29260"/>
                  </a:cubicBezTo>
                  <a:cubicBezTo>
                    <a:pt x="85457" y="29549"/>
                    <a:pt x="83616" y="29675"/>
                    <a:pt x="81804" y="29675"/>
                  </a:cubicBezTo>
                  <a:cubicBezTo>
                    <a:pt x="69092" y="29675"/>
                    <a:pt x="57861" y="23454"/>
                    <a:pt x="44345" y="23454"/>
                  </a:cubicBezTo>
                  <a:cubicBezTo>
                    <a:pt x="39155" y="23454"/>
                    <a:pt x="33629" y="24371"/>
                    <a:pt x="27552" y="26909"/>
                  </a:cubicBezTo>
                  <a:cubicBezTo>
                    <a:pt x="5903" y="36046"/>
                    <a:pt x="0" y="86998"/>
                    <a:pt x="63711" y="89066"/>
                  </a:cubicBezTo>
                  <a:cubicBezTo>
                    <a:pt x="66381" y="89150"/>
                    <a:pt x="69036" y="89193"/>
                    <a:pt x="71671" y="89193"/>
                  </a:cubicBezTo>
                  <a:cubicBezTo>
                    <a:pt x="119388" y="89193"/>
                    <a:pt x="160401" y="75002"/>
                    <a:pt x="160401" y="32512"/>
                  </a:cubicBezTo>
                  <a:cubicBezTo>
                    <a:pt x="160401" y="17490"/>
                    <a:pt x="147871" y="1071"/>
                    <a:pt x="132336" y="99"/>
                  </a:cubicBezTo>
                  <a:cubicBezTo>
                    <a:pt x="132035" y="29"/>
                    <a:pt x="131753" y="29"/>
                    <a:pt x="131523" y="29"/>
                  </a:cubicBezTo>
                  <a:cubicBezTo>
                    <a:pt x="131110" y="10"/>
                    <a:pt x="130705" y="0"/>
                    <a:pt x="1303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34;p59"/>
            <p:cNvSpPr/>
            <p:nvPr/>
          </p:nvSpPr>
          <p:spPr>
            <a:xfrm>
              <a:off x="1746712" y="668232"/>
              <a:ext cx="5613043" cy="3146862"/>
            </a:xfrm>
            <a:custGeom>
              <a:avLst/>
              <a:gdLst/>
              <a:ahLst/>
              <a:cxnLst/>
              <a:rect l="l" t="t" r="r" b="b"/>
              <a:pathLst>
                <a:path w="131453" h="73697" extrusionOk="0">
                  <a:moveTo>
                    <a:pt x="3835" y="0"/>
                  </a:moveTo>
                  <a:cubicBezTo>
                    <a:pt x="1697" y="0"/>
                    <a:pt x="0" y="1679"/>
                    <a:pt x="0" y="3747"/>
                  </a:cubicBezTo>
                  <a:lnTo>
                    <a:pt x="0" y="69880"/>
                  </a:lnTo>
                  <a:cubicBezTo>
                    <a:pt x="0" y="71930"/>
                    <a:pt x="1697" y="73697"/>
                    <a:pt x="3835" y="73697"/>
                  </a:cubicBezTo>
                  <a:lnTo>
                    <a:pt x="127617" y="73697"/>
                  </a:lnTo>
                  <a:cubicBezTo>
                    <a:pt x="129756" y="73697"/>
                    <a:pt x="131452" y="71930"/>
                    <a:pt x="131452" y="69880"/>
                  </a:cubicBezTo>
                  <a:lnTo>
                    <a:pt x="131452" y="3747"/>
                  </a:lnTo>
                  <a:cubicBezTo>
                    <a:pt x="131452" y="1679"/>
                    <a:pt x="129756" y="0"/>
                    <a:pt x="127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35;p59"/>
            <p:cNvSpPr/>
            <p:nvPr/>
          </p:nvSpPr>
          <p:spPr>
            <a:xfrm>
              <a:off x="4130662" y="3815116"/>
              <a:ext cx="842215" cy="578884"/>
            </a:xfrm>
            <a:custGeom>
              <a:avLst/>
              <a:gdLst/>
              <a:ahLst/>
              <a:cxnLst/>
              <a:rect l="l" t="t" r="r" b="b"/>
              <a:pathLst>
                <a:path w="19724" h="13557" extrusionOk="0">
                  <a:moveTo>
                    <a:pt x="0" y="1"/>
                  </a:moveTo>
                  <a:lnTo>
                    <a:pt x="0" y="13556"/>
                  </a:lnTo>
                  <a:lnTo>
                    <a:pt x="19723" y="13556"/>
                  </a:lnTo>
                  <a:lnTo>
                    <a:pt x="19723" y="1"/>
                  </a:lnTo>
                  <a:close/>
                </a:path>
              </a:pathLst>
            </a:custGeom>
            <a:solidFill>
              <a:srgbClr val="363638">
                <a:alpha val="82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36;p59"/>
            <p:cNvSpPr/>
            <p:nvPr/>
          </p:nvSpPr>
          <p:spPr>
            <a:xfrm>
              <a:off x="3611462" y="4296611"/>
              <a:ext cx="1883625" cy="276995"/>
            </a:xfrm>
            <a:custGeom>
              <a:avLst/>
              <a:gdLst/>
              <a:ahLst/>
              <a:cxnLst/>
              <a:rect l="l" t="t" r="r" b="b"/>
              <a:pathLst>
                <a:path w="44113" h="6487" extrusionOk="0">
                  <a:moveTo>
                    <a:pt x="12230" y="0"/>
                  </a:moveTo>
                  <a:cubicBezTo>
                    <a:pt x="10304" y="0"/>
                    <a:pt x="8395" y="372"/>
                    <a:pt x="6698" y="1096"/>
                  </a:cubicBezTo>
                  <a:lnTo>
                    <a:pt x="2139" y="2952"/>
                  </a:lnTo>
                  <a:cubicBezTo>
                    <a:pt x="0" y="3835"/>
                    <a:pt x="742" y="6486"/>
                    <a:pt x="3164" y="6486"/>
                  </a:cubicBezTo>
                  <a:lnTo>
                    <a:pt x="40949" y="6486"/>
                  </a:lnTo>
                  <a:cubicBezTo>
                    <a:pt x="43370" y="6486"/>
                    <a:pt x="44112" y="3835"/>
                    <a:pt x="41974" y="2952"/>
                  </a:cubicBezTo>
                  <a:lnTo>
                    <a:pt x="37414" y="1096"/>
                  </a:lnTo>
                  <a:cubicBezTo>
                    <a:pt x="35647" y="372"/>
                    <a:pt x="33809" y="0"/>
                    <a:pt x="31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637;p59"/>
            <p:cNvSpPr/>
            <p:nvPr/>
          </p:nvSpPr>
          <p:spPr>
            <a:xfrm>
              <a:off x="4130662" y="3815116"/>
              <a:ext cx="842215" cy="239291"/>
            </a:xfrm>
            <a:custGeom>
              <a:avLst/>
              <a:gdLst/>
              <a:ahLst/>
              <a:cxnLst/>
              <a:rect l="l" t="t" r="r" b="b"/>
              <a:pathLst>
                <a:path w="19724" h="5604" extrusionOk="0">
                  <a:moveTo>
                    <a:pt x="0" y="1"/>
                  </a:moveTo>
                  <a:lnTo>
                    <a:pt x="0" y="5603"/>
                  </a:lnTo>
                  <a:lnTo>
                    <a:pt x="19723" y="2139"/>
                  </a:lnTo>
                  <a:lnTo>
                    <a:pt x="197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38;p59"/>
            <p:cNvSpPr/>
            <p:nvPr/>
          </p:nvSpPr>
          <p:spPr>
            <a:xfrm>
              <a:off x="1746712" y="3274822"/>
              <a:ext cx="5613043" cy="540326"/>
            </a:xfrm>
            <a:custGeom>
              <a:avLst/>
              <a:gdLst/>
              <a:ahLst/>
              <a:cxnLst/>
              <a:rect l="l" t="t" r="r" b="b"/>
              <a:pathLst>
                <a:path w="131453" h="12654" extrusionOk="0">
                  <a:moveTo>
                    <a:pt x="0" y="0"/>
                  </a:moveTo>
                  <a:lnTo>
                    <a:pt x="0" y="8837"/>
                  </a:lnTo>
                  <a:cubicBezTo>
                    <a:pt x="0" y="10887"/>
                    <a:pt x="1697" y="12654"/>
                    <a:pt x="3835" y="12654"/>
                  </a:cubicBezTo>
                  <a:lnTo>
                    <a:pt x="127617" y="12654"/>
                  </a:lnTo>
                  <a:cubicBezTo>
                    <a:pt x="129756" y="12654"/>
                    <a:pt x="131452" y="10887"/>
                    <a:pt x="131452" y="8837"/>
                  </a:cubicBezTo>
                  <a:lnTo>
                    <a:pt x="131452" y="0"/>
                  </a:lnTo>
                  <a:close/>
                </a:path>
              </a:pathLst>
            </a:custGeom>
            <a:solidFill>
              <a:srgbClr val="363638">
                <a:alpha val="82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639;p59"/>
            <p:cNvSpPr/>
            <p:nvPr/>
          </p:nvSpPr>
          <p:spPr>
            <a:xfrm>
              <a:off x="1746712" y="3274822"/>
              <a:ext cx="5613043" cy="200775"/>
            </a:xfrm>
            <a:custGeom>
              <a:avLst/>
              <a:gdLst/>
              <a:ahLst/>
              <a:cxnLst/>
              <a:rect l="l" t="t" r="r" b="b"/>
              <a:pathLst>
                <a:path w="131453" h="4702" extrusionOk="0">
                  <a:moveTo>
                    <a:pt x="0" y="0"/>
                  </a:moveTo>
                  <a:lnTo>
                    <a:pt x="0" y="4701"/>
                  </a:lnTo>
                  <a:lnTo>
                    <a:pt x="131452" y="4701"/>
                  </a:lnTo>
                  <a:lnTo>
                    <a:pt x="131452" y="0"/>
                  </a:ln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640;p59"/>
            <p:cNvSpPr/>
            <p:nvPr/>
          </p:nvSpPr>
          <p:spPr>
            <a:xfrm>
              <a:off x="4168367" y="3541959"/>
              <a:ext cx="769796" cy="153976"/>
            </a:xfrm>
            <a:custGeom>
              <a:avLst/>
              <a:gdLst/>
              <a:ahLst/>
              <a:cxnLst/>
              <a:rect l="l" t="t" r="r" b="b"/>
              <a:pathLst>
                <a:path w="18028" h="3606" extrusionOk="0">
                  <a:moveTo>
                    <a:pt x="1768" y="0"/>
                  </a:moveTo>
                  <a:cubicBezTo>
                    <a:pt x="796" y="0"/>
                    <a:pt x="1" y="813"/>
                    <a:pt x="1" y="1768"/>
                  </a:cubicBezTo>
                  <a:lnTo>
                    <a:pt x="1" y="1838"/>
                  </a:lnTo>
                  <a:cubicBezTo>
                    <a:pt x="1" y="2793"/>
                    <a:pt x="796" y="3606"/>
                    <a:pt x="1768" y="3606"/>
                  </a:cubicBezTo>
                  <a:lnTo>
                    <a:pt x="16260" y="3606"/>
                  </a:lnTo>
                  <a:cubicBezTo>
                    <a:pt x="17232" y="3606"/>
                    <a:pt x="18027" y="2793"/>
                    <a:pt x="18027" y="1838"/>
                  </a:cubicBezTo>
                  <a:lnTo>
                    <a:pt x="18027" y="1768"/>
                  </a:lnTo>
                  <a:cubicBezTo>
                    <a:pt x="18027" y="813"/>
                    <a:pt x="17232" y="0"/>
                    <a:pt x="162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641;p59"/>
            <p:cNvSpPr/>
            <p:nvPr/>
          </p:nvSpPr>
          <p:spPr>
            <a:xfrm>
              <a:off x="1945186" y="865937"/>
              <a:ext cx="5216104" cy="2408878"/>
            </a:xfrm>
            <a:custGeom>
              <a:avLst/>
              <a:gdLst/>
              <a:ahLst/>
              <a:cxnLst/>
              <a:rect l="l" t="t" r="r" b="b"/>
              <a:pathLst>
                <a:path w="122157" h="56414" extrusionOk="0">
                  <a:moveTo>
                    <a:pt x="1467" y="0"/>
                  </a:moveTo>
                  <a:cubicBezTo>
                    <a:pt x="654" y="0"/>
                    <a:pt x="0" y="672"/>
                    <a:pt x="0" y="1467"/>
                  </a:cubicBezTo>
                  <a:lnTo>
                    <a:pt x="0" y="56413"/>
                  </a:lnTo>
                  <a:lnTo>
                    <a:pt x="122156" y="56413"/>
                  </a:lnTo>
                  <a:lnTo>
                    <a:pt x="122156" y="1467"/>
                  </a:lnTo>
                  <a:cubicBezTo>
                    <a:pt x="122156" y="672"/>
                    <a:pt x="121502" y="0"/>
                    <a:pt x="1206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42;p59"/>
            <p:cNvSpPr/>
            <p:nvPr/>
          </p:nvSpPr>
          <p:spPr>
            <a:xfrm>
              <a:off x="1945186" y="865937"/>
              <a:ext cx="5216104" cy="280027"/>
            </a:xfrm>
            <a:custGeom>
              <a:avLst/>
              <a:gdLst/>
              <a:ahLst/>
              <a:cxnLst/>
              <a:rect l="l" t="t" r="r" b="b"/>
              <a:pathLst>
                <a:path w="122157" h="6558" extrusionOk="0">
                  <a:moveTo>
                    <a:pt x="1467" y="0"/>
                  </a:moveTo>
                  <a:cubicBezTo>
                    <a:pt x="654" y="0"/>
                    <a:pt x="0" y="672"/>
                    <a:pt x="0" y="1467"/>
                  </a:cubicBezTo>
                  <a:lnTo>
                    <a:pt x="0" y="6557"/>
                  </a:lnTo>
                  <a:lnTo>
                    <a:pt x="122156" y="6557"/>
                  </a:lnTo>
                  <a:lnTo>
                    <a:pt x="122156" y="1467"/>
                  </a:lnTo>
                  <a:cubicBezTo>
                    <a:pt x="122156" y="672"/>
                    <a:pt x="121502" y="0"/>
                    <a:pt x="1206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43;p59"/>
            <p:cNvSpPr/>
            <p:nvPr/>
          </p:nvSpPr>
          <p:spPr>
            <a:xfrm>
              <a:off x="2397944" y="973116"/>
              <a:ext cx="4018497" cy="62641"/>
            </a:xfrm>
            <a:custGeom>
              <a:avLst/>
              <a:gdLst/>
              <a:ahLst/>
              <a:cxnLst/>
              <a:rect l="l" t="t" r="r" b="b"/>
              <a:pathLst>
                <a:path w="94110" h="1467" extrusionOk="0">
                  <a:moveTo>
                    <a:pt x="443" y="0"/>
                  </a:moveTo>
                  <a:cubicBezTo>
                    <a:pt x="213" y="0"/>
                    <a:pt x="1" y="141"/>
                    <a:pt x="1" y="442"/>
                  </a:cubicBezTo>
                  <a:lnTo>
                    <a:pt x="1" y="1025"/>
                  </a:lnTo>
                  <a:cubicBezTo>
                    <a:pt x="1" y="1326"/>
                    <a:pt x="213" y="1467"/>
                    <a:pt x="443" y="1467"/>
                  </a:cubicBezTo>
                  <a:lnTo>
                    <a:pt x="93597" y="1467"/>
                  </a:lnTo>
                  <a:cubicBezTo>
                    <a:pt x="93880" y="1467"/>
                    <a:pt x="94110" y="1326"/>
                    <a:pt x="94110" y="1025"/>
                  </a:cubicBezTo>
                  <a:lnTo>
                    <a:pt x="94110" y="442"/>
                  </a:lnTo>
                  <a:cubicBezTo>
                    <a:pt x="94110" y="141"/>
                    <a:pt x="93880" y="0"/>
                    <a:pt x="93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44;p59"/>
            <p:cNvSpPr/>
            <p:nvPr/>
          </p:nvSpPr>
          <p:spPr>
            <a:xfrm>
              <a:off x="2083281" y="944421"/>
              <a:ext cx="81514" cy="123061"/>
            </a:xfrm>
            <a:custGeom>
              <a:avLst/>
              <a:gdLst/>
              <a:ahLst/>
              <a:cxnLst/>
              <a:rect l="l" t="t" r="r" b="b"/>
              <a:pathLst>
                <a:path w="1909" h="2882" extrusionOk="0">
                  <a:moveTo>
                    <a:pt x="1909" y="0"/>
                  </a:moveTo>
                  <a:lnTo>
                    <a:pt x="0" y="1556"/>
                  </a:lnTo>
                  <a:lnTo>
                    <a:pt x="1909" y="2881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45;p59"/>
            <p:cNvSpPr/>
            <p:nvPr/>
          </p:nvSpPr>
          <p:spPr>
            <a:xfrm>
              <a:off x="2231197" y="944421"/>
              <a:ext cx="81514" cy="123061"/>
            </a:xfrm>
            <a:custGeom>
              <a:avLst/>
              <a:gdLst/>
              <a:ahLst/>
              <a:cxnLst/>
              <a:rect l="l" t="t" r="r" b="b"/>
              <a:pathLst>
                <a:path w="1909" h="2882" extrusionOk="0">
                  <a:moveTo>
                    <a:pt x="0" y="0"/>
                  </a:moveTo>
                  <a:lnTo>
                    <a:pt x="0" y="2881"/>
                  </a:lnTo>
                  <a:lnTo>
                    <a:pt x="1909" y="1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46;p59"/>
            <p:cNvSpPr/>
            <p:nvPr/>
          </p:nvSpPr>
          <p:spPr>
            <a:xfrm>
              <a:off x="6689687" y="947453"/>
              <a:ext cx="116272" cy="116998"/>
            </a:xfrm>
            <a:custGeom>
              <a:avLst/>
              <a:gdLst/>
              <a:ahLst/>
              <a:cxnLst/>
              <a:rect l="l" t="t" r="r" b="b"/>
              <a:pathLst>
                <a:path w="2723" h="2740" extrusionOk="0">
                  <a:moveTo>
                    <a:pt x="1326" y="0"/>
                  </a:moveTo>
                  <a:cubicBezTo>
                    <a:pt x="602" y="0"/>
                    <a:pt x="1" y="601"/>
                    <a:pt x="1" y="1326"/>
                  </a:cubicBezTo>
                  <a:cubicBezTo>
                    <a:pt x="1" y="2139"/>
                    <a:pt x="602" y="2740"/>
                    <a:pt x="1326" y="2740"/>
                  </a:cubicBezTo>
                  <a:cubicBezTo>
                    <a:pt x="2068" y="2740"/>
                    <a:pt x="2722" y="2139"/>
                    <a:pt x="2722" y="1326"/>
                  </a:cubicBezTo>
                  <a:cubicBezTo>
                    <a:pt x="2722" y="601"/>
                    <a:pt x="2068" y="0"/>
                    <a:pt x="13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47;p59"/>
            <p:cNvSpPr/>
            <p:nvPr/>
          </p:nvSpPr>
          <p:spPr>
            <a:xfrm>
              <a:off x="6513844" y="947453"/>
              <a:ext cx="116272" cy="116998"/>
            </a:xfrm>
            <a:custGeom>
              <a:avLst/>
              <a:gdLst/>
              <a:ahLst/>
              <a:cxnLst/>
              <a:rect l="l" t="t" r="r" b="b"/>
              <a:pathLst>
                <a:path w="2723" h="2740" extrusionOk="0">
                  <a:moveTo>
                    <a:pt x="1326" y="0"/>
                  </a:moveTo>
                  <a:cubicBezTo>
                    <a:pt x="584" y="0"/>
                    <a:pt x="1" y="601"/>
                    <a:pt x="1" y="1326"/>
                  </a:cubicBezTo>
                  <a:cubicBezTo>
                    <a:pt x="1" y="2139"/>
                    <a:pt x="584" y="2740"/>
                    <a:pt x="1326" y="2740"/>
                  </a:cubicBezTo>
                  <a:cubicBezTo>
                    <a:pt x="2069" y="2740"/>
                    <a:pt x="2722" y="2139"/>
                    <a:pt x="2722" y="1326"/>
                  </a:cubicBezTo>
                  <a:cubicBezTo>
                    <a:pt x="2722" y="601"/>
                    <a:pt x="2069" y="0"/>
                    <a:pt x="1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648;p59"/>
            <p:cNvSpPr/>
            <p:nvPr/>
          </p:nvSpPr>
          <p:spPr>
            <a:xfrm>
              <a:off x="6866298" y="947453"/>
              <a:ext cx="116229" cy="116998"/>
            </a:xfrm>
            <a:custGeom>
              <a:avLst/>
              <a:gdLst/>
              <a:ahLst/>
              <a:cxnLst/>
              <a:rect l="l" t="t" r="r" b="b"/>
              <a:pathLst>
                <a:path w="2722" h="2740" extrusionOk="0">
                  <a:moveTo>
                    <a:pt x="1326" y="0"/>
                  </a:moveTo>
                  <a:cubicBezTo>
                    <a:pt x="583" y="0"/>
                    <a:pt x="0" y="601"/>
                    <a:pt x="0" y="1326"/>
                  </a:cubicBezTo>
                  <a:cubicBezTo>
                    <a:pt x="0" y="2139"/>
                    <a:pt x="583" y="2740"/>
                    <a:pt x="1326" y="2740"/>
                  </a:cubicBezTo>
                  <a:cubicBezTo>
                    <a:pt x="2121" y="2740"/>
                    <a:pt x="2722" y="2139"/>
                    <a:pt x="2722" y="1326"/>
                  </a:cubicBezTo>
                  <a:cubicBezTo>
                    <a:pt x="2722" y="601"/>
                    <a:pt x="2121" y="0"/>
                    <a:pt x="13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649;p59"/>
            <p:cNvSpPr/>
            <p:nvPr/>
          </p:nvSpPr>
          <p:spPr>
            <a:xfrm>
              <a:off x="2740576" y="1196484"/>
              <a:ext cx="3641200" cy="1987002"/>
            </a:xfrm>
            <a:custGeom>
              <a:avLst/>
              <a:gdLst/>
              <a:ahLst/>
              <a:cxnLst/>
              <a:rect l="l" t="t" r="r" b="b"/>
              <a:pathLst>
                <a:path w="85274" h="46534" extrusionOk="0">
                  <a:moveTo>
                    <a:pt x="2068" y="0"/>
                  </a:moveTo>
                  <a:cubicBezTo>
                    <a:pt x="955" y="0"/>
                    <a:pt x="1" y="884"/>
                    <a:pt x="1" y="2050"/>
                  </a:cubicBezTo>
                  <a:lnTo>
                    <a:pt x="1" y="44908"/>
                  </a:lnTo>
                  <a:cubicBezTo>
                    <a:pt x="1" y="45791"/>
                    <a:pt x="743" y="46534"/>
                    <a:pt x="1626" y="46534"/>
                  </a:cubicBezTo>
                  <a:lnTo>
                    <a:pt x="83647" y="46534"/>
                  </a:lnTo>
                  <a:cubicBezTo>
                    <a:pt x="84531" y="46534"/>
                    <a:pt x="85273" y="45791"/>
                    <a:pt x="85273" y="44908"/>
                  </a:cubicBezTo>
                  <a:lnTo>
                    <a:pt x="85273" y="2050"/>
                  </a:lnTo>
                  <a:cubicBezTo>
                    <a:pt x="85273" y="884"/>
                    <a:pt x="84319" y="0"/>
                    <a:pt x="832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650;p59"/>
            <p:cNvSpPr/>
            <p:nvPr/>
          </p:nvSpPr>
          <p:spPr>
            <a:xfrm>
              <a:off x="3498262" y="2576748"/>
              <a:ext cx="201501" cy="200775"/>
            </a:xfrm>
            <a:custGeom>
              <a:avLst/>
              <a:gdLst/>
              <a:ahLst/>
              <a:cxnLst/>
              <a:rect l="l" t="t" r="r" b="b"/>
              <a:pathLst>
                <a:path w="4719" h="4702" extrusionOk="0">
                  <a:moveTo>
                    <a:pt x="2351" y="0"/>
                  </a:moveTo>
                  <a:cubicBezTo>
                    <a:pt x="1025" y="0"/>
                    <a:pt x="0" y="1025"/>
                    <a:pt x="0" y="2351"/>
                  </a:cubicBezTo>
                  <a:cubicBezTo>
                    <a:pt x="0" y="3676"/>
                    <a:pt x="1025" y="4701"/>
                    <a:pt x="2351" y="4701"/>
                  </a:cubicBezTo>
                  <a:cubicBezTo>
                    <a:pt x="3676" y="4701"/>
                    <a:pt x="4719" y="3676"/>
                    <a:pt x="4719" y="2351"/>
                  </a:cubicBezTo>
                  <a:cubicBezTo>
                    <a:pt x="4719" y="1025"/>
                    <a:pt x="3676" y="0"/>
                    <a:pt x="2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651;p59"/>
            <p:cNvSpPr/>
            <p:nvPr/>
          </p:nvSpPr>
          <p:spPr>
            <a:xfrm>
              <a:off x="3538998" y="2618253"/>
              <a:ext cx="120030" cy="118535"/>
            </a:xfrm>
            <a:custGeom>
              <a:avLst/>
              <a:gdLst/>
              <a:ahLst/>
              <a:cxnLst/>
              <a:rect l="l" t="t" r="r" b="b"/>
              <a:pathLst>
                <a:path w="2811" h="2776" extrusionOk="0">
                  <a:moveTo>
                    <a:pt x="301" y="0"/>
                  </a:moveTo>
                  <a:cubicBezTo>
                    <a:pt x="248" y="0"/>
                    <a:pt x="195" y="18"/>
                    <a:pt x="160" y="53"/>
                  </a:cubicBezTo>
                  <a:cubicBezTo>
                    <a:pt x="1" y="195"/>
                    <a:pt x="1" y="354"/>
                    <a:pt x="160" y="425"/>
                  </a:cubicBezTo>
                  <a:lnTo>
                    <a:pt x="2369" y="2704"/>
                  </a:lnTo>
                  <a:cubicBezTo>
                    <a:pt x="2439" y="2704"/>
                    <a:pt x="2510" y="2775"/>
                    <a:pt x="2510" y="2775"/>
                  </a:cubicBezTo>
                  <a:cubicBezTo>
                    <a:pt x="2581" y="2775"/>
                    <a:pt x="2652" y="2704"/>
                    <a:pt x="2722" y="2704"/>
                  </a:cubicBezTo>
                  <a:cubicBezTo>
                    <a:pt x="2811" y="2563"/>
                    <a:pt x="2811" y="2404"/>
                    <a:pt x="2722" y="2333"/>
                  </a:cubicBezTo>
                  <a:lnTo>
                    <a:pt x="442" y="53"/>
                  </a:lnTo>
                  <a:cubicBezTo>
                    <a:pt x="407" y="18"/>
                    <a:pt x="354" y="0"/>
                    <a:pt x="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652;p59"/>
            <p:cNvSpPr/>
            <p:nvPr/>
          </p:nvSpPr>
          <p:spPr>
            <a:xfrm>
              <a:off x="3538998" y="2618253"/>
              <a:ext cx="120030" cy="118535"/>
            </a:xfrm>
            <a:custGeom>
              <a:avLst/>
              <a:gdLst/>
              <a:ahLst/>
              <a:cxnLst/>
              <a:rect l="l" t="t" r="r" b="b"/>
              <a:pathLst>
                <a:path w="2811" h="2776" extrusionOk="0">
                  <a:moveTo>
                    <a:pt x="2519" y="0"/>
                  </a:moveTo>
                  <a:cubicBezTo>
                    <a:pt x="2457" y="0"/>
                    <a:pt x="2404" y="18"/>
                    <a:pt x="2369" y="53"/>
                  </a:cubicBezTo>
                  <a:lnTo>
                    <a:pt x="160" y="2333"/>
                  </a:lnTo>
                  <a:cubicBezTo>
                    <a:pt x="1" y="2404"/>
                    <a:pt x="1" y="2563"/>
                    <a:pt x="160" y="2704"/>
                  </a:cubicBezTo>
                  <a:cubicBezTo>
                    <a:pt x="160" y="2704"/>
                    <a:pt x="230" y="2775"/>
                    <a:pt x="301" y="2775"/>
                  </a:cubicBezTo>
                  <a:cubicBezTo>
                    <a:pt x="372" y="2775"/>
                    <a:pt x="442" y="2704"/>
                    <a:pt x="442" y="2704"/>
                  </a:cubicBezTo>
                  <a:lnTo>
                    <a:pt x="2722" y="425"/>
                  </a:lnTo>
                  <a:cubicBezTo>
                    <a:pt x="2811" y="354"/>
                    <a:pt x="2811" y="195"/>
                    <a:pt x="2722" y="53"/>
                  </a:cubicBezTo>
                  <a:cubicBezTo>
                    <a:pt x="2652" y="18"/>
                    <a:pt x="2581" y="0"/>
                    <a:pt x="25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653;p59"/>
            <p:cNvSpPr/>
            <p:nvPr/>
          </p:nvSpPr>
          <p:spPr>
            <a:xfrm>
              <a:off x="3174503" y="2623548"/>
              <a:ext cx="232459" cy="141892"/>
            </a:xfrm>
            <a:custGeom>
              <a:avLst/>
              <a:gdLst/>
              <a:ahLst/>
              <a:cxnLst/>
              <a:rect l="l" t="t" r="r" b="b"/>
              <a:pathLst>
                <a:path w="5444" h="3323" extrusionOk="0">
                  <a:moveTo>
                    <a:pt x="813" y="442"/>
                  </a:moveTo>
                  <a:cubicBezTo>
                    <a:pt x="1026" y="442"/>
                    <a:pt x="1255" y="601"/>
                    <a:pt x="1255" y="813"/>
                  </a:cubicBezTo>
                  <a:cubicBezTo>
                    <a:pt x="1255" y="1043"/>
                    <a:pt x="1026" y="1255"/>
                    <a:pt x="813" y="1255"/>
                  </a:cubicBezTo>
                  <a:cubicBezTo>
                    <a:pt x="584" y="1255"/>
                    <a:pt x="372" y="1043"/>
                    <a:pt x="372" y="813"/>
                  </a:cubicBezTo>
                  <a:cubicBezTo>
                    <a:pt x="372" y="601"/>
                    <a:pt x="584" y="442"/>
                    <a:pt x="813" y="442"/>
                  </a:cubicBezTo>
                  <a:close/>
                  <a:moveTo>
                    <a:pt x="2722" y="513"/>
                  </a:moveTo>
                  <a:cubicBezTo>
                    <a:pt x="3394" y="513"/>
                    <a:pt x="3906" y="1043"/>
                    <a:pt x="3906" y="1626"/>
                  </a:cubicBezTo>
                  <a:cubicBezTo>
                    <a:pt x="3906" y="2280"/>
                    <a:pt x="3394" y="2810"/>
                    <a:pt x="2722" y="2810"/>
                  </a:cubicBezTo>
                  <a:cubicBezTo>
                    <a:pt x="2068" y="2810"/>
                    <a:pt x="1538" y="2280"/>
                    <a:pt x="1538" y="1626"/>
                  </a:cubicBezTo>
                  <a:cubicBezTo>
                    <a:pt x="1538" y="1043"/>
                    <a:pt x="2068" y="513"/>
                    <a:pt x="2722" y="513"/>
                  </a:cubicBezTo>
                  <a:close/>
                  <a:moveTo>
                    <a:pt x="301" y="0"/>
                  </a:moveTo>
                  <a:cubicBezTo>
                    <a:pt x="142" y="0"/>
                    <a:pt x="1" y="159"/>
                    <a:pt x="1" y="371"/>
                  </a:cubicBezTo>
                  <a:lnTo>
                    <a:pt x="1" y="3022"/>
                  </a:lnTo>
                  <a:cubicBezTo>
                    <a:pt x="1" y="3164"/>
                    <a:pt x="142" y="3323"/>
                    <a:pt x="301" y="3323"/>
                  </a:cubicBezTo>
                  <a:lnTo>
                    <a:pt x="5161" y="3323"/>
                  </a:lnTo>
                  <a:cubicBezTo>
                    <a:pt x="5302" y="3323"/>
                    <a:pt x="5444" y="3164"/>
                    <a:pt x="5444" y="3022"/>
                  </a:cubicBezTo>
                  <a:lnTo>
                    <a:pt x="5444" y="371"/>
                  </a:lnTo>
                  <a:cubicBezTo>
                    <a:pt x="5444" y="159"/>
                    <a:pt x="5302" y="0"/>
                    <a:pt x="5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654;p59"/>
            <p:cNvSpPr/>
            <p:nvPr/>
          </p:nvSpPr>
          <p:spPr>
            <a:xfrm>
              <a:off x="3243935" y="2588832"/>
              <a:ext cx="94367" cy="34758"/>
            </a:xfrm>
            <a:custGeom>
              <a:avLst/>
              <a:gdLst/>
              <a:ahLst/>
              <a:cxnLst/>
              <a:rect l="l" t="t" r="r" b="b"/>
              <a:pathLst>
                <a:path w="2210" h="814" extrusionOk="0">
                  <a:moveTo>
                    <a:pt x="142" y="0"/>
                  </a:moveTo>
                  <a:cubicBezTo>
                    <a:pt x="71" y="0"/>
                    <a:pt x="0" y="89"/>
                    <a:pt x="0" y="159"/>
                  </a:cubicBezTo>
                  <a:lnTo>
                    <a:pt x="0" y="813"/>
                  </a:lnTo>
                  <a:lnTo>
                    <a:pt x="513" y="813"/>
                  </a:lnTo>
                  <a:lnTo>
                    <a:pt x="513" y="530"/>
                  </a:lnTo>
                  <a:cubicBezTo>
                    <a:pt x="513" y="442"/>
                    <a:pt x="584" y="442"/>
                    <a:pt x="584" y="442"/>
                  </a:cubicBezTo>
                  <a:lnTo>
                    <a:pt x="1609" y="442"/>
                  </a:lnTo>
                  <a:lnTo>
                    <a:pt x="1609" y="530"/>
                  </a:lnTo>
                  <a:lnTo>
                    <a:pt x="1609" y="813"/>
                  </a:lnTo>
                  <a:lnTo>
                    <a:pt x="2210" y="813"/>
                  </a:lnTo>
                  <a:lnTo>
                    <a:pt x="2210" y="159"/>
                  </a:lnTo>
                  <a:cubicBezTo>
                    <a:pt x="2210" y="89"/>
                    <a:pt x="2121" y="0"/>
                    <a:pt x="20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655;p59"/>
            <p:cNvSpPr/>
            <p:nvPr/>
          </p:nvSpPr>
          <p:spPr>
            <a:xfrm>
              <a:off x="3001692" y="2585800"/>
              <a:ext cx="56620" cy="144924"/>
            </a:xfrm>
            <a:custGeom>
              <a:avLst/>
              <a:gdLst/>
              <a:ahLst/>
              <a:cxnLst/>
              <a:rect l="l" t="t" r="r" b="b"/>
              <a:pathLst>
                <a:path w="1326" h="3394" extrusionOk="0">
                  <a:moveTo>
                    <a:pt x="442" y="0"/>
                  </a:moveTo>
                  <a:cubicBezTo>
                    <a:pt x="212" y="0"/>
                    <a:pt x="0" y="160"/>
                    <a:pt x="0" y="372"/>
                  </a:cubicBezTo>
                  <a:lnTo>
                    <a:pt x="0" y="2952"/>
                  </a:lnTo>
                  <a:cubicBezTo>
                    <a:pt x="0" y="3164"/>
                    <a:pt x="212" y="3394"/>
                    <a:pt x="442" y="3394"/>
                  </a:cubicBezTo>
                  <a:lnTo>
                    <a:pt x="955" y="3394"/>
                  </a:lnTo>
                  <a:cubicBezTo>
                    <a:pt x="1167" y="3394"/>
                    <a:pt x="1326" y="3164"/>
                    <a:pt x="1326" y="2952"/>
                  </a:cubicBezTo>
                  <a:lnTo>
                    <a:pt x="1326" y="372"/>
                  </a:lnTo>
                  <a:cubicBezTo>
                    <a:pt x="1326" y="160"/>
                    <a:pt x="1167" y="0"/>
                    <a:pt x="9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656;p59"/>
            <p:cNvSpPr/>
            <p:nvPr/>
          </p:nvSpPr>
          <p:spPr>
            <a:xfrm>
              <a:off x="3023555" y="2695969"/>
              <a:ext cx="12895" cy="69473"/>
            </a:xfrm>
            <a:custGeom>
              <a:avLst/>
              <a:gdLst/>
              <a:ahLst/>
              <a:cxnLst/>
              <a:rect l="l" t="t" r="r" b="b"/>
              <a:pathLst>
                <a:path w="302" h="1627" extrusionOk="0">
                  <a:moveTo>
                    <a:pt x="142" y="1"/>
                  </a:moveTo>
                  <a:cubicBezTo>
                    <a:pt x="72" y="1"/>
                    <a:pt x="1" y="71"/>
                    <a:pt x="1" y="71"/>
                  </a:cubicBezTo>
                  <a:lnTo>
                    <a:pt x="1" y="1556"/>
                  </a:lnTo>
                  <a:cubicBezTo>
                    <a:pt x="1" y="1556"/>
                    <a:pt x="72" y="1627"/>
                    <a:pt x="142" y="1627"/>
                  </a:cubicBezTo>
                  <a:lnTo>
                    <a:pt x="213" y="1627"/>
                  </a:lnTo>
                  <a:cubicBezTo>
                    <a:pt x="301" y="1627"/>
                    <a:pt x="301" y="1556"/>
                    <a:pt x="301" y="1556"/>
                  </a:cubicBezTo>
                  <a:lnTo>
                    <a:pt x="301" y="71"/>
                  </a:lnTo>
                  <a:cubicBezTo>
                    <a:pt x="301" y="71"/>
                    <a:pt x="301" y="1"/>
                    <a:pt x="2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657;p59"/>
            <p:cNvSpPr/>
            <p:nvPr/>
          </p:nvSpPr>
          <p:spPr>
            <a:xfrm>
              <a:off x="2972997" y="2746527"/>
              <a:ext cx="113240" cy="21948"/>
            </a:xfrm>
            <a:custGeom>
              <a:avLst/>
              <a:gdLst/>
              <a:ahLst/>
              <a:cxnLst/>
              <a:rect l="l" t="t" r="r" b="b"/>
              <a:pathLst>
                <a:path w="2652" h="514" extrusionOk="0">
                  <a:moveTo>
                    <a:pt x="231" y="1"/>
                  </a:moveTo>
                  <a:cubicBezTo>
                    <a:pt x="72" y="1"/>
                    <a:pt x="1" y="72"/>
                    <a:pt x="1" y="142"/>
                  </a:cubicBezTo>
                  <a:lnTo>
                    <a:pt x="1" y="372"/>
                  </a:lnTo>
                  <a:cubicBezTo>
                    <a:pt x="1" y="443"/>
                    <a:pt x="72" y="513"/>
                    <a:pt x="231" y="513"/>
                  </a:cubicBezTo>
                  <a:lnTo>
                    <a:pt x="2510" y="513"/>
                  </a:lnTo>
                  <a:cubicBezTo>
                    <a:pt x="2581" y="513"/>
                    <a:pt x="2652" y="443"/>
                    <a:pt x="2652" y="372"/>
                  </a:cubicBezTo>
                  <a:lnTo>
                    <a:pt x="2652" y="142"/>
                  </a:lnTo>
                  <a:cubicBezTo>
                    <a:pt x="2652" y="72"/>
                    <a:pt x="2581" y="1"/>
                    <a:pt x="25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658;p59"/>
            <p:cNvSpPr/>
            <p:nvPr/>
          </p:nvSpPr>
          <p:spPr>
            <a:xfrm>
              <a:off x="5428643" y="1463621"/>
              <a:ext cx="836963" cy="468675"/>
            </a:xfrm>
            <a:custGeom>
              <a:avLst/>
              <a:gdLst/>
              <a:ahLst/>
              <a:cxnLst/>
              <a:rect l="l" t="t" r="r" b="b"/>
              <a:pathLst>
                <a:path w="19601" h="10976" extrusionOk="0">
                  <a:moveTo>
                    <a:pt x="814" y="1"/>
                  </a:moveTo>
                  <a:cubicBezTo>
                    <a:pt x="372" y="1"/>
                    <a:pt x="1" y="372"/>
                    <a:pt x="1" y="814"/>
                  </a:cubicBezTo>
                  <a:lnTo>
                    <a:pt x="1" y="10163"/>
                  </a:lnTo>
                  <a:cubicBezTo>
                    <a:pt x="1" y="10604"/>
                    <a:pt x="372" y="10976"/>
                    <a:pt x="814" y="10976"/>
                  </a:cubicBezTo>
                  <a:lnTo>
                    <a:pt x="18787" y="10976"/>
                  </a:lnTo>
                  <a:cubicBezTo>
                    <a:pt x="19229" y="10976"/>
                    <a:pt x="19600" y="10604"/>
                    <a:pt x="19600" y="10163"/>
                  </a:cubicBezTo>
                  <a:lnTo>
                    <a:pt x="19600" y="814"/>
                  </a:lnTo>
                  <a:cubicBezTo>
                    <a:pt x="19600" y="372"/>
                    <a:pt x="19229" y="1"/>
                    <a:pt x="18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659;p59"/>
            <p:cNvSpPr/>
            <p:nvPr/>
          </p:nvSpPr>
          <p:spPr>
            <a:xfrm>
              <a:off x="5425654" y="2277884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513" y="1"/>
                  </a:moveTo>
                  <a:cubicBezTo>
                    <a:pt x="230" y="1"/>
                    <a:pt x="0" y="213"/>
                    <a:pt x="0" y="513"/>
                  </a:cubicBezTo>
                  <a:cubicBezTo>
                    <a:pt x="0" y="814"/>
                    <a:pt x="230" y="1026"/>
                    <a:pt x="513" y="1026"/>
                  </a:cubicBezTo>
                  <a:lnTo>
                    <a:pt x="19229" y="1026"/>
                  </a:lnTo>
                  <a:cubicBezTo>
                    <a:pt x="19511" y="1026"/>
                    <a:pt x="19741" y="814"/>
                    <a:pt x="19741" y="513"/>
                  </a:cubicBezTo>
                  <a:cubicBezTo>
                    <a:pt x="19741" y="213"/>
                    <a:pt x="19511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660;p59"/>
            <p:cNvSpPr/>
            <p:nvPr/>
          </p:nvSpPr>
          <p:spPr>
            <a:xfrm>
              <a:off x="5425654" y="2089232"/>
              <a:ext cx="842983" cy="46842"/>
            </a:xfrm>
            <a:custGeom>
              <a:avLst/>
              <a:gdLst/>
              <a:ahLst/>
              <a:cxnLst/>
              <a:rect l="l" t="t" r="r" b="b"/>
              <a:pathLst>
                <a:path w="19742" h="1097" extrusionOk="0">
                  <a:moveTo>
                    <a:pt x="513" y="1"/>
                  </a:moveTo>
                  <a:cubicBezTo>
                    <a:pt x="230" y="1"/>
                    <a:pt x="0" y="301"/>
                    <a:pt x="0" y="584"/>
                  </a:cubicBezTo>
                  <a:cubicBezTo>
                    <a:pt x="0" y="814"/>
                    <a:pt x="230" y="1096"/>
                    <a:pt x="513" y="1096"/>
                  </a:cubicBezTo>
                  <a:lnTo>
                    <a:pt x="19229" y="1096"/>
                  </a:lnTo>
                  <a:cubicBezTo>
                    <a:pt x="19511" y="1096"/>
                    <a:pt x="19741" y="814"/>
                    <a:pt x="19741" y="584"/>
                  </a:cubicBezTo>
                  <a:cubicBezTo>
                    <a:pt x="19741" y="301"/>
                    <a:pt x="19511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661;p59"/>
            <p:cNvSpPr/>
            <p:nvPr/>
          </p:nvSpPr>
          <p:spPr>
            <a:xfrm>
              <a:off x="5425654" y="2466579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513" y="0"/>
                  </a:moveTo>
                  <a:cubicBezTo>
                    <a:pt x="230" y="0"/>
                    <a:pt x="0" y="212"/>
                    <a:pt x="0" y="513"/>
                  </a:cubicBezTo>
                  <a:cubicBezTo>
                    <a:pt x="0" y="813"/>
                    <a:pt x="230" y="1025"/>
                    <a:pt x="513" y="1025"/>
                  </a:cubicBezTo>
                  <a:lnTo>
                    <a:pt x="19229" y="1025"/>
                  </a:lnTo>
                  <a:cubicBezTo>
                    <a:pt x="19511" y="1025"/>
                    <a:pt x="19741" y="813"/>
                    <a:pt x="19741" y="513"/>
                  </a:cubicBezTo>
                  <a:cubicBezTo>
                    <a:pt x="19741" y="212"/>
                    <a:pt x="19511" y="0"/>
                    <a:pt x="19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662;p59"/>
            <p:cNvSpPr/>
            <p:nvPr/>
          </p:nvSpPr>
          <p:spPr>
            <a:xfrm>
              <a:off x="2957155" y="2277884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602" y="1"/>
                  </a:moveTo>
                  <a:cubicBezTo>
                    <a:pt x="301" y="1"/>
                    <a:pt x="1" y="213"/>
                    <a:pt x="1" y="513"/>
                  </a:cubicBezTo>
                  <a:cubicBezTo>
                    <a:pt x="1" y="814"/>
                    <a:pt x="301" y="1026"/>
                    <a:pt x="602" y="1026"/>
                  </a:cubicBezTo>
                  <a:lnTo>
                    <a:pt x="19229" y="1026"/>
                  </a:lnTo>
                  <a:cubicBezTo>
                    <a:pt x="19529" y="1026"/>
                    <a:pt x="19741" y="814"/>
                    <a:pt x="19741" y="513"/>
                  </a:cubicBezTo>
                  <a:cubicBezTo>
                    <a:pt x="19741" y="213"/>
                    <a:pt x="19529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663;p59"/>
            <p:cNvSpPr/>
            <p:nvPr/>
          </p:nvSpPr>
          <p:spPr>
            <a:xfrm>
              <a:off x="2957155" y="2089232"/>
              <a:ext cx="842983" cy="46842"/>
            </a:xfrm>
            <a:custGeom>
              <a:avLst/>
              <a:gdLst/>
              <a:ahLst/>
              <a:cxnLst/>
              <a:rect l="l" t="t" r="r" b="b"/>
              <a:pathLst>
                <a:path w="19742" h="1097" extrusionOk="0">
                  <a:moveTo>
                    <a:pt x="602" y="1"/>
                  </a:moveTo>
                  <a:cubicBezTo>
                    <a:pt x="301" y="1"/>
                    <a:pt x="1" y="301"/>
                    <a:pt x="1" y="584"/>
                  </a:cubicBezTo>
                  <a:cubicBezTo>
                    <a:pt x="1" y="814"/>
                    <a:pt x="301" y="1096"/>
                    <a:pt x="602" y="1096"/>
                  </a:cubicBezTo>
                  <a:lnTo>
                    <a:pt x="19229" y="1096"/>
                  </a:lnTo>
                  <a:cubicBezTo>
                    <a:pt x="19529" y="1096"/>
                    <a:pt x="19741" y="814"/>
                    <a:pt x="19741" y="584"/>
                  </a:cubicBezTo>
                  <a:cubicBezTo>
                    <a:pt x="19741" y="301"/>
                    <a:pt x="19529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664;p59"/>
            <p:cNvSpPr/>
            <p:nvPr/>
          </p:nvSpPr>
          <p:spPr>
            <a:xfrm>
              <a:off x="2957155" y="2466579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602" y="0"/>
                  </a:moveTo>
                  <a:cubicBezTo>
                    <a:pt x="301" y="0"/>
                    <a:pt x="1" y="212"/>
                    <a:pt x="1" y="513"/>
                  </a:cubicBezTo>
                  <a:cubicBezTo>
                    <a:pt x="1" y="813"/>
                    <a:pt x="301" y="1025"/>
                    <a:pt x="602" y="1025"/>
                  </a:cubicBezTo>
                  <a:lnTo>
                    <a:pt x="19229" y="1025"/>
                  </a:lnTo>
                  <a:cubicBezTo>
                    <a:pt x="19529" y="1025"/>
                    <a:pt x="19741" y="813"/>
                    <a:pt x="19741" y="513"/>
                  </a:cubicBezTo>
                  <a:cubicBezTo>
                    <a:pt x="19741" y="212"/>
                    <a:pt x="19529" y="0"/>
                    <a:pt x="19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665;p59"/>
            <p:cNvSpPr/>
            <p:nvPr/>
          </p:nvSpPr>
          <p:spPr>
            <a:xfrm>
              <a:off x="2740576" y="2922369"/>
              <a:ext cx="3641200" cy="261153"/>
            </a:xfrm>
            <a:custGeom>
              <a:avLst/>
              <a:gdLst/>
              <a:ahLst/>
              <a:cxnLst/>
              <a:rect l="l" t="t" r="r" b="b"/>
              <a:pathLst>
                <a:path w="85274" h="6116" extrusionOk="0">
                  <a:moveTo>
                    <a:pt x="1" y="1"/>
                  </a:moveTo>
                  <a:lnTo>
                    <a:pt x="1" y="4490"/>
                  </a:lnTo>
                  <a:cubicBezTo>
                    <a:pt x="1" y="5373"/>
                    <a:pt x="743" y="6116"/>
                    <a:pt x="1626" y="6116"/>
                  </a:cubicBezTo>
                  <a:lnTo>
                    <a:pt x="83647" y="6116"/>
                  </a:lnTo>
                  <a:cubicBezTo>
                    <a:pt x="84531" y="6116"/>
                    <a:pt x="85273" y="5373"/>
                    <a:pt x="85273" y="4490"/>
                  </a:cubicBezTo>
                  <a:lnTo>
                    <a:pt x="85273" y="1"/>
                  </a:ln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666;p59"/>
            <p:cNvSpPr/>
            <p:nvPr/>
          </p:nvSpPr>
          <p:spPr>
            <a:xfrm>
              <a:off x="6001433" y="2966137"/>
              <a:ext cx="56663" cy="50599"/>
            </a:xfrm>
            <a:custGeom>
              <a:avLst/>
              <a:gdLst/>
              <a:ahLst/>
              <a:cxnLst/>
              <a:rect l="l" t="t" r="r" b="b"/>
              <a:pathLst>
                <a:path w="1327" h="1185" extrusionOk="0">
                  <a:moveTo>
                    <a:pt x="213" y="1"/>
                  </a:moveTo>
                  <a:cubicBezTo>
                    <a:pt x="72" y="1"/>
                    <a:pt x="1" y="160"/>
                    <a:pt x="1" y="301"/>
                  </a:cubicBezTo>
                  <a:lnTo>
                    <a:pt x="1" y="1185"/>
                  </a:lnTo>
                  <a:lnTo>
                    <a:pt x="513" y="1185"/>
                  </a:lnTo>
                  <a:lnTo>
                    <a:pt x="513" y="602"/>
                  </a:lnTo>
                  <a:lnTo>
                    <a:pt x="1326" y="602"/>
                  </a:lnTo>
                  <a:lnTo>
                    <a:pt x="13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667;p59"/>
            <p:cNvSpPr/>
            <p:nvPr/>
          </p:nvSpPr>
          <p:spPr>
            <a:xfrm>
              <a:off x="6001433" y="3064264"/>
              <a:ext cx="56663" cy="52863"/>
            </a:xfrm>
            <a:custGeom>
              <a:avLst/>
              <a:gdLst/>
              <a:ahLst/>
              <a:cxnLst/>
              <a:rect l="l" t="t" r="r" b="b"/>
              <a:pathLst>
                <a:path w="1327" h="1238" extrusionOk="0">
                  <a:moveTo>
                    <a:pt x="1" y="0"/>
                  </a:moveTo>
                  <a:lnTo>
                    <a:pt x="1" y="955"/>
                  </a:lnTo>
                  <a:cubicBezTo>
                    <a:pt x="1" y="1167"/>
                    <a:pt x="72" y="1237"/>
                    <a:pt x="213" y="1237"/>
                  </a:cubicBezTo>
                  <a:lnTo>
                    <a:pt x="1326" y="1237"/>
                  </a:lnTo>
                  <a:lnTo>
                    <a:pt x="1326" y="725"/>
                  </a:lnTo>
                  <a:lnTo>
                    <a:pt x="513" y="725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668;p59"/>
            <p:cNvSpPr/>
            <p:nvPr/>
          </p:nvSpPr>
          <p:spPr>
            <a:xfrm>
              <a:off x="6095759" y="2966137"/>
              <a:ext cx="56663" cy="50599"/>
            </a:xfrm>
            <a:custGeom>
              <a:avLst/>
              <a:gdLst/>
              <a:ahLst/>
              <a:cxnLst/>
              <a:rect l="l" t="t" r="r" b="b"/>
              <a:pathLst>
                <a:path w="1327" h="1185" extrusionOk="0">
                  <a:moveTo>
                    <a:pt x="1" y="1"/>
                  </a:moveTo>
                  <a:lnTo>
                    <a:pt x="1" y="602"/>
                  </a:lnTo>
                  <a:lnTo>
                    <a:pt x="726" y="602"/>
                  </a:lnTo>
                  <a:lnTo>
                    <a:pt x="726" y="1185"/>
                  </a:lnTo>
                  <a:lnTo>
                    <a:pt x="1326" y="1185"/>
                  </a:lnTo>
                  <a:lnTo>
                    <a:pt x="1326" y="301"/>
                  </a:lnTo>
                  <a:cubicBezTo>
                    <a:pt x="1326" y="160"/>
                    <a:pt x="1167" y="1"/>
                    <a:pt x="10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669;p59"/>
            <p:cNvSpPr/>
            <p:nvPr/>
          </p:nvSpPr>
          <p:spPr>
            <a:xfrm>
              <a:off x="6095759" y="3064264"/>
              <a:ext cx="56663" cy="52863"/>
            </a:xfrm>
            <a:custGeom>
              <a:avLst/>
              <a:gdLst/>
              <a:ahLst/>
              <a:cxnLst/>
              <a:rect l="l" t="t" r="r" b="b"/>
              <a:pathLst>
                <a:path w="1327" h="1238" extrusionOk="0">
                  <a:moveTo>
                    <a:pt x="726" y="0"/>
                  </a:moveTo>
                  <a:lnTo>
                    <a:pt x="726" y="725"/>
                  </a:lnTo>
                  <a:lnTo>
                    <a:pt x="1" y="725"/>
                  </a:lnTo>
                  <a:lnTo>
                    <a:pt x="1" y="1237"/>
                  </a:lnTo>
                  <a:lnTo>
                    <a:pt x="1026" y="1237"/>
                  </a:lnTo>
                  <a:cubicBezTo>
                    <a:pt x="1167" y="1237"/>
                    <a:pt x="1326" y="1167"/>
                    <a:pt x="1326" y="955"/>
                  </a:cubicBezTo>
                  <a:lnTo>
                    <a:pt x="13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670;p59"/>
            <p:cNvSpPr/>
            <p:nvPr/>
          </p:nvSpPr>
          <p:spPr>
            <a:xfrm>
              <a:off x="2951134" y="2966137"/>
              <a:ext cx="132114" cy="150987"/>
            </a:xfrm>
            <a:custGeom>
              <a:avLst/>
              <a:gdLst/>
              <a:ahLst/>
              <a:cxnLst/>
              <a:rect l="l" t="t" r="r" b="b"/>
              <a:pathLst>
                <a:path w="3094" h="3536" extrusionOk="0">
                  <a:moveTo>
                    <a:pt x="0" y="1"/>
                  </a:moveTo>
                  <a:lnTo>
                    <a:pt x="0" y="1768"/>
                  </a:lnTo>
                  <a:lnTo>
                    <a:pt x="0" y="3535"/>
                  </a:lnTo>
                  <a:lnTo>
                    <a:pt x="1556" y="2652"/>
                  </a:lnTo>
                  <a:lnTo>
                    <a:pt x="3093" y="1768"/>
                  </a:lnTo>
                  <a:lnTo>
                    <a:pt x="1556" y="8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671;p59"/>
            <p:cNvSpPr/>
            <p:nvPr/>
          </p:nvSpPr>
          <p:spPr>
            <a:xfrm>
              <a:off x="3287703" y="2972927"/>
              <a:ext cx="40779" cy="138135"/>
            </a:xfrm>
            <a:custGeom>
              <a:avLst/>
              <a:gdLst/>
              <a:ahLst/>
              <a:cxnLst/>
              <a:rect l="l" t="t" r="r" b="b"/>
              <a:pathLst>
                <a:path w="955" h="3235" extrusionOk="0">
                  <a:moveTo>
                    <a:pt x="213" y="1"/>
                  </a:moveTo>
                  <a:cubicBezTo>
                    <a:pt x="71" y="1"/>
                    <a:pt x="0" y="142"/>
                    <a:pt x="0" y="284"/>
                  </a:cubicBezTo>
                  <a:lnTo>
                    <a:pt x="0" y="3023"/>
                  </a:lnTo>
                  <a:cubicBezTo>
                    <a:pt x="0" y="3164"/>
                    <a:pt x="71" y="3235"/>
                    <a:pt x="213" y="3235"/>
                  </a:cubicBezTo>
                  <a:lnTo>
                    <a:pt x="654" y="3235"/>
                  </a:lnTo>
                  <a:cubicBezTo>
                    <a:pt x="813" y="3235"/>
                    <a:pt x="955" y="3164"/>
                    <a:pt x="955" y="3023"/>
                  </a:cubicBezTo>
                  <a:lnTo>
                    <a:pt x="955" y="284"/>
                  </a:lnTo>
                  <a:cubicBezTo>
                    <a:pt x="955" y="142"/>
                    <a:pt x="813" y="1"/>
                    <a:pt x="6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672;p59"/>
            <p:cNvSpPr/>
            <p:nvPr/>
          </p:nvSpPr>
          <p:spPr>
            <a:xfrm>
              <a:off x="3372208" y="2972927"/>
              <a:ext cx="41547" cy="138135"/>
            </a:xfrm>
            <a:custGeom>
              <a:avLst/>
              <a:gdLst/>
              <a:ahLst/>
              <a:cxnLst/>
              <a:rect l="l" t="t" r="r" b="b"/>
              <a:pathLst>
                <a:path w="973" h="3235" extrusionOk="0">
                  <a:moveTo>
                    <a:pt x="231" y="1"/>
                  </a:moveTo>
                  <a:cubicBezTo>
                    <a:pt x="89" y="1"/>
                    <a:pt x="1" y="142"/>
                    <a:pt x="1" y="284"/>
                  </a:cubicBezTo>
                  <a:lnTo>
                    <a:pt x="1" y="3023"/>
                  </a:lnTo>
                  <a:cubicBezTo>
                    <a:pt x="1" y="3164"/>
                    <a:pt x="89" y="3235"/>
                    <a:pt x="231" y="3235"/>
                  </a:cubicBezTo>
                  <a:lnTo>
                    <a:pt x="672" y="3235"/>
                  </a:lnTo>
                  <a:cubicBezTo>
                    <a:pt x="814" y="3235"/>
                    <a:pt x="973" y="3164"/>
                    <a:pt x="973" y="3023"/>
                  </a:cubicBezTo>
                  <a:lnTo>
                    <a:pt x="973" y="284"/>
                  </a:lnTo>
                  <a:cubicBezTo>
                    <a:pt x="973" y="142"/>
                    <a:pt x="814" y="1"/>
                    <a:pt x="6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673;p59"/>
            <p:cNvSpPr/>
            <p:nvPr/>
          </p:nvSpPr>
          <p:spPr>
            <a:xfrm>
              <a:off x="2740576" y="2862758"/>
              <a:ext cx="3641200" cy="59652"/>
            </a:xfrm>
            <a:custGeom>
              <a:avLst/>
              <a:gdLst/>
              <a:ahLst/>
              <a:cxnLst/>
              <a:rect l="l" t="t" r="r" b="b"/>
              <a:pathLst>
                <a:path w="85274" h="1397" extrusionOk="0">
                  <a:moveTo>
                    <a:pt x="1" y="1"/>
                  </a:moveTo>
                  <a:lnTo>
                    <a:pt x="1" y="1397"/>
                  </a:lnTo>
                  <a:lnTo>
                    <a:pt x="85273" y="1397"/>
                  </a:lnTo>
                  <a:lnTo>
                    <a:pt x="85273" y="1"/>
                  </a:lnTo>
                  <a:close/>
                </a:path>
              </a:pathLst>
            </a:custGeom>
            <a:solidFill>
              <a:srgbClr val="FF9025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674;p59"/>
            <p:cNvSpPr/>
            <p:nvPr/>
          </p:nvSpPr>
          <p:spPr>
            <a:xfrm>
              <a:off x="2740576" y="2862758"/>
              <a:ext cx="1172756" cy="59652"/>
            </a:xfrm>
            <a:custGeom>
              <a:avLst/>
              <a:gdLst/>
              <a:ahLst/>
              <a:cxnLst/>
              <a:rect l="l" t="t" r="r" b="b"/>
              <a:pathLst>
                <a:path w="27465" h="1397" extrusionOk="0">
                  <a:moveTo>
                    <a:pt x="1" y="1"/>
                  </a:moveTo>
                  <a:lnTo>
                    <a:pt x="1" y="1397"/>
                  </a:lnTo>
                  <a:lnTo>
                    <a:pt x="27464" y="1397"/>
                  </a:lnTo>
                  <a:lnTo>
                    <a:pt x="274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675;p59"/>
            <p:cNvSpPr/>
            <p:nvPr/>
          </p:nvSpPr>
          <p:spPr>
            <a:xfrm>
              <a:off x="5799970" y="2630337"/>
              <a:ext cx="94367" cy="122293"/>
            </a:xfrm>
            <a:custGeom>
              <a:avLst/>
              <a:gdLst/>
              <a:ahLst/>
              <a:cxnLst/>
              <a:rect l="l" t="t" r="r" b="b"/>
              <a:pathLst>
                <a:path w="2210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2209" y="2863"/>
                  </a:lnTo>
                  <a:lnTo>
                    <a:pt x="2209" y="2121"/>
                  </a:lnTo>
                  <a:lnTo>
                    <a:pt x="954" y="2121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676;p59"/>
            <p:cNvSpPr/>
            <p:nvPr/>
          </p:nvSpPr>
          <p:spPr>
            <a:xfrm>
              <a:off x="5907107" y="2630337"/>
              <a:ext cx="40821" cy="122293"/>
            </a:xfrm>
            <a:custGeom>
              <a:avLst/>
              <a:gdLst/>
              <a:ahLst/>
              <a:cxnLst/>
              <a:rect l="l" t="t" r="r" b="b"/>
              <a:pathLst>
                <a:path w="956" h="2864" extrusionOk="0">
                  <a:moveTo>
                    <a:pt x="1" y="0"/>
                  </a:moveTo>
                  <a:lnTo>
                    <a:pt x="1" y="2863"/>
                  </a:lnTo>
                  <a:lnTo>
                    <a:pt x="955" y="2863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677;p59"/>
            <p:cNvSpPr/>
            <p:nvPr/>
          </p:nvSpPr>
          <p:spPr>
            <a:xfrm>
              <a:off x="5953907" y="2630337"/>
              <a:ext cx="144924" cy="122293"/>
            </a:xfrm>
            <a:custGeom>
              <a:avLst/>
              <a:gdLst/>
              <a:ahLst/>
              <a:cxnLst/>
              <a:rect l="l" t="t" r="r" b="b"/>
              <a:pathLst>
                <a:path w="3394" h="2864" extrusionOk="0">
                  <a:moveTo>
                    <a:pt x="0" y="0"/>
                  </a:moveTo>
                  <a:lnTo>
                    <a:pt x="1185" y="2863"/>
                  </a:lnTo>
                  <a:lnTo>
                    <a:pt x="2139" y="2863"/>
                  </a:lnTo>
                  <a:lnTo>
                    <a:pt x="3394" y="0"/>
                  </a:lnTo>
                  <a:lnTo>
                    <a:pt x="2439" y="0"/>
                  </a:lnTo>
                  <a:lnTo>
                    <a:pt x="1697" y="1679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678;p59"/>
            <p:cNvSpPr/>
            <p:nvPr/>
          </p:nvSpPr>
          <p:spPr>
            <a:xfrm>
              <a:off x="6101823" y="2630337"/>
              <a:ext cx="100388" cy="122293"/>
            </a:xfrm>
            <a:custGeom>
              <a:avLst/>
              <a:gdLst/>
              <a:ahLst/>
              <a:cxnLst/>
              <a:rect l="l" t="t" r="r" b="b"/>
              <a:pathLst>
                <a:path w="2351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2351" y="2863"/>
                  </a:lnTo>
                  <a:lnTo>
                    <a:pt x="2351" y="2121"/>
                  </a:lnTo>
                  <a:lnTo>
                    <a:pt x="955" y="2121"/>
                  </a:lnTo>
                  <a:lnTo>
                    <a:pt x="955" y="1768"/>
                  </a:lnTo>
                  <a:lnTo>
                    <a:pt x="2139" y="1768"/>
                  </a:lnTo>
                  <a:lnTo>
                    <a:pt x="2139" y="1025"/>
                  </a:lnTo>
                  <a:lnTo>
                    <a:pt x="955" y="1025"/>
                  </a:lnTo>
                  <a:lnTo>
                    <a:pt x="955" y="725"/>
                  </a:lnTo>
                  <a:lnTo>
                    <a:pt x="2280" y="725"/>
                  </a:lnTo>
                  <a:lnTo>
                    <a:pt x="22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679;p59"/>
            <p:cNvSpPr/>
            <p:nvPr/>
          </p:nvSpPr>
          <p:spPr>
            <a:xfrm>
              <a:off x="5630148" y="2639390"/>
              <a:ext cx="100430" cy="100388"/>
            </a:xfrm>
            <a:custGeom>
              <a:avLst/>
              <a:gdLst/>
              <a:ahLst/>
              <a:cxnLst/>
              <a:rect l="l" t="t" r="r" b="b"/>
              <a:pathLst>
                <a:path w="2352" h="2351" extrusionOk="0">
                  <a:moveTo>
                    <a:pt x="1185" y="0"/>
                  </a:moveTo>
                  <a:cubicBezTo>
                    <a:pt x="513" y="0"/>
                    <a:pt x="1" y="513"/>
                    <a:pt x="1" y="1184"/>
                  </a:cubicBezTo>
                  <a:cubicBezTo>
                    <a:pt x="1" y="1838"/>
                    <a:pt x="513" y="2351"/>
                    <a:pt x="1185" y="2351"/>
                  </a:cubicBezTo>
                  <a:cubicBezTo>
                    <a:pt x="1839" y="2351"/>
                    <a:pt x="2351" y="1838"/>
                    <a:pt x="2351" y="1184"/>
                  </a:cubicBezTo>
                  <a:cubicBezTo>
                    <a:pt x="2351" y="513"/>
                    <a:pt x="1839" y="0"/>
                    <a:pt x="1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680;p59"/>
            <p:cNvSpPr/>
            <p:nvPr/>
          </p:nvSpPr>
          <p:spPr>
            <a:xfrm>
              <a:off x="3067324" y="1372327"/>
              <a:ext cx="597757" cy="597715"/>
            </a:xfrm>
            <a:custGeom>
              <a:avLst/>
              <a:gdLst/>
              <a:ahLst/>
              <a:cxnLst/>
              <a:rect l="l" t="t" r="r" b="b"/>
              <a:pathLst>
                <a:path w="13999" h="13998" extrusionOk="0">
                  <a:moveTo>
                    <a:pt x="6699" y="0"/>
                  </a:moveTo>
                  <a:lnTo>
                    <a:pt x="6999" y="6999"/>
                  </a:lnTo>
                  <a:lnTo>
                    <a:pt x="602" y="4348"/>
                  </a:lnTo>
                  <a:cubicBezTo>
                    <a:pt x="231" y="5161"/>
                    <a:pt x="1" y="6044"/>
                    <a:pt x="1" y="6999"/>
                  </a:cubicBezTo>
                  <a:cubicBezTo>
                    <a:pt x="1" y="10904"/>
                    <a:pt x="3164" y="13997"/>
                    <a:pt x="6999" y="13997"/>
                  </a:cubicBezTo>
                  <a:cubicBezTo>
                    <a:pt x="9067" y="13997"/>
                    <a:pt x="10905" y="13114"/>
                    <a:pt x="12231" y="11700"/>
                  </a:cubicBezTo>
                  <a:cubicBezTo>
                    <a:pt x="13326" y="10463"/>
                    <a:pt x="13998" y="8837"/>
                    <a:pt x="13998" y="6999"/>
                  </a:cubicBezTo>
                  <a:cubicBezTo>
                    <a:pt x="13998" y="3164"/>
                    <a:pt x="10905" y="0"/>
                    <a:pt x="69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681;p59"/>
            <p:cNvSpPr/>
            <p:nvPr/>
          </p:nvSpPr>
          <p:spPr>
            <a:xfrm>
              <a:off x="3061303" y="1324758"/>
              <a:ext cx="276995" cy="298900"/>
            </a:xfrm>
            <a:custGeom>
              <a:avLst/>
              <a:gdLst/>
              <a:ahLst/>
              <a:cxnLst/>
              <a:rect l="l" t="t" r="r" b="b"/>
              <a:pathLst>
                <a:path w="6487" h="7000" extrusionOk="0">
                  <a:moveTo>
                    <a:pt x="6115" y="1"/>
                  </a:moveTo>
                  <a:cubicBezTo>
                    <a:pt x="4048" y="89"/>
                    <a:pt x="2210" y="1114"/>
                    <a:pt x="955" y="2652"/>
                  </a:cubicBezTo>
                  <a:cubicBezTo>
                    <a:pt x="584" y="3094"/>
                    <a:pt x="213" y="3694"/>
                    <a:pt x="1" y="4278"/>
                  </a:cubicBezTo>
                  <a:lnTo>
                    <a:pt x="6487" y="6999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682;p59"/>
            <p:cNvSpPr/>
            <p:nvPr/>
          </p:nvSpPr>
          <p:spPr>
            <a:xfrm>
              <a:off x="3353377" y="1372327"/>
              <a:ext cx="311710" cy="499590"/>
            </a:xfrm>
            <a:custGeom>
              <a:avLst/>
              <a:gdLst/>
              <a:ahLst/>
              <a:cxnLst/>
              <a:rect l="l" t="t" r="r" b="b"/>
              <a:pathLst>
                <a:path w="7300" h="11700" extrusionOk="0">
                  <a:moveTo>
                    <a:pt x="0" y="0"/>
                  </a:moveTo>
                  <a:lnTo>
                    <a:pt x="300" y="6999"/>
                  </a:lnTo>
                  <a:lnTo>
                    <a:pt x="5532" y="11700"/>
                  </a:lnTo>
                  <a:cubicBezTo>
                    <a:pt x="6627" y="10463"/>
                    <a:pt x="7299" y="8837"/>
                    <a:pt x="7299" y="6999"/>
                  </a:cubicBezTo>
                  <a:cubicBezTo>
                    <a:pt x="7299" y="3164"/>
                    <a:pt x="4206" y="0"/>
                    <a:pt x="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9140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/>
          <p:nvPr/>
        </p:nvSpPr>
        <p:spPr>
          <a:xfrm rot="10800000" flipH="1">
            <a:off x="8256775" y="4348399"/>
            <a:ext cx="540170" cy="484501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412;p38"/>
          <p:cNvSpPr txBox="1">
            <a:spLocks/>
          </p:cNvSpPr>
          <p:nvPr/>
        </p:nvSpPr>
        <p:spPr>
          <a:xfrm>
            <a:off x="720000" y="158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3500" dirty="0">
                <a:highlight>
                  <a:schemeClr val="dk1"/>
                </a:highlight>
              </a:rPr>
              <a:t>Evoluția </a:t>
            </a:r>
            <a:r>
              <a:rPr lang="ro-RO" dirty="0" smtClean="0">
                <a:highlight>
                  <a:schemeClr val="accent1"/>
                </a:highlight>
              </a:rPr>
              <a:t>Emailului</a:t>
            </a:r>
            <a:endParaRPr lang="ro-RO" dirty="0">
              <a:highlight>
                <a:schemeClr val="accent1"/>
              </a:highlight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34723290"/>
              </p:ext>
            </p:extLst>
          </p:nvPr>
        </p:nvGraphicFramePr>
        <p:xfrm>
          <a:off x="410817" y="1425108"/>
          <a:ext cx="8541026" cy="2747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8326" y="824343"/>
            <a:ext cx="3470020" cy="1396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6789" y="4106424"/>
            <a:ext cx="3569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 smtClean="0">
                <a:solidFill>
                  <a:schemeClr val="bg1">
                    <a:lumMod val="50000"/>
                  </a:schemeClr>
                </a:solidFill>
              </a:rPr>
              <a:t>Ce diferență este între POP3 și IMAP?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0"/>
          <p:cNvSpPr txBox="1">
            <a:spLocks noGrp="1"/>
          </p:cNvSpPr>
          <p:nvPr>
            <p:ph type="title"/>
          </p:nvPr>
        </p:nvSpPr>
        <p:spPr>
          <a:xfrm>
            <a:off x="1542208" y="372057"/>
            <a:ext cx="6493565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ro-RO" dirty="0"/>
              <a:t>250+ </a:t>
            </a:r>
            <a:r>
              <a:rPr lang="ro-RO" dirty="0" smtClean="0"/>
              <a:t>de miliarde</a:t>
            </a:r>
            <a:endParaRPr dirty="0"/>
          </a:p>
        </p:txBody>
      </p:sp>
      <p:sp>
        <p:nvSpPr>
          <p:cNvPr id="788" name="Google Shape;788;p50"/>
          <p:cNvSpPr txBox="1">
            <a:spLocks noGrp="1"/>
          </p:cNvSpPr>
          <p:nvPr>
            <p:ph type="title" idx="2"/>
          </p:nvPr>
        </p:nvSpPr>
        <p:spPr>
          <a:xfrm>
            <a:off x="3232827" y="1912956"/>
            <a:ext cx="45171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</a:t>
            </a:r>
            <a:r>
              <a:rPr lang="ro-RO" dirty="0" smtClean="0"/>
              <a:t>9%</a:t>
            </a:r>
            <a:endParaRPr dirty="0"/>
          </a:p>
        </p:txBody>
      </p:sp>
      <p:sp>
        <p:nvSpPr>
          <p:cNvPr id="789" name="Google Shape;789;p50"/>
          <p:cNvSpPr txBox="1">
            <a:spLocks noGrp="1"/>
          </p:cNvSpPr>
          <p:nvPr>
            <p:ph type="subTitle" idx="3"/>
          </p:nvPr>
        </p:nvSpPr>
        <p:spPr>
          <a:xfrm>
            <a:off x="3232827" y="2889540"/>
            <a:ext cx="45171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 smtClean="0"/>
              <a:t>Utilizatori</a:t>
            </a:r>
            <a:r>
              <a:rPr lang="fr-FR" dirty="0" smtClean="0"/>
              <a:t> </a:t>
            </a:r>
            <a:r>
              <a:rPr lang="fr-FR" dirty="0"/>
              <a:t>au </a:t>
            </a:r>
            <a:r>
              <a:rPr lang="ro-RO" dirty="0" smtClean="0"/>
              <a:t>cel</a:t>
            </a:r>
            <a:r>
              <a:rPr lang="fr-FR" dirty="0" smtClean="0"/>
              <a:t> </a:t>
            </a:r>
            <a:r>
              <a:rPr lang="ro-RO" dirty="0" smtClean="0"/>
              <a:t>puțin 2 adrese de email.</a:t>
            </a:r>
            <a:endParaRPr lang="ro-RO" dirty="0"/>
          </a:p>
        </p:txBody>
      </p:sp>
      <p:sp>
        <p:nvSpPr>
          <p:cNvPr id="790" name="Google Shape;790;p50"/>
          <p:cNvSpPr txBox="1">
            <a:spLocks noGrp="1"/>
          </p:cNvSpPr>
          <p:nvPr>
            <p:ph type="title" idx="4"/>
          </p:nvPr>
        </p:nvSpPr>
        <p:spPr>
          <a:xfrm>
            <a:off x="3140061" y="3384971"/>
            <a:ext cx="4515300" cy="9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40%</a:t>
            </a:r>
            <a:endParaRPr dirty="0"/>
          </a:p>
        </p:txBody>
      </p:sp>
      <p:sp>
        <p:nvSpPr>
          <p:cNvPr id="791" name="Google Shape;791;p50"/>
          <p:cNvSpPr txBox="1">
            <a:spLocks noGrp="1"/>
          </p:cNvSpPr>
          <p:nvPr>
            <p:ph type="subTitle" idx="5"/>
          </p:nvPr>
        </p:nvSpPr>
        <p:spPr>
          <a:xfrm>
            <a:off x="3140061" y="4359455"/>
            <a:ext cx="4515300" cy="3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Utilizatori își verifică emailul zilnic.</a:t>
            </a:r>
            <a:endParaRPr dirty="0"/>
          </a:p>
        </p:txBody>
      </p:sp>
      <p:grpSp>
        <p:nvGrpSpPr>
          <p:cNvPr id="792" name="Google Shape;792;p50"/>
          <p:cNvGrpSpPr/>
          <p:nvPr/>
        </p:nvGrpSpPr>
        <p:grpSpPr>
          <a:xfrm>
            <a:off x="8248283" y="3432984"/>
            <a:ext cx="534975" cy="534962"/>
            <a:chOff x="7060925" y="3160800"/>
            <a:chExt cx="437500" cy="437525"/>
          </a:xfrm>
        </p:grpSpPr>
        <p:sp>
          <p:nvSpPr>
            <p:cNvPr id="793" name="Google Shape;793;p50"/>
            <p:cNvSpPr/>
            <p:nvPr/>
          </p:nvSpPr>
          <p:spPr>
            <a:xfrm>
              <a:off x="7211300" y="3517050"/>
              <a:ext cx="137650" cy="81275"/>
            </a:xfrm>
            <a:custGeom>
              <a:avLst/>
              <a:gdLst/>
              <a:ahLst/>
              <a:cxnLst/>
              <a:rect l="l" t="t" r="r" b="b"/>
              <a:pathLst>
                <a:path w="5506" h="3251" extrusionOk="0">
                  <a:moveTo>
                    <a:pt x="0" y="1"/>
                  </a:moveTo>
                  <a:lnTo>
                    <a:pt x="0" y="459"/>
                  </a:lnTo>
                  <a:cubicBezTo>
                    <a:pt x="0" y="1947"/>
                    <a:pt x="1171" y="3190"/>
                    <a:pt x="2650" y="3249"/>
                  </a:cubicBezTo>
                  <a:cubicBezTo>
                    <a:pt x="2681" y="3250"/>
                    <a:pt x="2712" y="3250"/>
                    <a:pt x="2743" y="3250"/>
                  </a:cubicBezTo>
                  <a:cubicBezTo>
                    <a:pt x="4262" y="3250"/>
                    <a:pt x="5505" y="2019"/>
                    <a:pt x="5505" y="496"/>
                  </a:cubicBezTo>
                  <a:lnTo>
                    <a:pt x="5505" y="1"/>
                  </a:lnTo>
                  <a:cubicBezTo>
                    <a:pt x="4678" y="415"/>
                    <a:pt x="3737" y="653"/>
                    <a:pt x="2753" y="653"/>
                  </a:cubicBezTo>
                  <a:cubicBezTo>
                    <a:pt x="1762" y="653"/>
                    <a:pt x="830" y="41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7266800" y="3160800"/>
              <a:ext cx="25725" cy="52175"/>
            </a:xfrm>
            <a:custGeom>
              <a:avLst/>
              <a:gdLst/>
              <a:ahLst/>
              <a:cxnLst/>
              <a:rect l="l" t="t" r="r" b="b"/>
              <a:pathLst>
                <a:path w="1029" h="2087" extrusionOk="0">
                  <a:moveTo>
                    <a:pt x="0" y="0"/>
                  </a:moveTo>
                  <a:lnTo>
                    <a:pt x="0" y="2087"/>
                  </a:lnTo>
                  <a:lnTo>
                    <a:pt x="1028" y="2087"/>
                  </a:lnTo>
                  <a:lnTo>
                    <a:pt x="10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7159325" y="3183750"/>
              <a:ext cx="48125" cy="57925"/>
            </a:xfrm>
            <a:custGeom>
              <a:avLst/>
              <a:gdLst/>
              <a:ahLst/>
              <a:cxnLst/>
              <a:rect l="l" t="t" r="r" b="b"/>
              <a:pathLst>
                <a:path w="1925" h="2317" extrusionOk="0">
                  <a:moveTo>
                    <a:pt x="888" y="1"/>
                  </a:moveTo>
                  <a:lnTo>
                    <a:pt x="0" y="517"/>
                  </a:lnTo>
                  <a:lnTo>
                    <a:pt x="1037" y="2316"/>
                  </a:lnTo>
                  <a:lnTo>
                    <a:pt x="1925" y="1805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7083850" y="3259225"/>
              <a:ext cx="57950" cy="48100"/>
            </a:xfrm>
            <a:custGeom>
              <a:avLst/>
              <a:gdLst/>
              <a:ahLst/>
              <a:cxnLst/>
              <a:rect l="l" t="t" r="r" b="b"/>
              <a:pathLst>
                <a:path w="2318" h="1924" extrusionOk="0">
                  <a:moveTo>
                    <a:pt x="512" y="0"/>
                  </a:moveTo>
                  <a:lnTo>
                    <a:pt x="0" y="888"/>
                  </a:lnTo>
                  <a:lnTo>
                    <a:pt x="1806" y="1923"/>
                  </a:lnTo>
                  <a:lnTo>
                    <a:pt x="2318" y="1036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7060925" y="3366700"/>
              <a:ext cx="52200" cy="25725"/>
            </a:xfrm>
            <a:custGeom>
              <a:avLst/>
              <a:gdLst/>
              <a:ahLst/>
              <a:cxnLst/>
              <a:rect l="l" t="t" r="r" b="b"/>
              <a:pathLst>
                <a:path w="2088" h="1029" extrusionOk="0">
                  <a:moveTo>
                    <a:pt x="1" y="0"/>
                  </a:moveTo>
                  <a:lnTo>
                    <a:pt x="1" y="1029"/>
                  </a:lnTo>
                  <a:lnTo>
                    <a:pt x="2087" y="1029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7083850" y="3451750"/>
              <a:ext cx="57950" cy="48325"/>
            </a:xfrm>
            <a:custGeom>
              <a:avLst/>
              <a:gdLst/>
              <a:ahLst/>
              <a:cxnLst/>
              <a:rect l="l" t="t" r="r" b="b"/>
              <a:pathLst>
                <a:path w="2318" h="1933" extrusionOk="0">
                  <a:moveTo>
                    <a:pt x="1806" y="1"/>
                  </a:moveTo>
                  <a:lnTo>
                    <a:pt x="0" y="1045"/>
                  </a:lnTo>
                  <a:lnTo>
                    <a:pt x="512" y="1933"/>
                  </a:lnTo>
                  <a:lnTo>
                    <a:pt x="2318" y="889"/>
                  </a:lnTo>
                  <a:lnTo>
                    <a:pt x="18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7417550" y="3451750"/>
              <a:ext cx="57925" cy="48325"/>
            </a:xfrm>
            <a:custGeom>
              <a:avLst/>
              <a:gdLst/>
              <a:ahLst/>
              <a:cxnLst/>
              <a:rect l="l" t="t" r="r" b="b"/>
              <a:pathLst>
                <a:path w="2317" h="1933" extrusionOk="0">
                  <a:moveTo>
                    <a:pt x="512" y="1"/>
                  </a:moveTo>
                  <a:lnTo>
                    <a:pt x="1" y="889"/>
                  </a:lnTo>
                  <a:lnTo>
                    <a:pt x="1807" y="1933"/>
                  </a:lnTo>
                  <a:lnTo>
                    <a:pt x="2316" y="1045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7446225" y="3366700"/>
              <a:ext cx="52200" cy="25725"/>
            </a:xfrm>
            <a:custGeom>
              <a:avLst/>
              <a:gdLst/>
              <a:ahLst/>
              <a:cxnLst/>
              <a:rect l="l" t="t" r="r" b="b"/>
              <a:pathLst>
                <a:path w="2088" h="1029" extrusionOk="0">
                  <a:moveTo>
                    <a:pt x="1" y="0"/>
                  </a:moveTo>
                  <a:lnTo>
                    <a:pt x="1" y="1029"/>
                  </a:lnTo>
                  <a:lnTo>
                    <a:pt x="2087" y="1029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7417550" y="3259225"/>
              <a:ext cx="57925" cy="48100"/>
            </a:xfrm>
            <a:custGeom>
              <a:avLst/>
              <a:gdLst/>
              <a:ahLst/>
              <a:cxnLst/>
              <a:rect l="l" t="t" r="r" b="b"/>
              <a:pathLst>
                <a:path w="2317" h="1924" extrusionOk="0">
                  <a:moveTo>
                    <a:pt x="1807" y="0"/>
                  </a:moveTo>
                  <a:lnTo>
                    <a:pt x="1" y="1036"/>
                  </a:lnTo>
                  <a:lnTo>
                    <a:pt x="512" y="1923"/>
                  </a:lnTo>
                  <a:lnTo>
                    <a:pt x="2316" y="888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7351900" y="3183750"/>
              <a:ext cx="48275" cy="57925"/>
            </a:xfrm>
            <a:custGeom>
              <a:avLst/>
              <a:gdLst/>
              <a:ahLst/>
              <a:cxnLst/>
              <a:rect l="l" t="t" r="r" b="b"/>
              <a:pathLst>
                <a:path w="1931" h="2317" extrusionOk="0">
                  <a:moveTo>
                    <a:pt x="1043" y="1"/>
                  </a:moveTo>
                  <a:lnTo>
                    <a:pt x="0" y="1805"/>
                  </a:lnTo>
                  <a:lnTo>
                    <a:pt x="888" y="2316"/>
                  </a:lnTo>
                  <a:lnTo>
                    <a:pt x="1931" y="517"/>
                  </a:lnTo>
                  <a:lnTo>
                    <a:pt x="10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7151550" y="3251450"/>
              <a:ext cx="256225" cy="256225"/>
            </a:xfrm>
            <a:custGeom>
              <a:avLst/>
              <a:gdLst/>
              <a:ahLst/>
              <a:cxnLst/>
              <a:rect l="l" t="t" r="r" b="b"/>
              <a:pathLst>
                <a:path w="10249" h="10249" extrusionOk="0">
                  <a:moveTo>
                    <a:pt x="7689" y="3248"/>
                  </a:moveTo>
                  <a:lnTo>
                    <a:pt x="7689" y="6837"/>
                  </a:lnTo>
                  <a:lnTo>
                    <a:pt x="2561" y="6837"/>
                  </a:lnTo>
                  <a:lnTo>
                    <a:pt x="2561" y="3248"/>
                  </a:lnTo>
                  <a:lnTo>
                    <a:pt x="3589" y="3248"/>
                  </a:lnTo>
                  <a:lnTo>
                    <a:pt x="3589" y="5809"/>
                  </a:lnTo>
                  <a:lnTo>
                    <a:pt x="4610" y="5809"/>
                  </a:lnTo>
                  <a:lnTo>
                    <a:pt x="4610" y="3248"/>
                  </a:lnTo>
                  <a:lnTo>
                    <a:pt x="5638" y="3248"/>
                  </a:lnTo>
                  <a:lnTo>
                    <a:pt x="5638" y="5809"/>
                  </a:lnTo>
                  <a:lnTo>
                    <a:pt x="6659" y="5809"/>
                  </a:lnTo>
                  <a:lnTo>
                    <a:pt x="6659" y="3248"/>
                  </a:lnTo>
                  <a:close/>
                  <a:moveTo>
                    <a:pt x="5129" y="1"/>
                  </a:moveTo>
                  <a:cubicBezTo>
                    <a:pt x="2302" y="1"/>
                    <a:pt x="0" y="2302"/>
                    <a:pt x="0" y="5127"/>
                  </a:cubicBezTo>
                  <a:cubicBezTo>
                    <a:pt x="0" y="7954"/>
                    <a:pt x="2302" y="10248"/>
                    <a:pt x="5129" y="10248"/>
                  </a:cubicBezTo>
                  <a:cubicBezTo>
                    <a:pt x="7956" y="10248"/>
                    <a:pt x="10248" y="7954"/>
                    <a:pt x="10248" y="5127"/>
                  </a:cubicBezTo>
                  <a:cubicBezTo>
                    <a:pt x="10248" y="2302"/>
                    <a:pt x="7956" y="1"/>
                    <a:pt x="51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4" name="Google Shape;804;p50"/>
          <p:cNvGrpSpPr/>
          <p:nvPr/>
        </p:nvGrpSpPr>
        <p:grpSpPr>
          <a:xfrm>
            <a:off x="8248283" y="1957282"/>
            <a:ext cx="443143" cy="534687"/>
            <a:chOff x="6365425" y="2420525"/>
            <a:chExt cx="362400" cy="437300"/>
          </a:xfrm>
        </p:grpSpPr>
        <p:sp>
          <p:nvSpPr>
            <p:cNvPr id="805" name="Google Shape;805;p50"/>
            <p:cNvSpPr/>
            <p:nvPr/>
          </p:nvSpPr>
          <p:spPr>
            <a:xfrm>
              <a:off x="6442350" y="2497275"/>
              <a:ext cx="208500" cy="208700"/>
            </a:xfrm>
            <a:custGeom>
              <a:avLst/>
              <a:gdLst/>
              <a:ahLst/>
              <a:cxnLst/>
              <a:rect l="l" t="t" r="r" b="b"/>
              <a:pathLst>
                <a:path w="8340" h="8348" extrusionOk="0">
                  <a:moveTo>
                    <a:pt x="6727" y="2295"/>
                  </a:moveTo>
                  <a:lnTo>
                    <a:pt x="6727" y="5877"/>
                  </a:lnTo>
                  <a:lnTo>
                    <a:pt x="1608" y="5877"/>
                  </a:lnTo>
                  <a:lnTo>
                    <a:pt x="1608" y="2295"/>
                  </a:lnTo>
                  <a:lnTo>
                    <a:pt x="2629" y="2295"/>
                  </a:lnTo>
                  <a:lnTo>
                    <a:pt x="2629" y="4856"/>
                  </a:lnTo>
                  <a:lnTo>
                    <a:pt x="3657" y="4856"/>
                  </a:lnTo>
                  <a:lnTo>
                    <a:pt x="3657" y="2295"/>
                  </a:lnTo>
                  <a:lnTo>
                    <a:pt x="4678" y="2295"/>
                  </a:lnTo>
                  <a:lnTo>
                    <a:pt x="4678" y="4856"/>
                  </a:lnTo>
                  <a:lnTo>
                    <a:pt x="5706" y="4856"/>
                  </a:lnTo>
                  <a:lnTo>
                    <a:pt x="5706" y="2295"/>
                  </a:lnTo>
                  <a:close/>
                  <a:moveTo>
                    <a:pt x="4166" y="1"/>
                  </a:moveTo>
                  <a:cubicBezTo>
                    <a:pt x="1874" y="1"/>
                    <a:pt x="1" y="1873"/>
                    <a:pt x="1" y="4174"/>
                  </a:cubicBezTo>
                  <a:cubicBezTo>
                    <a:pt x="1" y="6475"/>
                    <a:pt x="1874" y="8347"/>
                    <a:pt x="4166" y="8347"/>
                  </a:cubicBezTo>
                  <a:cubicBezTo>
                    <a:pt x="6468" y="8347"/>
                    <a:pt x="8339" y="6475"/>
                    <a:pt x="8339" y="4174"/>
                  </a:cubicBezTo>
                  <a:cubicBezTo>
                    <a:pt x="8339" y="1873"/>
                    <a:pt x="6468" y="1"/>
                    <a:pt x="4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6365425" y="2420525"/>
              <a:ext cx="362400" cy="437300"/>
            </a:xfrm>
            <a:custGeom>
              <a:avLst/>
              <a:gdLst/>
              <a:ahLst/>
              <a:cxnLst/>
              <a:rect l="l" t="t" r="r" b="b"/>
              <a:pathLst>
                <a:path w="14496" h="17492" extrusionOk="0">
                  <a:moveTo>
                    <a:pt x="7243" y="2050"/>
                  </a:moveTo>
                  <a:cubicBezTo>
                    <a:pt x="10115" y="2050"/>
                    <a:pt x="12445" y="4382"/>
                    <a:pt x="12445" y="7244"/>
                  </a:cubicBezTo>
                  <a:cubicBezTo>
                    <a:pt x="12445" y="10108"/>
                    <a:pt x="10115" y="12438"/>
                    <a:pt x="7243" y="12438"/>
                  </a:cubicBezTo>
                  <a:cubicBezTo>
                    <a:pt x="4381" y="12438"/>
                    <a:pt x="2049" y="10108"/>
                    <a:pt x="2049" y="7244"/>
                  </a:cubicBezTo>
                  <a:cubicBezTo>
                    <a:pt x="2049" y="4382"/>
                    <a:pt x="4381" y="2050"/>
                    <a:pt x="7243" y="2050"/>
                  </a:cubicBezTo>
                  <a:close/>
                  <a:moveTo>
                    <a:pt x="7243" y="1"/>
                  </a:moveTo>
                  <a:cubicBezTo>
                    <a:pt x="3248" y="1"/>
                    <a:pt x="0" y="3249"/>
                    <a:pt x="0" y="7244"/>
                  </a:cubicBezTo>
                  <a:cubicBezTo>
                    <a:pt x="0" y="9176"/>
                    <a:pt x="755" y="10996"/>
                    <a:pt x="2124" y="12365"/>
                  </a:cubicBezTo>
                  <a:lnTo>
                    <a:pt x="7243" y="17492"/>
                  </a:lnTo>
                  <a:lnTo>
                    <a:pt x="12372" y="12365"/>
                  </a:lnTo>
                  <a:cubicBezTo>
                    <a:pt x="13741" y="10996"/>
                    <a:pt x="14496" y="9176"/>
                    <a:pt x="14496" y="7244"/>
                  </a:cubicBezTo>
                  <a:cubicBezTo>
                    <a:pt x="14496" y="3249"/>
                    <a:pt x="11239" y="1"/>
                    <a:pt x="7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7" name="Google Shape;807;p50"/>
          <p:cNvGrpSpPr/>
          <p:nvPr/>
        </p:nvGrpSpPr>
        <p:grpSpPr>
          <a:xfrm>
            <a:off x="8233708" y="481556"/>
            <a:ext cx="472307" cy="534717"/>
            <a:chOff x="3364550" y="1063000"/>
            <a:chExt cx="386250" cy="437325"/>
          </a:xfrm>
        </p:grpSpPr>
        <p:sp>
          <p:nvSpPr>
            <p:cNvPr id="808" name="Google Shape;808;p50"/>
            <p:cNvSpPr/>
            <p:nvPr/>
          </p:nvSpPr>
          <p:spPr>
            <a:xfrm>
              <a:off x="3544925" y="1161975"/>
              <a:ext cx="51250" cy="51425"/>
            </a:xfrm>
            <a:custGeom>
              <a:avLst/>
              <a:gdLst/>
              <a:ahLst/>
              <a:cxnLst/>
              <a:rect l="l" t="t" r="r" b="b"/>
              <a:pathLst>
                <a:path w="2050" h="2057" extrusionOk="0">
                  <a:moveTo>
                    <a:pt x="1022" y="0"/>
                  </a:moveTo>
                  <a:cubicBezTo>
                    <a:pt x="459" y="0"/>
                    <a:pt x="1" y="467"/>
                    <a:pt x="1" y="1028"/>
                  </a:cubicBezTo>
                  <a:cubicBezTo>
                    <a:pt x="1" y="1598"/>
                    <a:pt x="459" y="2056"/>
                    <a:pt x="1022" y="2056"/>
                  </a:cubicBezTo>
                  <a:cubicBezTo>
                    <a:pt x="1592" y="2056"/>
                    <a:pt x="2050" y="1598"/>
                    <a:pt x="2050" y="1028"/>
                  </a:cubicBezTo>
                  <a:cubicBezTo>
                    <a:pt x="2050" y="467"/>
                    <a:pt x="1592" y="0"/>
                    <a:pt x="1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3364550" y="1063000"/>
              <a:ext cx="386250" cy="437325"/>
            </a:xfrm>
            <a:custGeom>
              <a:avLst/>
              <a:gdLst/>
              <a:ahLst/>
              <a:cxnLst/>
              <a:rect l="l" t="t" r="r" b="b"/>
              <a:pathLst>
                <a:path w="15450" h="17493" extrusionOk="0">
                  <a:moveTo>
                    <a:pt x="8237" y="2938"/>
                  </a:moveTo>
                  <a:cubicBezTo>
                    <a:pt x="9368" y="2938"/>
                    <a:pt x="10286" y="3856"/>
                    <a:pt x="10286" y="4987"/>
                  </a:cubicBezTo>
                  <a:cubicBezTo>
                    <a:pt x="10286" y="5365"/>
                    <a:pt x="10183" y="5721"/>
                    <a:pt x="10005" y="6031"/>
                  </a:cubicBezTo>
                  <a:lnTo>
                    <a:pt x="11499" y="7525"/>
                  </a:lnTo>
                  <a:lnTo>
                    <a:pt x="10774" y="8251"/>
                  </a:lnTo>
                  <a:lnTo>
                    <a:pt x="9279" y="6756"/>
                  </a:lnTo>
                  <a:cubicBezTo>
                    <a:pt x="8976" y="6933"/>
                    <a:pt x="8620" y="7036"/>
                    <a:pt x="8237" y="7036"/>
                  </a:cubicBezTo>
                  <a:cubicBezTo>
                    <a:pt x="7111" y="7036"/>
                    <a:pt x="6188" y="6120"/>
                    <a:pt x="6188" y="4987"/>
                  </a:cubicBezTo>
                  <a:cubicBezTo>
                    <a:pt x="6188" y="3856"/>
                    <a:pt x="7111" y="2938"/>
                    <a:pt x="8237" y="2938"/>
                  </a:cubicBezTo>
                  <a:close/>
                  <a:moveTo>
                    <a:pt x="12373" y="9945"/>
                  </a:moveTo>
                  <a:lnTo>
                    <a:pt x="12373" y="10966"/>
                  </a:lnTo>
                  <a:lnTo>
                    <a:pt x="4108" y="10966"/>
                  </a:lnTo>
                  <a:lnTo>
                    <a:pt x="4108" y="9945"/>
                  </a:lnTo>
                  <a:close/>
                  <a:moveTo>
                    <a:pt x="12373" y="11994"/>
                  </a:moveTo>
                  <a:lnTo>
                    <a:pt x="12373" y="13015"/>
                  </a:lnTo>
                  <a:lnTo>
                    <a:pt x="4108" y="13015"/>
                  </a:lnTo>
                  <a:lnTo>
                    <a:pt x="4108" y="11994"/>
                  </a:lnTo>
                  <a:close/>
                  <a:moveTo>
                    <a:pt x="1029" y="1"/>
                  </a:moveTo>
                  <a:lnTo>
                    <a:pt x="1029" y="2730"/>
                  </a:lnTo>
                  <a:lnTo>
                    <a:pt x="1" y="2730"/>
                  </a:lnTo>
                  <a:lnTo>
                    <a:pt x="1" y="3760"/>
                  </a:lnTo>
                  <a:lnTo>
                    <a:pt x="1029" y="3760"/>
                  </a:lnTo>
                  <a:lnTo>
                    <a:pt x="1029" y="5499"/>
                  </a:lnTo>
                  <a:lnTo>
                    <a:pt x="1" y="5499"/>
                  </a:lnTo>
                  <a:lnTo>
                    <a:pt x="1" y="6527"/>
                  </a:lnTo>
                  <a:lnTo>
                    <a:pt x="1029" y="6527"/>
                  </a:lnTo>
                  <a:lnTo>
                    <a:pt x="1029" y="8235"/>
                  </a:lnTo>
                  <a:lnTo>
                    <a:pt x="1" y="8235"/>
                  </a:lnTo>
                  <a:lnTo>
                    <a:pt x="1" y="9256"/>
                  </a:lnTo>
                  <a:lnTo>
                    <a:pt x="1029" y="9256"/>
                  </a:lnTo>
                  <a:lnTo>
                    <a:pt x="1029" y="10966"/>
                  </a:lnTo>
                  <a:lnTo>
                    <a:pt x="1" y="10966"/>
                  </a:lnTo>
                  <a:lnTo>
                    <a:pt x="1" y="11994"/>
                  </a:lnTo>
                  <a:lnTo>
                    <a:pt x="1029" y="11994"/>
                  </a:lnTo>
                  <a:lnTo>
                    <a:pt x="1029" y="13733"/>
                  </a:lnTo>
                  <a:lnTo>
                    <a:pt x="1" y="13733"/>
                  </a:lnTo>
                  <a:lnTo>
                    <a:pt x="1" y="14761"/>
                  </a:lnTo>
                  <a:lnTo>
                    <a:pt x="1029" y="14761"/>
                  </a:lnTo>
                  <a:lnTo>
                    <a:pt x="1029" y="17492"/>
                  </a:lnTo>
                  <a:lnTo>
                    <a:pt x="15450" y="17492"/>
                  </a:lnTo>
                  <a:lnTo>
                    <a:pt x="154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10" name="Google Shape;810;p50"/>
          <p:cNvSpPr/>
          <p:nvPr/>
        </p:nvSpPr>
        <p:spPr>
          <a:xfrm rot="10800000" flipH="1">
            <a:off x="7800825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1" name="Google Shape;811;p50"/>
          <p:cNvSpPr/>
          <p:nvPr/>
        </p:nvSpPr>
        <p:spPr>
          <a:xfrm rot="10800000" flipH="1">
            <a:off x="8144919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2" name="Google Shape;812;p50"/>
          <p:cNvSpPr/>
          <p:nvPr/>
        </p:nvSpPr>
        <p:spPr>
          <a:xfrm flipH="1">
            <a:off x="706310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3" name="Google Shape;813;p50"/>
          <p:cNvSpPr/>
          <p:nvPr/>
        </p:nvSpPr>
        <p:spPr>
          <a:xfrm flipH="1">
            <a:off x="362201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789;p50"/>
          <p:cNvSpPr txBox="1">
            <a:spLocks/>
          </p:cNvSpPr>
          <p:nvPr/>
        </p:nvSpPr>
        <p:spPr>
          <a:xfrm>
            <a:off x="3232827" y="1348641"/>
            <a:ext cx="4517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6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ro-RO" dirty="0" smtClean="0"/>
              <a:t>Emailuri sunt trimise zilnic.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575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6" name="Google Shape;3406;p67"/>
          <p:cNvSpPr txBox="1">
            <a:spLocks noGrp="1"/>
          </p:cNvSpPr>
          <p:nvPr>
            <p:ph type="title"/>
          </p:nvPr>
        </p:nvSpPr>
        <p:spPr>
          <a:xfrm>
            <a:off x="720000" y="2992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Resu</a:t>
            </a:r>
            <a:r>
              <a:rPr lang="ro-RO" dirty="0" err="1" smtClean="0"/>
              <a:t>rse</a:t>
            </a:r>
            <a:endParaRPr dirty="0"/>
          </a:p>
        </p:txBody>
      </p:sp>
      <p:sp>
        <p:nvSpPr>
          <p:cNvPr id="3408" name="Google Shape;3408;p67"/>
          <p:cNvSpPr txBox="1">
            <a:spLocks noGrp="1"/>
          </p:cNvSpPr>
          <p:nvPr>
            <p:ph type="subTitle" idx="3"/>
          </p:nvPr>
        </p:nvSpPr>
        <p:spPr>
          <a:xfrm>
            <a:off x="205409" y="1110999"/>
            <a:ext cx="8633791" cy="3050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solidFill>
                  <a:schemeClr val="accent4"/>
                </a:solidFill>
              </a:rPr>
              <a:t>[1] Luminița </a:t>
            </a:r>
            <a:r>
              <a:rPr lang="ro-RO" dirty="0" err="1">
                <a:solidFill>
                  <a:schemeClr val="accent4"/>
                </a:solidFill>
              </a:rPr>
              <a:t>Ciocaru</a:t>
            </a:r>
            <a:r>
              <a:rPr lang="ro-RO" dirty="0">
                <a:solidFill>
                  <a:schemeClr val="accent4"/>
                </a:solidFill>
              </a:rPr>
              <a:t>, Ștefania </a:t>
            </a:r>
            <a:r>
              <a:rPr lang="ro-RO" dirty="0" err="1">
                <a:solidFill>
                  <a:schemeClr val="accent4"/>
                </a:solidFill>
              </a:rPr>
              <a:t>Penea</a:t>
            </a:r>
            <a:r>
              <a:rPr lang="ro-RO" dirty="0">
                <a:solidFill>
                  <a:schemeClr val="accent4"/>
                </a:solidFill>
              </a:rPr>
              <a:t>, Oana Rusu, Claudia-Elena Mitrache, Manualul pentru clasa a VI-a de Informatica și TIC, Editura Litera, 2023, ISBN </a:t>
            </a:r>
            <a:r>
              <a:rPr lang="ro-RO" dirty="0" smtClean="0">
                <a:solidFill>
                  <a:schemeClr val="accent4"/>
                </a:solidFill>
              </a:rPr>
              <a:t>978-630-319-185-0</a:t>
            </a:r>
          </a:p>
          <a:p>
            <a:endParaRPr lang="ro-RO" dirty="0" smtClean="0">
              <a:solidFill>
                <a:schemeClr val="accent4"/>
              </a:solidFill>
            </a:endParaRPr>
          </a:p>
          <a:p>
            <a:r>
              <a:rPr lang="ro-RO" sz="1200" u="sng" dirty="0" smtClean="0">
                <a:solidFill>
                  <a:schemeClr val="accent4"/>
                </a:solidFill>
                <a:hlinkClick r:id="rId3"/>
              </a:rPr>
              <a:t>https://manuale.edu.ro/manuale/Clasa%20a%20VI-a/Informatica%20si%20TIC/R1JVUCBFRElUT1JJQUwg/</a:t>
            </a:r>
            <a:endParaRPr lang="ro-RO" sz="1200" u="sng" dirty="0">
              <a:solidFill>
                <a:schemeClr val="accent4"/>
              </a:solidFill>
            </a:endParaRPr>
          </a:p>
        </p:txBody>
      </p:sp>
      <p:sp>
        <p:nvSpPr>
          <p:cNvPr id="3409" name="Google Shape;3409;p67"/>
          <p:cNvSpPr/>
          <p:nvPr/>
        </p:nvSpPr>
        <p:spPr>
          <a:xfrm rot="10800000" flipH="1">
            <a:off x="8144919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Google Shape;2891;p64"/>
          <p:cNvSpPr txBox="1">
            <a:spLocks noGrp="1"/>
          </p:cNvSpPr>
          <p:nvPr>
            <p:ph type="ctrTitle"/>
          </p:nvPr>
        </p:nvSpPr>
        <p:spPr>
          <a:xfrm>
            <a:off x="2268300" y="674975"/>
            <a:ext cx="46074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892" name="Google Shape;2892;p64"/>
          <p:cNvSpPr txBox="1">
            <a:spLocks noGrp="1"/>
          </p:cNvSpPr>
          <p:nvPr>
            <p:ph type="subTitle" idx="1"/>
          </p:nvPr>
        </p:nvSpPr>
        <p:spPr>
          <a:xfrm>
            <a:off x="2262900" y="1905750"/>
            <a:ext cx="4618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Do you have any questions?</a:t>
            </a:r>
            <a:endParaRPr sz="240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addyouremail@freepik.com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sp>
        <p:nvSpPr>
          <p:cNvPr id="2893" name="Google Shape;2893;p64"/>
          <p:cNvSpPr txBox="1"/>
          <p:nvPr/>
        </p:nvSpPr>
        <p:spPr>
          <a:xfrm>
            <a:off x="2430000" y="4288576"/>
            <a:ext cx="42840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Please keep this slide for attribution</a:t>
            </a:r>
            <a:endParaRPr sz="1200">
              <a:solidFill>
                <a:schemeClr val="accent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894" name="Google Shape;2894;p64"/>
          <p:cNvGrpSpPr/>
          <p:nvPr/>
        </p:nvGrpSpPr>
        <p:grpSpPr>
          <a:xfrm>
            <a:off x="4451477" y="3250164"/>
            <a:ext cx="320304" cy="320345"/>
            <a:chOff x="6080031" y="3163484"/>
            <a:chExt cx="441312" cy="441307"/>
          </a:xfrm>
        </p:grpSpPr>
        <p:sp>
          <p:nvSpPr>
            <p:cNvPr id="2895" name="Google Shape;2895;p64"/>
            <p:cNvSpPr/>
            <p:nvPr/>
          </p:nvSpPr>
          <p:spPr>
            <a:xfrm>
              <a:off x="6086695" y="3305226"/>
              <a:ext cx="103381" cy="299565"/>
            </a:xfrm>
            <a:custGeom>
              <a:avLst/>
              <a:gdLst/>
              <a:ahLst/>
              <a:cxnLst/>
              <a:rect l="l" t="t" r="r" b="b"/>
              <a:pathLst>
                <a:path w="21239" h="61544" extrusionOk="0">
                  <a:moveTo>
                    <a:pt x="1369" y="0"/>
                  </a:moveTo>
                  <a:cubicBezTo>
                    <a:pt x="567" y="0"/>
                    <a:pt x="1" y="566"/>
                    <a:pt x="1" y="1369"/>
                  </a:cubicBezTo>
                  <a:lnTo>
                    <a:pt x="1" y="59939"/>
                  </a:lnTo>
                  <a:cubicBezTo>
                    <a:pt x="1" y="60741"/>
                    <a:pt x="567" y="61544"/>
                    <a:pt x="1369" y="61544"/>
                  </a:cubicBezTo>
                  <a:lnTo>
                    <a:pt x="19681" y="61544"/>
                  </a:lnTo>
                  <a:cubicBezTo>
                    <a:pt x="20436" y="61544"/>
                    <a:pt x="21239" y="60741"/>
                    <a:pt x="21239" y="59939"/>
                  </a:cubicBezTo>
                  <a:lnTo>
                    <a:pt x="21239" y="1369"/>
                  </a:lnTo>
                  <a:cubicBezTo>
                    <a:pt x="21239" y="566"/>
                    <a:pt x="20436" y="0"/>
                    <a:pt x="196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64"/>
            <p:cNvSpPr/>
            <p:nvPr/>
          </p:nvSpPr>
          <p:spPr>
            <a:xfrm>
              <a:off x="6080031" y="3163484"/>
              <a:ext cx="116708" cy="116703"/>
            </a:xfrm>
            <a:custGeom>
              <a:avLst/>
              <a:gdLst/>
              <a:ahLst/>
              <a:cxnLst/>
              <a:rect l="l" t="t" r="r" b="b"/>
              <a:pathLst>
                <a:path w="23977" h="23976" extrusionOk="0">
                  <a:moveTo>
                    <a:pt x="11989" y="0"/>
                  </a:moveTo>
                  <a:cubicBezTo>
                    <a:pt x="5287" y="0"/>
                    <a:pt x="1" y="5286"/>
                    <a:pt x="1" y="11988"/>
                  </a:cubicBezTo>
                  <a:cubicBezTo>
                    <a:pt x="1" y="18501"/>
                    <a:pt x="5287" y="23976"/>
                    <a:pt x="11989" y="23976"/>
                  </a:cubicBezTo>
                  <a:cubicBezTo>
                    <a:pt x="18455" y="23976"/>
                    <a:pt x="23976" y="18501"/>
                    <a:pt x="23976" y="11988"/>
                  </a:cubicBezTo>
                  <a:cubicBezTo>
                    <a:pt x="23976" y="5286"/>
                    <a:pt x="18455" y="0"/>
                    <a:pt x="119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64"/>
            <p:cNvSpPr/>
            <p:nvPr/>
          </p:nvSpPr>
          <p:spPr>
            <a:xfrm>
              <a:off x="6231191" y="3297413"/>
              <a:ext cx="290152" cy="307378"/>
            </a:xfrm>
            <a:custGeom>
              <a:avLst/>
              <a:gdLst/>
              <a:ahLst/>
              <a:cxnLst/>
              <a:rect l="l" t="t" r="r" b="b"/>
              <a:pathLst>
                <a:path w="59610" h="63149" extrusionOk="0">
                  <a:moveTo>
                    <a:pt x="36389" y="0"/>
                  </a:moveTo>
                  <a:cubicBezTo>
                    <a:pt x="29121" y="0"/>
                    <a:pt x="23599" y="3163"/>
                    <a:pt x="20248" y="6891"/>
                  </a:cubicBezTo>
                  <a:lnTo>
                    <a:pt x="20248" y="2974"/>
                  </a:lnTo>
                  <a:cubicBezTo>
                    <a:pt x="20248" y="2171"/>
                    <a:pt x="19681" y="1605"/>
                    <a:pt x="18879" y="1605"/>
                  </a:cubicBezTo>
                  <a:lnTo>
                    <a:pt x="1369" y="1605"/>
                  </a:lnTo>
                  <a:cubicBezTo>
                    <a:pt x="614" y="1605"/>
                    <a:pt x="1" y="2171"/>
                    <a:pt x="1" y="2974"/>
                  </a:cubicBezTo>
                  <a:lnTo>
                    <a:pt x="1" y="61544"/>
                  </a:lnTo>
                  <a:cubicBezTo>
                    <a:pt x="1" y="62346"/>
                    <a:pt x="614" y="63149"/>
                    <a:pt x="1369" y="63149"/>
                  </a:cubicBezTo>
                  <a:lnTo>
                    <a:pt x="19681" y="63149"/>
                  </a:lnTo>
                  <a:cubicBezTo>
                    <a:pt x="20437" y="63149"/>
                    <a:pt x="21050" y="62346"/>
                    <a:pt x="21050" y="61544"/>
                  </a:cubicBezTo>
                  <a:lnTo>
                    <a:pt x="21050" y="32660"/>
                  </a:lnTo>
                  <a:cubicBezTo>
                    <a:pt x="21050" y="22843"/>
                    <a:pt x="23787" y="19068"/>
                    <a:pt x="30489" y="19068"/>
                  </a:cubicBezTo>
                  <a:cubicBezTo>
                    <a:pt x="37946" y="19068"/>
                    <a:pt x="38560" y="25203"/>
                    <a:pt x="38560" y="33038"/>
                  </a:cubicBezTo>
                  <a:lnTo>
                    <a:pt x="38560" y="61544"/>
                  </a:lnTo>
                  <a:cubicBezTo>
                    <a:pt x="38560" y="62346"/>
                    <a:pt x="39126" y="63149"/>
                    <a:pt x="39928" y="63149"/>
                  </a:cubicBezTo>
                  <a:lnTo>
                    <a:pt x="58193" y="63149"/>
                  </a:lnTo>
                  <a:cubicBezTo>
                    <a:pt x="58995" y="63149"/>
                    <a:pt x="59609" y="62346"/>
                    <a:pt x="59609" y="61544"/>
                  </a:cubicBezTo>
                  <a:lnTo>
                    <a:pt x="59609" y="29498"/>
                  </a:lnTo>
                  <a:cubicBezTo>
                    <a:pt x="59609" y="14962"/>
                    <a:pt x="56824" y="0"/>
                    <a:pt x="36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8" name="Google Shape;2898;p64"/>
          <p:cNvSpPr/>
          <p:nvPr/>
        </p:nvSpPr>
        <p:spPr>
          <a:xfrm>
            <a:off x="3725365" y="3250172"/>
            <a:ext cx="320319" cy="320319"/>
          </a:xfrm>
          <a:custGeom>
            <a:avLst/>
            <a:gdLst/>
            <a:ahLst/>
            <a:cxnLst/>
            <a:rect l="l" t="t" r="r" b="b"/>
            <a:pathLst>
              <a:path w="87879" h="87879" extrusionOk="0">
                <a:moveTo>
                  <a:pt x="73956" y="9817"/>
                </a:moveTo>
                <a:cubicBezTo>
                  <a:pt x="76080" y="9817"/>
                  <a:pt x="77873" y="11610"/>
                  <a:pt x="77873" y="13781"/>
                </a:cubicBezTo>
                <a:lnTo>
                  <a:pt x="77873" y="23221"/>
                </a:lnTo>
                <a:cubicBezTo>
                  <a:pt x="77873" y="25344"/>
                  <a:pt x="76080" y="27327"/>
                  <a:pt x="73956" y="27327"/>
                </a:cubicBezTo>
                <a:lnTo>
                  <a:pt x="63903" y="27327"/>
                </a:lnTo>
                <a:cubicBezTo>
                  <a:pt x="61732" y="27327"/>
                  <a:pt x="59986" y="25344"/>
                  <a:pt x="59986" y="23221"/>
                </a:cubicBezTo>
                <a:lnTo>
                  <a:pt x="59986" y="13781"/>
                </a:lnTo>
                <a:cubicBezTo>
                  <a:pt x="59986" y="11610"/>
                  <a:pt x="61732" y="9817"/>
                  <a:pt x="63903" y="9817"/>
                </a:cubicBezTo>
                <a:close/>
                <a:moveTo>
                  <a:pt x="44034" y="26760"/>
                </a:moveTo>
                <a:cubicBezTo>
                  <a:pt x="53662" y="26760"/>
                  <a:pt x="61543" y="34406"/>
                  <a:pt x="61543" y="43845"/>
                </a:cubicBezTo>
                <a:cubicBezTo>
                  <a:pt x="61543" y="53284"/>
                  <a:pt x="53662" y="60977"/>
                  <a:pt x="44034" y="60977"/>
                </a:cubicBezTo>
                <a:cubicBezTo>
                  <a:pt x="34217" y="60977"/>
                  <a:pt x="26335" y="53284"/>
                  <a:pt x="26335" y="43845"/>
                </a:cubicBezTo>
                <a:cubicBezTo>
                  <a:pt x="26335" y="34406"/>
                  <a:pt x="34217" y="26760"/>
                  <a:pt x="44034" y="26760"/>
                </a:cubicBezTo>
                <a:close/>
                <a:moveTo>
                  <a:pt x="77873" y="37143"/>
                </a:moveTo>
                <a:lnTo>
                  <a:pt x="77873" y="74334"/>
                </a:lnTo>
                <a:cubicBezTo>
                  <a:pt x="77873" y="76316"/>
                  <a:pt x="76316" y="77873"/>
                  <a:pt x="74334" y="77873"/>
                </a:cubicBezTo>
                <a:lnTo>
                  <a:pt x="13168" y="77873"/>
                </a:lnTo>
                <a:cubicBezTo>
                  <a:pt x="11186" y="77873"/>
                  <a:pt x="9628" y="76316"/>
                  <a:pt x="9628" y="74334"/>
                </a:cubicBezTo>
                <a:lnTo>
                  <a:pt x="9628" y="37143"/>
                </a:lnTo>
                <a:lnTo>
                  <a:pt x="17699" y="37143"/>
                </a:lnTo>
                <a:cubicBezTo>
                  <a:pt x="17085" y="39739"/>
                  <a:pt x="16708" y="42099"/>
                  <a:pt x="16708" y="44836"/>
                </a:cubicBezTo>
                <a:cubicBezTo>
                  <a:pt x="16708" y="59373"/>
                  <a:pt x="28884" y="71172"/>
                  <a:pt x="44034" y="71172"/>
                </a:cubicBezTo>
                <a:cubicBezTo>
                  <a:pt x="58995" y="71172"/>
                  <a:pt x="71360" y="59373"/>
                  <a:pt x="71360" y="44836"/>
                </a:cubicBezTo>
                <a:cubicBezTo>
                  <a:pt x="71360" y="42099"/>
                  <a:pt x="70983" y="39739"/>
                  <a:pt x="70180" y="37143"/>
                </a:cubicBezTo>
                <a:close/>
                <a:moveTo>
                  <a:pt x="11186" y="0"/>
                </a:moveTo>
                <a:cubicBezTo>
                  <a:pt x="5097" y="0"/>
                  <a:pt x="0" y="5097"/>
                  <a:pt x="0" y="11422"/>
                </a:cubicBezTo>
                <a:lnTo>
                  <a:pt x="0" y="76694"/>
                </a:lnTo>
                <a:cubicBezTo>
                  <a:pt x="0" y="82971"/>
                  <a:pt x="5097" y="87879"/>
                  <a:pt x="11186" y="87879"/>
                </a:cubicBezTo>
                <a:lnTo>
                  <a:pt x="76505" y="87879"/>
                </a:lnTo>
                <a:cubicBezTo>
                  <a:pt x="82782" y="87879"/>
                  <a:pt x="87879" y="82971"/>
                  <a:pt x="87879" y="76694"/>
                </a:cubicBezTo>
                <a:lnTo>
                  <a:pt x="87879" y="11422"/>
                </a:lnTo>
                <a:cubicBezTo>
                  <a:pt x="87879" y="5097"/>
                  <a:pt x="82782" y="0"/>
                  <a:pt x="765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9" name="Google Shape;2899;p64"/>
          <p:cNvSpPr/>
          <p:nvPr/>
        </p:nvSpPr>
        <p:spPr>
          <a:xfrm>
            <a:off x="5256975" y="3250211"/>
            <a:ext cx="161544" cy="320260"/>
          </a:xfrm>
          <a:custGeom>
            <a:avLst/>
            <a:gdLst/>
            <a:ahLst/>
            <a:cxnLst/>
            <a:rect l="l" t="t" r="r" b="b"/>
            <a:pathLst>
              <a:path w="45828" h="90854" extrusionOk="0">
                <a:moveTo>
                  <a:pt x="32046" y="1"/>
                </a:moveTo>
                <a:cubicBezTo>
                  <a:pt x="29923" y="1"/>
                  <a:pt x="22843" y="378"/>
                  <a:pt x="17132" y="5523"/>
                </a:cubicBezTo>
                <a:cubicBezTo>
                  <a:pt x="10808" y="11422"/>
                  <a:pt x="11611" y="18313"/>
                  <a:pt x="11799" y="19493"/>
                </a:cubicBezTo>
                <a:lnTo>
                  <a:pt x="11799" y="30489"/>
                </a:lnTo>
                <a:lnTo>
                  <a:pt x="1369" y="30489"/>
                </a:lnTo>
                <a:cubicBezTo>
                  <a:pt x="614" y="30489"/>
                  <a:pt x="0" y="31056"/>
                  <a:pt x="0" y="32047"/>
                </a:cubicBezTo>
                <a:lnTo>
                  <a:pt x="0" y="46819"/>
                </a:lnTo>
                <a:cubicBezTo>
                  <a:pt x="0" y="47574"/>
                  <a:pt x="614" y="48377"/>
                  <a:pt x="1369" y="48377"/>
                </a:cubicBezTo>
                <a:lnTo>
                  <a:pt x="11422" y="48377"/>
                </a:lnTo>
                <a:lnTo>
                  <a:pt x="11422" y="89296"/>
                </a:lnTo>
                <a:cubicBezTo>
                  <a:pt x="11422" y="90051"/>
                  <a:pt x="11988" y="90853"/>
                  <a:pt x="12790" y="90853"/>
                </a:cubicBezTo>
                <a:lnTo>
                  <a:pt x="29687" y="90853"/>
                </a:lnTo>
                <a:cubicBezTo>
                  <a:pt x="30489" y="90853"/>
                  <a:pt x="31291" y="90051"/>
                  <a:pt x="31291" y="89296"/>
                </a:cubicBezTo>
                <a:lnTo>
                  <a:pt x="31291" y="48566"/>
                </a:lnTo>
                <a:lnTo>
                  <a:pt x="42665" y="48566"/>
                </a:lnTo>
                <a:cubicBezTo>
                  <a:pt x="43468" y="48566"/>
                  <a:pt x="44081" y="47999"/>
                  <a:pt x="44081" y="47197"/>
                </a:cubicBezTo>
                <a:lnTo>
                  <a:pt x="45828" y="32047"/>
                </a:lnTo>
                <a:cubicBezTo>
                  <a:pt x="45828" y="31669"/>
                  <a:pt x="45828" y="31292"/>
                  <a:pt x="45450" y="31056"/>
                </a:cubicBezTo>
                <a:cubicBezTo>
                  <a:pt x="45261" y="30678"/>
                  <a:pt x="44836" y="30489"/>
                  <a:pt x="44459" y="30489"/>
                </a:cubicBezTo>
                <a:lnTo>
                  <a:pt x="31291" y="30489"/>
                </a:lnTo>
                <a:lnTo>
                  <a:pt x="31291" y="21050"/>
                </a:lnTo>
                <a:cubicBezTo>
                  <a:pt x="31291" y="18313"/>
                  <a:pt x="32849" y="16708"/>
                  <a:pt x="35822" y="16708"/>
                </a:cubicBezTo>
                <a:lnTo>
                  <a:pt x="44459" y="16708"/>
                </a:lnTo>
                <a:cubicBezTo>
                  <a:pt x="45261" y="16708"/>
                  <a:pt x="45828" y="16142"/>
                  <a:pt x="45828" y="15340"/>
                </a:cubicBezTo>
                <a:lnTo>
                  <a:pt x="45828" y="1370"/>
                </a:lnTo>
                <a:cubicBezTo>
                  <a:pt x="45828" y="614"/>
                  <a:pt x="45261" y="1"/>
                  <a:pt x="44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0" name="Google Shape;2900;p64"/>
          <p:cNvGrpSpPr/>
          <p:nvPr/>
        </p:nvGrpSpPr>
        <p:grpSpPr>
          <a:xfrm flipH="1">
            <a:off x="6824725" y="2951128"/>
            <a:ext cx="2003328" cy="1657362"/>
            <a:chOff x="6452210" y="3364662"/>
            <a:chExt cx="1780894" cy="1473342"/>
          </a:xfrm>
        </p:grpSpPr>
        <p:sp>
          <p:nvSpPr>
            <p:cNvPr id="2901" name="Google Shape;2901;p64"/>
            <p:cNvSpPr/>
            <p:nvPr/>
          </p:nvSpPr>
          <p:spPr>
            <a:xfrm flipH="1">
              <a:off x="6452210" y="4637800"/>
              <a:ext cx="1780894" cy="200204"/>
            </a:xfrm>
            <a:custGeom>
              <a:avLst/>
              <a:gdLst/>
              <a:ahLst/>
              <a:cxnLst/>
              <a:rect l="l" t="t" r="r" b="b"/>
              <a:pathLst>
                <a:path w="204995" h="12075" extrusionOk="0">
                  <a:moveTo>
                    <a:pt x="102497" y="1"/>
                  </a:moveTo>
                  <a:cubicBezTo>
                    <a:pt x="45852" y="1"/>
                    <a:pt x="0" y="2681"/>
                    <a:pt x="0" y="6026"/>
                  </a:cubicBezTo>
                  <a:cubicBezTo>
                    <a:pt x="0" y="9394"/>
                    <a:pt x="45852" y="12075"/>
                    <a:pt x="102497" y="12075"/>
                  </a:cubicBezTo>
                  <a:cubicBezTo>
                    <a:pt x="159024" y="12075"/>
                    <a:pt x="204995" y="9394"/>
                    <a:pt x="204995" y="6026"/>
                  </a:cubicBezTo>
                  <a:cubicBezTo>
                    <a:pt x="204995" y="2681"/>
                    <a:pt x="159024" y="1"/>
                    <a:pt x="102497" y="1"/>
                  </a:cubicBezTo>
                  <a:close/>
                </a:path>
              </a:pathLst>
            </a:custGeom>
            <a:solidFill>
              <a:srgbClr val="00312D">
                <a:alpha val="35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2" name="Google Shape;2902;p64"/>
            <p:cNvGrpSpPr/>
            <p:nvPr/>
          </p:nvGrpSpPr>
          <p:grpSpPr>
            <a:xfrm>
              <a:off x="6694943" y="4019915"/>
              <a:ext cx="824393" cy="770506"/>
              <a:chOff x="2218325" y="3744820"/>
              <a:chExt cx="1064008" cy="994458"/>
            </a:xfrm>
          </p:grpSpPr>
          <p:sp>
            <p:nvSpPr>
              <p:cNvPr id="2903" name="Google Shape;2903;p64"/>
              <p:cNvSpPr/>
              <p:nvPr/>
            </p:nvSpPr>
            <p:spPr>
              <a:xfrm flipH="1">
                <a:off x="2510221" y="3744820"/>
                <a:ext cx="484282" cy="104090"/>
              </a:xfrm>
              <a:custGeom>
                <a:avLst/>
                <a:gdLst/>
                <a:ahLst/>
                <a:cxnLst/>
                <a:rect l="l" t="t" r="r" b="b"/>
                <a:pathLst>
                  <a:path w="22630" h="4864" extrusionOk="0">
                    <a:moveTo>
                      <a:pt x="688" y="0"/>
                    </a:moveTo>
                    <a:cubicBezTo>
                      <a:pt x="285" y="0"/>
                      <a:pt x="0" y="309"/>
                      <a:pt x="0" y="712"/>
                    </a:cubicBezTo>
                    <a:lnTo>
                      <a:pt x="0" y="4057"/>
                    </a:lnTo>
                    <a:cubicBezTo>
                      <a:pt x="0" y="4460"/>
                      <a:pt x="285" y="4863"/>
                      <a:pt x="688" y="4863"/>
                    </a:cubicBezTo>
                    <a:lnTo>
                      <a:pt x="21847" y="4863"/>
                    </a:lnTo>
                    <a:cubicBezTo>
                      <a:pt x="22226" y="4863"/>
                      <a:pt x="22630" y="4460"/>
                      <a:pt x="22630" y="4057"/>
                    </a:cubicBezTo>
                    <a:lnTo>
                      <a:pt x="22630" y="712"/>
                    </a:lnTo>
                    <a:cubicBezTo>
                      <a:pt x="22630" y="309"/>
                      <a:pt x="22226" y="0"/>
                      <a:pt x="218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64"/>
              <p:cNvSpPr/>
              <p:nvPr/>
            </p:nvSpPr>
            <p:spPr>
              <a:xfrm flipH="1">
                <a:off x="2218325" y="3810817"/>
                <a:ext cx="1064008" cy="928460"/>
              </a:xfrm>
              <a:custGeom>
                <a:avLst/>
                <a:gdLst/>
                <a:ahLst/>
                <a:cxnLst/>
                <a:rect l="l" t="t" r="r" b="b"/>
                <a:pathLst>
                  <a:path w="49720" h="43386" extrusionOk="0">
                    <a:moveTo>
                      <a:pt x="24812" y="0"/>
                    </a:moveTo>
                    <a:lnTo>
                      <a:pt x="16913" y="380"/>
                    </a:lnTo>
                    <a:lnTo>
                      <a:pt x="16605" y="1779"/>
                    </a:lnTo>
                    <a:lnTo>
                      <a:pt x="15917" y="5717"/>
                    </a:lnTo>
                    <a:lnTo>
                      <a:pt x="15632" y="7401"/>
                    </a:lnTo>
                    <a:lnTo>
                      <a:pt x="15324" y="8896"/>
                    </a:lnTo>
                    <a:lnTo>
                      <a:pt x="15324" y="9180"/>
                    </a:lnTo>
                    <a:cubicBezTo>
                      <a:pt x="15324" y="9180"/>
                      <a:pt x="14446" y="9963"/>
                      <a:pt x="13047" y="11362"/>
                    </a:cubicBezTo>
                    <a:cubicBezTo>
                      <a:pt x="12549" y="11742"/>
                      <a:pt x="12074" y="12240"/>
                      <a:pt x="11576" y="12833"/>
                    </a:cubicBezTo>
                    <a:cubicBezTo>
                      <a:pt x="7805" y="16795"/>
                      <a:pt x="2467" y="23413"/>
                      <a:pt x="1495" y="30244"/>
                    </a:cubicBezTo>
                    <a:cubicBezTo>
                      <a:pt x="0" y="40919"/>
                      <a:pt x="9584" y="43386"/>
                      <a:pt x="24812" y="43386"/>
                    </a:cubicBezTo>
                    <a:cubicBezTo>
                      <a:pt x="40041" y="43386"/>
                      <a:pt x="49719" y="40919"/>
                      <a:pt x="48130" y="30244"/>
                    </a:cubicBezTo>
                    <a:cubicBezTo>
                      <a:pt x="47157" y="23413"/>
                      <a:pt x="41820" y="16795"/>
                      <a:pt x="38049" y="12833"/>
                    </a:cubicBezTo>
                    <a:cubicBezTo>
                      <a:pt x="37574" y="12240"/>
                      <a:pt x="37076" y="11742"/>
                      <a:pt x="36673" y="11362"/>
                    </a:cubicBezTo>
                    <a:cubicBezTo>
                      <a:pt x="35297" y="9963"/>
                      <a:pt x="34301" y="9180"/>
                      <a:pt x="34301" y="9180"/>
                    </a:cubicBezTo>
                    <a:lnTo>
                      <a:pt x="34301" y="8896"/>
                    </a:lnTo>
                    <a:lnTo>
                      <a:pt x="34111" y="7401"/>
                    </a:lnTo>
                    <a:lnTo>
                      <a:pt x="33613" y="3938"/>
                    </a:lnTo>
                    <a:lnTo>
                      <a:pt x="33304" y="1779"/>
                    </a:lnTo>
                    <a:lnTo>
                      <a:pt x="33115" y="380"/>
                    </a:lnTo>
                    <a:lnTo>
                      <a:pt x="248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5" name="Google Shape;2905;p64"/>
            <p:cNvGrpSpPr/>
            <p:nvPr/>
          </p:nvGrpSpPr>
          <p:grpSpPr>
            <a:xfrm>
              <a:off x="6672144" y="3364662"/>
              <a:ext cx="1045414" cy="674935"/>
              <a:chOff x="2188900" y="2899113"/>
              <a:chExt cx="1349270" cy="871108"/>
            </a:xfrm>
          </p:grpSpPr>
          <p:sp>
            <p:nvSpPr>
              <p:cNvPr id="2906" name="Google Shape;2906;p64"/>
              <p:cNvSpPr/>
              <p:nvPr/>
            </p:nvSpPr>
            <p:spPr>
              <a:xfrm flipH="1">
                <a:off x="2738645" y="2899113"/>
                <a:ext cx="780244" cy="871108"/>
              </a:xfrm>
              <a:custGeom>
                <a:avLst/>
                <a:gdLst/>
                <a:ahLst/>
                <a:cxnLst/>
                <a:rect l="l" t="t" r="r" b="b"/>
                <a:pathLst>
                  <a:path w="36460" h="40706" extrusionOk="0">
                    <a:moveTo>
                      <a:pt x="1" y="1"/>
                    </a:moveTo>
                    <a:cubicBezTo>
                      <a:pt x="1" y="1"/>
                      <a:pt x="5931" y="16890"/>
                      <a:pt x="16107" y="22915"/>
                    </a:cubicBezTo>
                    <a:cubicBezTo>
                      <a:pt x="30529" y="31431"/>
                      <a:pt x="36459" y="40706"/>
                      <a:pt x="36459" y="40706"/>
                    </a:cubicBezTo>
                    <a:cubicBezTo>
                      <a:pt x="36459" y="40706"/>
                      <a:pt x="36459" y="24599"/>
                      <a:pt x="27967" y="12739"/>
                    </a:cubicBezTo>
                    <a:cubicBezTo>
                      <a:pt x="19452" y="7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64"/>
              <p:cNvSpPr/>
              <p:nvPr/>
            </p:nvSpPr>
            <p:spPr>
              <a:xfrm flipH="1">
                <a:off x="2793472" y="3507601"/>
                <a:ext cx="744699" cy="258555"/>
              </a:xfrm>
              <a:custGeom>
                <a:avLst/>
                <a:gdLst/>
                <a:ahLst/>
                <a:cxnLst/>
                <a:rect l="l" t="t" r="r" b="b"/>
                <a:pathLst>
                  <a:path w="34799" h="12082" extrusionOk="0">
                    <a:moveTo>
                      <a:pt x="18292" y="1"/>
                    </a:moveTo>
                    <a:cubicBezTo>
                      <a:pt x="8427" y="1"/>
                      <a:pt x="0" y="7053"/>
                      <a:pt x="0" y="7053"/>
                    </a:cubicBezTo>
                    <a:cubicBezTo>
                      <a:pt x="6188" y="10496"/>
                      <a:pt x="10442" y="11504"/>
                      <a:pt x="13955" y="11504"/>
                    </a:cubicBezTo>
                    <a:cubicBezTo>
                      <a:pt x="18185" y="11504"/>
                      <a:pt x="21340" y="10042"/>
                      <a:pt x="25500" y="9615"/>
                    </a:cubicBezTo>
                    <a:cubicBezTo>
                      <a:pt x="26399" y="9508"/>
                      <a:pt x="27215" y="9461"/>
                      <a:pt x="27955" y="9461"/>
                    </a:cubicBezTo>
                    <a:cubicBezTo>
                      <a:pt x="33488" y="9461"/>
                      <a:pt x="34799" y="12082"/>
                      <a:pt x="34799" y="12082"/>
                    </a:cubicBezTo>
                    <a:cubicBezTo>
                      <a:pt x="33114" y="6152"/>
                      <a:pt x="32332" y="1906"/>
                      <a:pt x="21254" y="221"/>
                    </a:cubicBezTo>
                    <a:cubicBezTo>
                      <a:pt x="20257" y="70"/>
                      <a:pt x="19268" y="1"/>
                      <a:pt x="18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64"/>
              <p:cNvSpPr/>
              <p:nvPr/>
            </p:nvSpPr>
            <p:spPr>
              <a:xfrm flipH="1">
                <a:off x="2188900" y="3216047"/>
                <a:ext cx="619316" cy="533352"/>
              </a:xfrm>
              <a:custGeom>
                <a:avLst/>
                <a:gdLst/>
                <a:ahLst/>
                <a:cxnLst/>
                <a:rect l="l" t="t" r="r" b="b"/>
                <a:pathLst>
                  <a:path w="28940" h="24923" extrusionOk="0">
                    <a:moveTo>
                      <a:pt x="28127" y="1"/>
                    </a:moveTo>
                    <a:cubicBezTo>
                      <a:pt x="25133" y="1"/>
                      <a:pt x="14546" y="500"/>
                      <a:pt x="7900" y="7227"/>
                    </a:cubicBezTo>
                    <a:cubicBezTo>
                      <a:pt x="1" y="15221"/>
                      <a:pt x="1875" y="19088"/>
                      <a:pt x="4033" y="24923"/>
                    </a:cubicBezTo>
                    <a:cubicBezTo>
                      <a:pt x="4033" y="24923"/>
                      <a:pt x="3440" y="21151"/>
                      <a:pt x="10082" y="17309"/>
                    </a:cubicBezTo>
                    <a:cubicBezTo>
                      <a:pt x="16700" y="13442"/>
                      <a:pt x="22630" y="14249"/>
                      <a:pt x="28940" y="16"/>
                    </a:cubicBezTo>
                    <a:cubicBezTo>
                      <a:pt x="28940" y="16"/>
                      <a:pt x="28649" y="1"/>
                      <a:pt x="28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9" name="Google Shape;2909;p64"/>
            <p:cNvGrpSpPr/>
            <p:nvPr/>
          </p:nvGrpSpPr>
          <p:grpSpPr>
            <a:xfrm>
              <a:off x="6791708" y="3540086"/>
              <a:ext cx="776790" cy="504618"/>
              <a:chOff x="2343216" y="3125525"/>
              <a:chExt cx="1002569" cy="651288"/>
            </a:xfrm>
          </p:grpSpPr>
          <p:sp>
            <p:nvSpPr>
              <p:cNvPr id="2910" name="Google Shape;2910;p64"/>
              <p:cNvSpPr/>
              <p:nvPr/>
            </p:nvSpPr>
            <p:spPr>
              <a:xfrm flipH="1">
                <a:off x="2730021" y="3125525"/>
                <a:ext cx="501552" cy="651288"/>
              </a:xfrm>
              <a:custGeom>
                <a:avLst/>
                <a:gdLst/>
                <a:ahLst/>
                <a:cxnLst/>
                <a:rect l="l" t="t" r="r" b="b"/>
                <a:pathLst>
                  <a:path w="23437" h="30434" extrusionOk="0">
                    <a:moveTo>
                      <a:pt x="499" y="0"/>
                    </a:moveTo>
                    <a:cubicBezTo>
                      <a:pt x="309" y="0"/>
                      <a:pt x="214" y="0"/>
                      <a:pt x="95" y="95"/>
                    </a:cubicBezTo>
                    <a:cubicBezTo>
                      <a:pt x="0" y="285"/>
                      <a:pt x="95" y="474"/>
                      <a:pt x="214" y="474"/>
                    </a:cubicBezTo>
                    <a:cubicBezTo>
                      <a:pt x="214" y="593"/>
                      <a:pt x="4555" y="2965"/>
                      <a:pt x="9489" y="7804"/>
                    </a:cubicBezTo>
                    <a:cubicBezTo>
                      <a:pt x="14138" y="12335"/>
                      <a:pt x="20068" y="19854"/>
                      <a:pt x="22844" y="30244"/>
                    </a:cubicBezTo>
                    <a:cubicBezTo>
                      <a:pt x="22938" y="30339"/>
                      <a:pt x="23033" y="30434"/>
                      <a:pt x="23128" y="30434"/>
                    </a:cubicBezTo>
                    <a:lnTo>
                      <a:pt x="23223" y="30434"/>
                    </a:lnTo>
                    <a:cubicBezTo>
                      <a:pt x="23342" y="30339"/>
                      <a:pt x="23437" y="30244"/>
                      <a:pt x="23437" y="30031"/>
                    </a:cubicBezTo>
                    <a:cubicBezTo>
                      <a:pt x="20661" y="19570"/>
                      <a:pt x="14541" y="11955"/>
                      <a:pt x="9987" y="7401"/>
                    </a:cubicBezTo>
                    <a:cubicBezTo>
                      <a:pt x="4958" y="2562"/>
                      <a:pt x="499" y="95"/>
                      <a:pt x="4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64"/>
              <p:cNvSpPr/>
              <p:nvPr/>
            </p:nvSpPr>
            <p:spPr>
              <a:xfrm flipH="1">
                <a:off x="2785340" y="3608801"/>
                <a:ext cx="560445" cy="163967"/>
              </a:xfrm>
              <a:custGeom>
                <a:avLst/>
                <a:gdLst/>
                <a:ahLst/>
                <a:cxnLst/>
                <a:rect l="l" t="t" r="r" b="b"/>
                <a:pathLst>
                  <a:path w="26189" h="7662" extrusionOk="0">
                    <a:moveTo>
                      <a:pt x="10839" y="1"/>
                    </a:moveTo>
                    <a:cubicBezTo>
                      <a:pt x="4389" y="1"/>
                      <a:pt x="288" y="1921"/>
                      <a:pt x="214" y="1921"/>
                    </a:cubicBezTo>
                    <a:cubicBezTo>
                      <a:pt x="95" y="2016"/>
                      <a:pt x="0" y="2205"/>
                      <a:pt x="95" y="2324"/>
                    </a:cubicBezTo>
                    <a:cubicBezTo>
                      <a:pt x="95" y="2514"/>
                      <a:pt x="309" y="2514"/>
                      <a:pt x="498" y="2514"/>
                    </a:cubicBezTo>
                    <a:cubicBezTo>
                      <a:pt x="498" y="2440"/>
                      <a:pt x="4422" y="583"/>
                      <a:pt x="10698" y="583"/>
                    </a:cubicBezTo>
                    <a:cubicBezTo>
                      <a:pt x="12514" y="583"/>
                      <a:pt x="14528" y="739"/>
                      <a:pt x="16700" y="1138"/>
                    </a:cubicBezTo>
                    <a:cubicBezTo>
                      <a:pt x="22156" y="2110"/>
                      <a:pt x="25595" y="7448"/>
                      <a:pt x="25595" y="7543"/>
                    </a:cubicBezTo>
                    <a:cubicBezTo>
                      <a:pt x="25714" y="7661"/>
                      <a:pt x="25809" y="7661"/>
                      <a:pt x="25903" y="7661"/>
                    </a:cubicBezTo>
                    <a:lnTo>
                      <a:pt x="25998" y="7661"/>
                    </a:lnTo>
                    <a:cubicBezTo>
                      <a:pt x="26188" y="7543"/>
                      <a:pt x="26188" y="7353"/>
                      <a:pt x="26093" y="7258"/>
                    </a:cubicBezTo>
                    <a:cubicBezTo>
                      <a:pt x="25998" y="6949"/>
                      <a:pt x="22535" y="1612"/>
                      <a:pt x="16818" y="545"/>
                    </a:cubicBezTo>
                    <a:cubicBezTo>
                      <a:pt x="14664" y="154"/>
                      <a:pt x="12658" y="1"/>
                      <a:pt x="108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64"/>
              <p:cNvSpPr/>
              <p:nvPr/>
            </p:nvSpPr>
            <p:spPr>
              <a:xfrm flipH="1">
                <a:off x="2343216" y="3328568"/>
                <a:ext cx="395451" cy="426930"/>
              </a:xfrm>
              <a:custGeom>
                <a:avLst/>
                <a:gdLst/>
                <a:ahLst/>
                <a:cxnLst/>
                <a:rect l="l" t="t" r="r" b="b"/>
                <a:pathLst>
                  <a:path w="18479" h="19950" extrusionOk="0">
                    <a:moveTo>
                      <a:pt x="18099" y="0"/>
                    </a:moveTo>
                    <a:cubicBezTo>
                      <a:pt x="18099" y="0"/>
                      <a:pt x="10770" y="1471"/>
                      <a:pt x="3962" y="8777"/>
                    </a:cubicBezTo>
                    <a:cubicBezTo>
                      <a:pt x="0" y="13047"/>
                      <a:pt x="498" y="19451"/>
                      <a:pt x="498" y="19665"/>
                    </a:cubicBezTo>
                    <a:cubicBezTo>
                      <a:pt x="498" y="19855"/>
                      <a:pt x="593" y="19950"/>
                      <a:pt x="783" y="19950"/>
                    </a:cubicBezTo>
                    <a:cubicBezTo>
                      <a:pt x="997" y="19950"/>
                      <a:pt x="1092" y="19855"/>
                      <a:pt x="1092" y="19665"/>
                    </a:cubicBezTo>
                    <a:cubicBezTo>
                      <a:pt x="1092" y="19570"/>
                      <a:pt x="593" y="13237"/>
                      <a:pt x="4460" y="9180"/>
                    </a:cubicBezTo>
                    <a:cubicBezTo>
                      <a:pt x="11078" y="1969"/>
                      <a:pt x="18194" y="593"/>
                      <a:pt x="18289" y="593"/>
                    </a:cubicBezTo>
                    <a:cubicBezTo>
                      <a:pt x="18384" y="475"/>
                      <a:pt x="18479" y="380"/>
                      <a:pt x="18479" y="190"/>
                    </a:cubicBezTo>
                    <a:cubicBezTo>
                      <a:pt x="18479" y="95"/>
                      <a:pt x="18289" y="0"/>
                      <a:pt x="180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3" name="Google Shape;2913;p64"/>
            <p:cNvGrpSpPr/>
            <p:nvPr/>
          </p:nvGrpSpPr>
          <p:grpSpPr>
            <a:xfrm>
              <a:off x="6888456" y="4100547"/>
              <a:ext cx="438941" cy="183300"/>
              <a:chOff x="2468085" y="3848888"/>
              <a:chExt cx="566522" cy="236577"/>
            </a:xfrm>
          </p:grpSpPr>
          <p:sp>
            <p:nvSpPr>
              <p:cNvPr id="2914" name="Google Shape;2914;p64"/>
              <p:cNvSpPr/>
              <p:nvPr/>
            </p:nvSpPr>
            <p:spPr>
              <a:xfrm flipH="1">
                <a:off x="2548292" y="3969199"/>
                <a:ext cx="406108" cy="31993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495" extrusionOk="0">
                    <a:moveTo>
                      <a:pt x="308" y="0"/>
                    </a:moveTo>
                    <a:lnTo>
                      <a:pt x="0" y="1495"/>
                    </a:lnTo>
                    <a:lnTo>
                      <a:pt x="18977" y="1495"/>
                    </a:lnTo>
                    <a:lnTo>
                      <a:pt x="187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64"/>
              <p:cNvSpPr/>
              <p:nvPr/>
            </p:nvSpPr>
            <p:spPr>
              <a:xfrm flipH="1">
                <a:off x="2468085" y="4053964"/>
                <a:ext cx="566522" cy="31501"/>
              </a:xfrm>
              <a:custGeom>
                <a:avLst/>
                <a:gdLst/>
                <a:ahLst/>
                <a:cxnLst/>
                <a:rect l="l" t="t" r="r" b="b"/>
                <a:pathLst>
                  <a:path w="26473" h="1472" extrusionOk="0">
                    <a:moveTo>
                      <a:pt x="1471" y="0"/>
                    </a:moveTo>
                    <a:cubicBezTo>
                      <a:pt x="973" y="380"/>
                      <a:pt x="498" y="878"/>
                      <a:pt x="0" y="1471"/>
                    </a:cubicBezTo>
                    <a:lnTo>
                      <a:pt x="26473" y="1471"/>
                    </a:lnTo>
                    <a:cubicBezTo>
                      <a:pt x="25998" y="878"/>
                      <a:pt x="25500" y="380"/>
                      <a:pt x="250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64"/>
              <p:cNvSpPr/>
              <p:nvPr/>
            </p:nvSpPr>
            <p:spPr>
              <a:xfrm flipH="1">
                <a:off x="2563015" y="3848888"/>
                <a:ext cx="378694" cy="84273"/>
              </a:xfrm>
              <a:custGeom>
                <a:avLst/>
                <a:gdLst/>
                <a:ahLst/>
                <a:cxnLst/>
                <a:rect l="l" t="t" r="r" b="b"/>
                <a:pathLst>
                  <a:path w="17696" h="3938" extrusionOk="0">
                    <a:moveTo>
                      <a:pt x="688" y="0"/>
                    </a:moveTo>
                    <a:lnTo>
                      <a:pt x="0" y="3938"/>
                    </a:lnTo>
                    <a:lnTo>
                      <a:pt x="17696" y="2159"/>
                    </a:lnTo>
                    <a:lnTo>
                      <a:pt x="173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17" name="Google Shape;2917;p64"/>
          <p:cNvSpPr/>
          <p:nvPr/>
        </p:nvSpPr>
        <p:spPr>
          <a:xfrm rot="10800000">
            <a:off x="706310" y="341175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8" name="Google Shape;2918;p64"/>
          <p:cNvSpPr/>
          <p:nvPr/>
        </p:nvSpPr>
        <p:spPr>
          <a:xfrm rot="10800000">
            <a:off x="362201" y="446515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-learning Blog for Schools by Slidesgo">
  <a:themeElements>
    <a:clrScheme name="Simple Light">
      <a:dk1>
        <a:srgbClr val="F1F176"/>
      </a:dk1>
      <a:lt1>
        <a:srgbClr val="FF9D8A"/>
      </a:lt1>
      <a:dk2>
        <a:srgbClr val="EFEFEF"/>
      </a:dk2>
      <a:lt2>
        <a:srgbClr val="FF9025"/>
      </a:lt2>
      <a:accent1>
        <a:srgbClr val="FF7EEA"/>
      </a:accent1>
      <a:accent2>
        <a:srgbClr val="7F77D1"/>
      </a:accent2>
      <a:accent3>
        <a:srgbClr val="00D6D1"/>
      </a:accent3>
      <a:accent4>
        <a:srgbClr val="004ECB"/>
      </a:accent4>
      <a:accent5>
        <a:srgbClr val="00312D"/>
      </a:accent5>
      <a:accent6>
        <a:srgbClr val="FFFFFF"/>
      </a:accent6>
      <a:hlink>
        <a:srgbClr val="0031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1202</Words>
  <Application>Microsoft Office PowerPoint</Application>
  <PresentationFormat>On-screen Show (16:9)</PresentationFormat>
  <Paragraphs>209</Paragraphs>
  <Slides>24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Calibri</vt:lpstr>
      <vt:lpstr>Montserrat</vt:lpstr>
      <vt:lpstr>Arial Narrow</vt:lpstr>
      <vt:lpstr>Montserrat Medium</vt:lpstr>
      <vt:lpstr>Bebas Neue</vt:lpstr>
      <vt:lpstr>Arial</vt:lpstr>
      <vt:lpstr>E-learning Blog for Schools by Slidesgo</vt:lpstr>
      <vt:lpstr>COMUNICAREA în mediul online</vt:lpstr>
      <vt:lpstr>1</vt:lpstr>
      <vt:lpstr>Comunicarea online</vt:lpstr>
      <vt:lpstr>Comunicarea online</vt:lpstr>
      <vt:lpstr>Emailul</vt:lpstr>
      <vt:lpstr>Rolul Emailului</vt:lpstr>
      <vt:lpstr>3</vt:lpstr>
      <vt:lpstr>Scrie primul email</vt:lpstr>
      <vt:lpstr>Câmpurile emailului</vt:lpstr>
      <vt:lpstr>Neteticheta</vt:lpstr>
      <vt:lpstr>Reguli de redactare</vt:lpstr>
      <vt:lpstr>Tehnoredactarea</vt:lpstr>
      <vt:lpstr>Formatarea textului</vt:lpstr>
      <vt:lpstr>Extra opțiuni email</vt:lpstr>
      <vt:lpstr>PowerPoint Presentation</vt:lpstr>
      <vt:lpstr>Exemplu de</vt:lpstr>
      <vt:lpstr>Securitatea</vt:lpstr>
      <vt:lpstr>PowerPoint Presentation</vt:lpstr>
      <vt:lpstr>Cum raportăm un email dubios</vt:lpstr>
      <vt:lpstr>Scurt istoric</vt:lpstr>
      <vt:lpstr>PowerPoint Presentation</vt:lpstr>
      <vt:lpstr>250+ de miliarde</vt:lpstr>
      <vt:lpstr>Resurse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COMUNICAREA în mediul online</dc:title>
  <cp:lastModifiedBy>Grigore Ionescu</cp:lastModifiedBy>
  <cp:revision>110</cp:revision>
  <dcterms:modified xsi:type="dcterms:W3CDTF">2025-02-07T10:17:48Z</dcterms:modified>
</cp:coreProperties>
</file>